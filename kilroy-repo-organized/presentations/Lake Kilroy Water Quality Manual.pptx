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aleway"/>
      <p:regular r:id="rId33"/>
      <p:bold r:id="rId34"/>
      <p:italic r:id="rId35"/>
      <p:boldItalic r:id="rId36"/>
    </p:embeddedFont>
    <p:embeddedFont>
      <p:font typeface="La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aleway-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aleway-italic.fntdata"/><Relationship Id="rId12" Type="http://schemas.openxmlformats.org/officeDocument/2006/relationships/slide" Target="slides/slide7.xml"/><Relationship Id="rId34" Type="http://schemas.openxmlformats.org/officeDocument/2006/relationships/font" Target="fonts/Raleway-bold.fntdata"/><Relationship Id="rId15" Type="http://schemas.openxmlformats.org/officeDocument/2006/relationships/slide" Target="slides/slide10.xml"/><Relationship Id="rId37" Type="http://schemas.openxmlformats.org/officeDocument/2006/relationships/font" Target="fonts/Lato-regular.fntdata"/><Relationship Id="rId14" Type="http://schemas.openxmlformats.org/officeDocument/2006/relationships/slide" Target="slides/slide9.xml"/><Relationship Id="rId36" Type="http://schemas.openxmlformats.org/officeDocument/2006/relationships/font" Target="fonts/Raleway-boldItalic.fntdata"/><Relationship Id="rId17" Type="http://schemas.openxmlformats.org/officeDocument/2006/relationships/slide" Target="slides/slide12.xml"/><Relationship Id="rId39" Type="http://schemas.openxmlformats.org/officeDocument/2006/relationships/font" Target="fonts/Lato-italic.fntdata"/><Relationship Id="rId16" Type="http://schemas.openxmlformats.org/officeDocument/2006/relationships/slide" Target="slides/slide11.xml"/><Relationship Id="rId38" Type="http://schemas.openxmlformats.org/officeDocument/2006/relationships/font" Target="fonts/Lat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c3fe6a9e0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c3fe6a9e0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c3fe6a9e0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c3fe6a9e0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c3fe6a9e00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c3fe6a9e00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c3fe6a9e00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c3fe6a9e00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c3fe6a9e00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c3fe6a9e00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c3fe6a9e00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c3fe6a9e00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c3fe6a9e0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c3fe6a9e0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c3fe6a9e00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c3fe6a9e00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c3fe6a9e00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c3fe6a9e00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c3fe6a9e00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c3fe6a9e00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c3fe6a9e00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c3fe6a9e00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c3fe6a9e00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c3fe6a9e00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c3fe6a9e00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c3fe6a9e00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c3fe6a9e00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c3fe6a9e00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c3fe6a9e00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c3fe6a9e00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c3fe6a9e00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c3fe6a9e00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c3fe6a9e00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c3fe6a9e00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c3fe6a9e00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c3fe6a9e00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c3fe6a9e00_0_269:notes"/>
          <p:cNvSpPr txBox="1"/>
          <p:nvPr>
            <p:ph idx="1" type="body"/>
          </p:nvPr>
        </p:nvSpPr>
        <p:spPr>
          <a:xfrm>
            <a:off x="685787" y="434338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2c3fe6a9e00_0_269:notes"/>
          <p:cNvSpPr/>
          <p:nvPr>
            <p:ph idx="2" type="sldImg"/>
          </p:nvPr>
        </p:nvSpPr>
        <p:spPr>
          <a:xfrm>
            <a:off x="-1830246" y="685795"/>
            <a:ext cx="10519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c3fe6a9e00_0_276:notes"/>
          <p:cNvSpPr txBox="1"/>
          <p:nvPr>
            <p:ph idx="1" type="body"/>
          </p:nvPr>
        </p:nvSpPr>
        <p:spPr>
          <a:xfrm>
            <a:off x="685787" y="434338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2c3fe6a9e00_0_276:notes"/>
          <p:cNvSpPr/>
          <p:nvPr>
            <p:ph idx="2" type="sldImg"/>
          </p:nvPr>
        </p:nvSpPr>
        <p:spPr>
          <a:xfrm>
            <a:off x="-1830246" y="685795"/>
            <a:ext cx="10519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c3fe6a9e00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c3fe6a9e00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c3fe6a9e00_0_375:notes"/>
          <p:cNvSpPr txBox="1"/>
          <p:nvPr>
            <p:ph idx="1" type="body"/>
          </p:nvPr>
        </p:nvSpPr>
        <p:spPr>
          <a:xfrm>
            <a:off x="685787" y="434338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2c3fe6a9e00_0_375:notes"/>
          <p:cNvSpPr/>
          <p:nvPr>
            <p:ph idx="2" type="sldImg"/>
          </p:nvPr>
        </p:nvSpPr>
        <p:spPr>
          <a:xfrm>
            <a:off x="-1830246" y="685795"/>
            <a:ext cx="10519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c3fe6a9e00_0_416:notes"/>
          <p:cNvSpPr txBox="1"/>
          <p:nvPr>
            <p:ph idx="1" type="body"/>
          </p:nvPr>
        </p:nvSpPr>
        <p:spPr>
          <a:xfrm>
            <a:off x="685787" y="434338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2c3fe6a9e00_0_416:notes"/>
          <p:cNvSpPr/>
          <p:nvPr>
            <p:ph idx="2" type="sldImg"/>
          </p:nvPr>
        </p:nvSpPr>
        <p:spPr>
          <a:xfrm>
            <a:off x="-1830246" y="685795"/>
            <a:ext cx="105192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c3fe6a9e00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2c3fe6a9e00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c3fe6a9e00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c3fe6a9e00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c547b8597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c547b8597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13"/>
          <p:cNvSpPr txBox="1"/>
          <p:nvPr>
            <p:ph type="title"/>
          </p:nvPr>
        </p:nvSpPr>
        <p:spPr>
          <a:xfrm>
            <a:off x="254000" y="43848"/>
            <a:ext cx="1934100" cy="3402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3000"/>
              <a:buNone/>
              <a:defRPr b="1" i="0" sz="4200">
                <a:solidFill>
                  <a:srgbClr val="289045"/>
                </a:solidFill>
                <a:latin typeface="Calibri"/>
                <a:ea typeface="Calibri"/>
                <a:cs typeface="Calibri"/>
                <a:sym typeface="Calibri"/>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0" name="Google Shape;70;p13"/>
          <p:cNvSpPr txBox="1"/>
          <p:nvPr>
            <p:ph idx="1" type="body"/>
          </p:nvPr>
        </p:nvSpPr>
        <p:spPr>
          <a:xfrm>
            <a:off x="457200" y="1183005"/>
            <a:ext cx="8229600" cy="33945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1800"/>
              <a:buNone/>
              <a:defRPr/>
            </a:lvl1pPr>
            <a:lvl2pPr indent="-228600" lvl="1" marL="914400" rtl="0" algn="l">
              <a:spcBef>
                <a:spcPts val="1200"/>
              </a:spcBef>
              <a:spcAft>
                <a:spcPts val="0"/>
              </a:spcAft>
              <a:buSzPts val="1400"/>
              <a:buNone/>
              <a:defRPr/>
            </a:lvl2pPr>
            <a:lvl3pPr indent="-228600" lvl="2" marL="1371600" rtl="0" algn="l">
              <a:spcBef>
                <a:spcPts val="1200"/>
              </a:spcBef>
              <a:spcAft>
                <a:spcPts val="0"/>
              </a:spcAft>
              <a:buSzPts val="1400"/>
              <a:buNone/>
              <a:defRPr/>
            </a:lvl3pPr>
            <a:lvl4pPr indent="-228600" lvl="3" marL="1828800" rtl="0" algn="l">
              <a:spcBef>
                <a:spcPts val="1200"/>
              </a:spcBef>
              <a:spcAft>
                <a:spcPts val="0"/>
              </a:spcAft>
              <a:buSzPts val="1400"/>
              <a:buNone/>
              <a:defRPr/>
            </a:lvl4pPr>
            <a:lvl5pPr indent="-228600" lvl="4" marL="2286000" rtl="0" algn="l">
              <a:spcBef>
                <a:spcPts val="1200"/>
              </a:spcBef>
              <a:spcAft>
                <a:spcPts val="0"/>
              </a:spcAft>
              <a:buSzPts val="1400"/>
              <a:buNone/>
              <a:defRPr/>
            </a:lvl5pPr>
            <a:lvl6pPr indent="-228600" lvl="5" marL="2743200" rtl="0" algn="l">
              <a:spcBef>
                <a:spcPts val="1200"/>
              </a:spcBef>
              <a:spcAft>
                <a:spcPts val="0"/>
              </a:spcAft>
              <a:buSzPts val="1400"/>
              <a:buNone/>
              <a:defRPr/>
            </a:lvl6pPr>
            <a:lvl7pPr indent="-228600" lvl="6" marL="3200400" rtl="0" algn="l">
              <a:spcBef>
                <a:spcPts val="1200"/>
              </a:spcBef>
              <a:spcAft>
                <a:spcPts val="0"/>
              </a:spcAft>
              <a:buSzPts val="1400"/>
              <a:buNone/>
              <a:defRPr/>
            </a:lvl7pPr>
            <a:lvl8pPr indent="-228600" lvl="7" marL="3657600" rtl="0" algn="l">
              <a:spcBef>
                <a:spcPts val="1200"/>
              </a:spcBef>
              <a:spcAft>
                <a:spcPts val="0"/>
              </a:spcAft>
              <a:buSzPts val="1400"/>
              <a:buNone/>
              <a:defRPr/>
            </a:lvl8pPr>
            <a:lvl9pPr indent="-228600" lvl="8" marL="4114800" rtl="0" algn="l">
              <a:spcBef>
                <a:spcPts val="1200"/>
              </a:spcBef>
              <a:spcAft>
                <a:spcPts val="1200"/>
              </a:spcAft>
              <a:buSzPts val="1400"/>
              <a:buNone/>
              <a:defRPr/>
            </a:lvl9pPr>
          </a:lstStyle>
          <a:p/>
        </p:txBody>
      </p:sp>
      <p:sp>
        <p:nvSpPr>
          <p:cNvPr id="71" name="Google Shape;71;p13"/>
          <p:cNvSpPr txBox="1"/>
          <p:nvPr>
            <p:ph idx="11" type="ftr"/>
          </p:nvPr>
        </p:nvSpPr>
        <p:spPr>
          <a:xfrm>
            <a:off x="630518" y="4962839"/>
            <a:ext cx="1934100" cy="82500"/>
          </a:xfrm>
          <a:prstGeom prst="rect">
            <a:avLst/>
          </a:prstGeom>
          <a:noFill/>
          <a:ln>
            <a:noFill/>
          </a:ln>
        </p:spPr>
        <p:txBody>
          <a:bodyPr anchorCtr="0" anchor="t" bIns="0" lIns="0" spcFirstLastPara="1" rIns="0" wrap="square" tIns="0">
            <a:spAutoFit/>
          </a:bodyPr>
          <a:lstStyle>
            <a:lvl1pPr lvl="0" rtl="0">
              <a:spcBef>
                <a:spcPts val="0"/>
              </a:spcBef>
              <a:spcAft>
                <a:spcPts val="0"/>
              </a:spcAft>
              <a:buSzPts val="1400"/>
              <a:buNone/>
              <a:defRPr b="0" i="0" sz="900">
                <a:solidFill>
                  <a:srgbClr val="231F20"/>
                </a:solidFill>
                <a:latin typeface="Trebuchet MS"/>
                <a:ea typeface="Trebuchet MS"/>
                <a:cs typeface="Trebuchet MS"/>
                <a:sym typeface="Trebuchet M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2" name="Google Shape;72;p13"/>
          <p:cNvSpPr txBox="1"/>
          <p:nvPr>
            <p:ph idx="10" type="dt"/>
          </p:nvPr>
        </p:nvSpPr>
        <p:spPr>
          <a:xfrm>
            <a:off x="457200" y="4783455"/>
            <a:ext cx="2103300" cy="2571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3"/>
          <p:cNvSpPr txBox="1"/>
          <p:nvPr>
            <p:ph idx="12" type="sldNum"/>
          </p:nvPr>
        </p:nvSpPr>
        <p:spPr>
          <a:xfrm>
            <a:off x="224118" y="4922159"/>
            <a:ext cx="372600" cy="231000"/>
          </a:xfrm>
          <a:prstGeom prst="rect">
            <a:avLst/>
          </a:prstGeom>
          <a:noFill/>
          <a:ln>
            <a:noFill/>
          </a:ln>
        </p:spPr>
        <p:txBody>
          <a:bodyPr anchorCtr="0" anchor="t" bIns="0" lIns="0" spcFirstLastPara="1" rIns="0" wrap="square" tIns="0">
            <a:spAutoFit/>
          </a:bodyPr>
          <a:lstStyle>
            <a:lvl1pPr indent="0" lvl="0" marL="38100" rtl="0">
              <a:lnSpc>
                <a:spcPct val="100000"/>
              </a:lnSpc>
              <a:spcBef>
                <a:spcPts val="0"/>
              </a:spcBef>
              <a:buNone/>
              <a:defRPr b="1" i="0" sz="1500">
                <a:solidFill>
                  <a:srgbClr val="231F20"/>
                </a:solidFill>
                <a:latin typeface="Calibri"/>
                <a:ea typeface="Calibri"/>
                <a:cs typeface="Calibri"/>
                <a:sym typeface="Calibri"/>
              </a:defRPr>
            </a:lvl1pPr>
            <a:lvl2pPr indent="0" lvl="1" marL="38100" rtl="0">
              <a:lnSpc>
                <a:spcPct val="100000"/>
              </a:lnSpc>
              <a:spcBef>
                <a:spcPts val="0"/>
              </a:spcBef>
              <a:buNone/>
              <a:defRPr b="1" i="0" sz="1500">
                <a:solidFill>
                  <a:srgbClr val="231F20"/>
                </a:solidFill>
                <a:latin typeface="Calibri"/>
                <a:ea typeface="Calibri"/>
                <a:cs typeface="Calibri"/>
                <a:sym typeface="Calibri"/>
              </a:defRPr>
            </a:lvl2pPr>
            <a:lvl3pPr indent="0" lvl="2" marL="38100" rtl="0">
              <a:lnSpc>
                <a:spcPct val="100000"/>
              </a:lnSpc>
              <a:spcBef>
                <a:spcPts val="0"/>
              </a:spcBef>
              <a:buNone/>
              <a:defRPr b="1" i="0" sz="1500">
                <a:solidFill>
                  <a:srgbClr val="231F20"/>
                </a:solidFill>
                <a:latin typeface="Calibri"/>
                <a:ea typeface="Calibri"/>
                <a:cs typeface="Calibri"/>
                <a:sym typeface="Calibri"/>
              </a:defRPr>
            </a:lvl3pPr>
            <a:lvl4pPr indent="0" lvl="3" marL="38100" rtl="0">
              <a:lnSpc>
                <a:spcPct val="100000"/>
              </a:lnSpc>
              <a:spcBef>
                <a:spcPts val="0"/>
              </a:spcBef>
              <a:buNone/>
              <a:defRPr b="1" i="0" sz="1500">
                <a:solidFill>
                  <a:srgbClr val="231F20"/>
                </a:solidFill>
                <a:latin typeface="Calibri"/>
                <a:ea typeface="Calibri"/>
                <a:cs typeface="Calibri"/>
                <a:sym typeface="Calibri"/>
              </a:defRPr>
            </a:lvl4pPr>
            <a:lvl5pPr indent="0" lvl="4" marL="38100" rtl="0">
              <a:lnSpc>
                <a:spcPct val="100000"/>
              </a:lnSpc>
              <a:spcBef>
                <a:spcPts val="0"/>
              </a:spcBef>
              <a:buNone/>
              <a:defRPr b="1" i="0" sz="1500">
                <a:solidFill>
                  <a:srgbClr val="231F20"/>
                </a:solidFill>
                <a:latin typeface="Calibri"/>
                <a:ea typeface="Calibri"/>
                <a:cs typeface="Calibri"/>
                <a:sym typeface="Calibri"/>
              </a:defRPr>
            </a:lvl5pPr>
            <a:lvl6pPr indent="0" lvl="5" marL="38100" rtl="0">
              <a:lnSpc>
                <a:spcPct val="100000"/>
              </a:lnSpc>
              <a:spcBef>
                <a:spcPts val="0"/>
              </a:spcBef>
              <a:buNone/>
              <a:defRPr b="1" i="0" sz="1500">
                <a:solidFill>
                  <a:srgbClr val="231F20"/>
                </a:solidFill>
                <a:latin typeface="Calibri"/>
                <a:ea typeface="Calibri"/>
                <a:cs typeface="Calibri"/>
                <a:sym typeface="Calibri"/>
              </a:defRPr>
            </a:lvl6pPr>
            <a:lvl7pPr indent="0" lvl="6" marL="38100" rtl="0">
              <a:lnSpc>
                <a:spcPct val="100000"/>
              </a:lnSpc>
              <a:spcBef>
                <a:spcPts val="0"/>
              </a:spcBef>
              <a:buNone/>
              <a:defRPr b="1" i="0" sz="1500">
                <a:solidFill>
                  <a:srgbClr val="231F20"/>
                </a:solidFill>
                <a:latin typeface="Calibri"/>
                <a:ea typeface="Calibri"/>
                <a:cs typeface="Calibri"/>
                <a:sym typeface="Calibri"/>
              </a:defRPr>
            </a:lvl7pPr>
            <a:lvl8pPr indent="0" lvl="7" marL="38100" rtl="0">
              <a:lnSpc>
                <a:spcPct val="100000"/>
              </a:lnSpc>
              <a:spcBef>
                <a:spcPts val="0"/>
              </a:spcBef>
              <a:buNone/>
              <a:defRPr b="1" i="0" sz="1500">
                <a:solidFill>
                  <a:srgbClr val="231F20"/>
                </a:solidFill>
                <a:latin typeface="Calibri"/>
                <a:ea typeface="Calibri"/>
                <a:cs typeface="Calibri"/>
                <a:sym typeface="Calibri"/>
              </a:defRPr>
            </a:lvl8pPr>
            <a:lvl9pPr indent="0" lvl="8" marL="38100" rtl="0">
              <a:lnSpc>
                <a:spcPct val="100000"/>
              </a:lnSpc>
              <a:spcBef>
                <a:spcPts val="0"/>
              </a:spcBef>
              <a:buNone/>
              <a:defRPr b="1" i="0" sz="1500">
                <a:solidFill>
                  <a:srgbClr val="231F20"/>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
              <a:t>‹#›</a:t>
            </a:fld>
            <a:endParaRPr b="0" sz="1000">
              <a:solidFill>
                <a:schemeClr val="dk2"/>
              </a:solidFill>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74" name="Shape 74"/>
        <p:cNvGrpSpPr/>
        <p:nvPr/>
      </p:nvGrpSpPr>
      <p:grpSpPr>
        <a:xfrm>
          <a:off x="0" y="0"/>
          <a:ext cx="0" cy="0"/>
          <a:chOff x="0" y="0"/>
          <a:chExt cx="0" cy="0"/>
        </a:xfrm>
      </p:grpSpPr>
      <p:sp>
        <p:nvSpPr>
          <p:cNvPr id="75" name="Google Shape;75;p14"/>
          <p:cNvSpPr txBox="1"/>
          <p:nvPr>
            <p:ph idx="11" type="ftr"/>
          </p:nvPr>
        </p:nvSpPr>
        <p:spPr>
          <a:xfrm>
            <a:off x="630518" y="4962839"/>
            <a:ext cx="1934100" cy="82500"/>
          </a:xfrm>
          <a:prstGeom prst="rect">
            <a:avLst/>
          </a:prstGeom>
          <a:noFill/>
          <a:ln>
            <a:noFill/>
          </a:ln>
        </p:spPr>
        <p:txBody>
          <a:bodyPr anchorCtr="0" anchor="t" bIns="0" lIns="0" spcFirstLastPara="1" rIns="0" wrap="square" tIns="0">
            <a:spAutoFit/>
          </a:bodyPr>
          <a:lstStyle>
            <a:lvl1pPr lvl="0" rtl="0">
              <a:spcBef>
                <a:spcPts val="0"/>
              </a:spcBef>
              <a:spcAft>
                <a:spcPts val="0"/>
              </a:spcAft>
              <a:buSzPts val="1400"/>
              <a:buNone/>
              <a:defRPr b="0" i="0" sz="900">
                <a:solidFill>
                  <a:srgbClr val="231F20"/>
                </a:solidFill>
                <a:latin typeface="Trebuchet MS"/>
                <a:ea typeface="Trebuchet MS"/>
                <a:cs typeface="Trebuchet MS"/>
                <a:sym typeface="Trebuchet M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6" name="Google Shape;76;p14"/>
          <p:cNvSpPr txBox="1"/>
          <p:nvPr>
            <p:ph idx="10" type="dt"/>
          </p:nvPr>
        </p:nvSpPr>
        <p:spPr>
          <a:xfrm>
            <a:off x="457200" y="4783455"/>
            <a:ext cx="2103300" cy="2571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7" name="Google Shape;77;p14"/>
          <p:cNvSpPr txBox="1"/>
          <p:nvPr>
            <p:ph idx="12" type="sldNum"/>
          </p:nvPr>
        </p:nvSpPr>
        <p:spPr>
          <a:xfrm>
            <a:off x="224118" y="4922159"/>
            <a:ext cx="372600" cy="231000"/>
          </a:xfrm>
          <a:prstGeom prst="rect">
            <a:avLst/>
          </a:prstGeom>
          <a:noFill/>
          <a:ln>
            <a:noFill/>
          </a:ln>
        </p:spPr>
        <p:txBody>
          <a:bodyPr anchorCtr="0" anchor="t" bIns="0" lIns="0" spcFirstLastPara="1" rIns="0" wrap="square" tIns="0">
            <a:spAutoFit/>
          </a:bodyPr>
          <a:lstStyle>
            <a:lvl1pPr indent="0" lvl="0" marL="38100" rtl="0">
              <a:lnSpc>
                <a:spcPct val="100000"/>
              </a:lnSpc>
              <a:spcBef>
                <a:spcPts val="0"/>
              </a:spcBef>
              <a:buNone/>
              <a:defRPr b="1" i="0" sz="1500">
                <a:solidFill>
                  <a:srgbClr val="231F20"/>
                </a:solidFill>
                <a:latin typeface="Calibri"/>
                <a:ea typeface="Calibri"/>
                <a:cs typeface="Calibri"/>
                <a:sym typeface="Calibri"/>
              </a:defRPr>
            </a:lvl1pPr>
            <a:lvl2pPr indent="0" lvl="1" marL="38100" rtl="0">
              <a:lnSpc>
                <a:spcPct val="100000"/>
              </a:lnSpc>
              <a:spcBef>
                <a:spcPts val="0"/>
              </a:spcBef>
              <a:buNone/>
              <a:defRPr b="1" i="0" sz="1500">
                <a:solidFill>
                  <a:srgbClr val="231F20"/>
                </a:solidFill>
                <a:latin typeface="Calibri"/>
                <a:ea typeface="Calibri"/>
                <a:cs typeface="Calibri"/>
                <a:sym typeface="Calibri"/>
              </a:defRPr>
            </a:lvl2pPr>
            <a:lvl3pPr indent="0" lvl="2" marL="38100" rtl="0">
              <a:lnSpc>
                <a:spcPct val="100000"/>
              </a:lnSpc>
              <a:spcBef>
                <a:spcPts val="0"/>
              </a:spcBef>
              <a:buNone/>
              <a:defRPr b="1" i="0" sz="1500">
                <a:solidFill>
                  <a:srgbClr val="231F20"/>
                </a:solidFill>
                <a:latin typeface="Calibri"/>
                <a:ea typeface="Calibri"/>
                <a:cs typeface="Calibri"/>
                <a:sym typeface="Calibri"/>
              </a:defRPr>
            </a:lvl3pPr>
            <a:lvl4pPr indent="0" lvl="3" marL="38100" rtl="0">
              <a:lnSpc>
                <a:spcPct val="100000"/>
              </a:lnSpc>
              <a:spcBef>
                <a:spcPts val="0"/>
              </a:spcBef>
              <a:buNone/>
              <a:defRPr b="1" i="0" sz="1500">
                <a:solidFill>
                  <a:srgbClr val="231F20"/>
                </a:solidFill>
                <a:latin typeface="Calibri"/>
                <a:ea typeface="Calibri"/>
                <a:cs typeface="Calibri"/>
                <a:sym typeface="Calibri"/>
              </a:defRPr>
            </a:lvl4pPr>
            <a:lvl5pPr indent="0" lvl="4" marL="38100" rtl="0">
              <a:lnSpc>
                <a:spcPct val="100000"/>
              </a:lnSpc>
              <a:spcBef>
                <a:spcPts val="0"/>
              </a:spcBef>
              <a:buNone/>
              <a:defRPr b="1" i="0" sz="1500">
                <a:solidFill>
                  <a:srgbClr val="231F20"/>
                </a:solidFill>
                <a:latin typeface="Calibri"/>
                <a:ea typeface="Calibri"/>
                <a:cs typeface="Calibri"/>
                <a:sym typeface="Calibri"/>
              </a:defRPr>
            </a:lvl5pPr>
            <a:lvl6pPr indent="0" lvl="5" marL="38100" rtl="0">
              <a:lnSpc>
                <a:spcPct val="100000"/>
              </a:lnSpc>
              <a:spcBef>
                <a:spcPts val="0"/>
              </a:spcBef>
              <a:buNone/>
              <a:defRPr b="1" i="0" sz="1500">
                <a:solidFill>
                  <a:srgbClr val="231F20"/>
                </a:solidFill>
                <a:latin typeface="Calibri"/>
                <a:ea typeface="Calibri"/>
                <a:cs typeface="Calibri"/>
                <a:sym typeface="Calibri"/>
              </a:defRPr>
            </a:lvl6pPr>
            <a:lvl7pPr indent="0" lvl="6" marL="38100" rtl="0">
              <a:lnSpc>
                <a:spcPct val="100000"/>
              </a:lnSpc>
              <a:spcBef>
                <a:spcPts val="0"/>
              </a:spcBef>
              <a:buNone/>
              <a:defRPr b="1" i="0" sz="1500">
                <a:solidFill>
                  <a:srgbClr val="231F20"/>
                </a:solidFill>
                <a:latin typeface="Calibri"/>
                <a:ea typeface="Calibri"/>
                <a:cs typeface="Calibri"/>
                <a:sym typeface="Calibri"/>
              </a:defRPr>
            </a:lvl7pPr>
            <a:lvl8pPr indent="0" lvl="7" marL="38100" rtl="0">
              <a:lnSpc>
                <a:spcPct val="100000"/>
              </a:lnSpc>
              <a:spcBef>
                <a:spcPts val="0"/>
              </a:spcBef>
              <a:buNone/>
              <a:defRPr b="1" i="0" sz="1500">
                <a:solidFill>
                  <a:srgbClr val="231F20"/>
                </a:solidFill>
                <a:latin typeface="Calibri"/>
                <a:ea typeface="Calibri"/>
                <a:cs typeface="Calibri"/>
                <a:sym typeface="Calibri"/>
              </a:defRPr>
            </a:lvl8pPr>
            <a:lvl9pPr indent="0" lvl="8" marL="38100" rtl="0">
              <a:lnSpc>
                <a:spcPct val="100000"/>
              </a:lnSpc>
              <a:spcBef>
                <a:spcPts val="0"/>
              </a:spcBef>
              <a:buNone/>
              <a:defRPr b="1" i="0" sz="1500">
                <a:solidFill>
                  <a:srgbClr val="231F20"/>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
              <a:t>‹#›</a:t>
            </a:fld>
            <a:endParaRPr b="0" sz="1000">
              <a:solidFill>
                <a:schemeClr val="dk2"/>
              </a:solidFill>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0" Type="http://schemas.openxmlformats.org/officeDocument/2006/relationships/slide" Target="/ppt/slides/slide26.xml"/><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4.xml"/><Relationship Id="rId9" Type="http://schemas.openxmlformats.org/officeDocument/2006/relationships/slide" Target="/ppt/slides/slide25.xml"/><Relationship Id="rId5" Type="http://schemas.openxmlformats.org/officeDocument/2006/relationships/slide" Target="/ppt/slides/slide6.xml"/><Relationship Id="rId6" Type="http://schemas.openxmlformats.org/officeDocument/2006/relationships/slide" Target="/ppt/slides/slide7.xml"/><Relationship Id="rId7" Type="http://schemas.openxmlformats.org/officeDocument/2006/relationships/slide" Target="/ppt/slides/slide18.xml"/><Relationship Id="rId8" Type="http://schemas.openxmlformats.org/officeDocument/2006/relationships/slide" Target="/ppt/slides/slide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docs.google.com/spreadsheets/d/1iGlsB16ozPbOHlYz1lwc87Y9g158pxgvj_GzSOxiuuU/edit?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arduino.cc/en/software" TargetMode="External"/><Relationship Id="rId4" Type="http://schemas.openxmlformats.org/officeDocument/2006/relationships/hyperlink" Target="https://github.com/Atlas-Scientific/Ezo_I2c_lib/blob/master/Examples/IOT_kits/hydroponics_kit/hydroponics_kit.ino"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jp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4.jpg"/><Relationship Id="rId5"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arduinolibraries.info/libraries/thing-speak" TargetMode="External"/><Relationship Id="rId4" Type="http://schemas.openxmlformats.org/officeDocument/2006/relationships/image" Target="../media/image21.jpg"/><Relationship Id="rId5" Type="http://schemas.openxmlformats.org/officeDocument/2006/relationships/hyperlink" Target="https://github.com/Atlas-Scientific/Ezo_I2c_lib" TargetMode="External"/><Relationship Id="rId6" Type="http://schemas.openxmlformats.org/officeDocument/2006/relationships/image" Target="../media/image1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5.jpg"/><Relationship Id="rId4" Type="http://schemas.openxmlformats.org/officeDocument/2006/relationships/image" Target="../media/image13.png"/><Relationship Id="rId5"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jpg"/><Relationship Id="rId4"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ccrane.com/content/manuals/CC-Vector-Quick-Start-Setup-Guide-V4-2020-Rev5A.pd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hamiltoncompany.com/process-analytics/ph-and-orp-knowledge/ph-and-orp-sensor-cleaning#:~:text=pH%20fouling%20in%20basic%20processes,the%20pH%20sensitive%20membrane%20glas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8.jpg"/></Relationships>
</file>

<file path=ppt/slides/_rels/slide21.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29.png"/><Relationship Id="rId13" Type="http://schemas.openxmlformats.org/officeDocument/2006/relationships/image" Target="../media/image23.png"/><Relationship Id="rId12" Type="http://schemas.openxmlformats.org/officeDocument/2006/relationships/image" Target="../media/image27.png"/><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35.png"/><Relationship Id="rId9" Type="http://schemas.openxmlformats.org/officeDocument/2006/relationships/image" Target="../media/image38.png"/><Relationship Id="rId15" Type="http://schemas.openxmlformats.org/officeDocument/2006/relationships/image" Target="../media/image36.png"/><Relationship Id="rId14" Type="http://schemas.openxmlformats.org/officeDocument/2006/relationships/image" Target="../media/image33.png"/><Relationship Id="rId5" Type="http://schemas.openxmlformats.org/officeDocument/2006/relationships/image" Target="../media/image24.png"/><Relationship Id="rId6" Type="http://schemas.openxmlformats.org/officeDocument/2006/relationships/image" Target="../media/image22.png"/><Relationship Id="rId7" Type="http://schemas.openxmlformats.org/officeDocument/2006/relationships/image" Target="../media/image26.png"/><Relationship Id="rId8"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42.png"/><Relationship Id="rId4" Type="http://schemas.openxmlformats.org/officeDocument/2006/relationships/image" Target="../media/image30.png"/><Relationship Id="rId5" Type="http://schemas.openxmlformats.org/officeDocument/2006/relationships/image" Target="../media/image41.png"/><Relationship Id="rId6" Type="http://schemas.openxmlformats.org/officeDocument/2006/relationships/image" Target="../media/image31.png"/><Relationship Id="rId7"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3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thingspeak.com/channels/2152141" TargetMode="Externa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type="ctrTitle"/>
          </p:nvPr>
        </p:nvSpPr>
        <p:spPr>
          <a:xfrm>
            <a:off x="2371725" y="630225"/>
            <a:ext cx="6331500" cy="1542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Lake Kilroy Water Quality Manual</a:t>
            </a:r>
            <a:endParaRPr/>
          </a:p>
        </p:txBody>
      </p:sp>
      <p:sp>
        <p:nvSpPr>
          <p:cNvPr id="83" name="Google Shape;83;p15"/>
          <p:cNvSpPr txBox="1"/>
          <p:nvPr>
            <p:ph idx="1" type="subTitle"/>
          </p:nvPr>
        </p:nvSpPr>
        <p:spPr>
          <a:xfrm>
            <a:off x="2390267" y="3238450"/>
            <a:ext cx="6331500" cy="1241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Vir Patel 2024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Table of Contents </a:t>
            </a:r>
            <a:endParaRPr/>
          </a:p>
        </p:txBody>
      </p:sp>
      <p:sp>
        <p:nvSpPr>
          <p:cNvPr id="89" name="Google Shape;89;p16"/>
          <p:cNvSpPr txBox="1"/>
          <p:nvPr>
            <p:ph idx="1" type="body"/>
          </p:nvPr>
        </p:nvSpPr>
        <p:spPr>
          <a:xfrm>
            <a:off x="314596" y="1298600"/>
            <a:ext cx="8407200" cy="3002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u="sng">
                <a:solidFill>
                  <a:schemeClr val="hlink"/>
                </a:solidFill>
                <a:hlinkClick action="ppaction://hlinksldjump" r:id="rId3"/>
              </a:rPr>
              <a:t>Project Overview </a:t>
            </a:r>
            <a:endParaRPr/>
          </a:p>
          <a:p>
            <a:pPr indent="-342900" lvl="0" marL="457200" rtl="0" algn="l">
              <a:spcBef>
                <a:spcPts val="0"/>
              </a:spcBef>
              <a:spcAft>
                <a:spcPts val="0"/>
              </a:spcAft>
              <a:buSzPts val="1800"/>
              <a:buAutoNum type="arabicPeriod"/>
            </a:pPr>
            <a:r>
              <a:rPr lang="en" u="sng">
                <a:solidFill>
                  <a:schemeClr val="hlink"/>
                </a:solidFill>
                <a:hlinkClick action="ppaction://hlinksldjump" r:id="rId4"/>
              </a:rPr>
              <a:t>Parts Used </a:t>
            </a:r>
            <a:endParaRPr/>
          </a:p>
          <a:p>
            <a:pPr indent="-342900" lvl="0" marL="457200" rtl="0" algn="l">
              <a:spcBef>
                <a:spcPts val="0"/>
              </a:spcBef>
              <a:spcAft>
                <a:spcPts val="0"/>
              </a:spcAft>
              <a:buSzPts val="1800"/>
              <a:buAutoNum type="arabicPeriod"/>
            </a:pPr>
            <a:r>
              <a:rPr lang="en" u="sng">
                <a:solidFill>
                  <a:schemeClr val="hlink"/>
                </a:solidFill>
                <a:hlinkClick action="ppaction://hlinksldjump" r:id="rId5"/>
              </a:rPr>
              <a:t>Assembly </a:t>
            </a:r>
            <a:endParaRPr/>
          </a:p>
          <a:p>
            <a:pPr indent="-342900" lvl="0" marL="457200" rtl="0" algn="l">
              <a:spcBef>
                <a:spcPts val="0"/>
              </a:spcBef>
              <a:spcAft>
                <a:spcPts val="0"/>
              </a:spcAft>
              <a:buSzPts val="1800"/>
              <a:buAutoNum type="arabicPeriod"/>
            </a:pPr>
            <a:r>
              <a:rPr lang="en" u="sng">
                <a:solidFill>
                  <a:schemeClr val="hlink"/>
                </a:solidFill>
                <a:hlinkClick action="ppaction://hlinksldjump" r:id="rId6"/>
              </a:rPr>
              <a:t>Data Collection </a:t>
            </a:r>
            <a:endParaRPr/>
          </a:p>
          <a:p>
            <a:pPr indent="-342900" lvl="0" marL="457200" rtl="0" algn="l">
              <a:spcBef>
                <a:spcPts val="0"/>
              </a:spcBef>
              <a:spcAft>
                <a:spcPts val="0"/>
              </a:spcAft>
              <a:buSzPts val="1800"/>
              <a:buAutoNum type="arabicPeriod"/>
            </a:pPr>
            <a:r>
              <a:rPr lang="en" u="sng">
                <a:solidFill>
                  <a:schemeClr val="hlink"/>
                </a:solidFill>
                <a:hlinkClick action="ppaction://hlinksldjump" r:id="rId7"/>
              </a:rPr>
              <a:t>Placement in Water </a:t>
            </a:r>
            <a:endParaRPr/>
          </a:p>
          <a:p>
            <a:pPr indent="-342900" lvl="0" marL="457200" rtl="0" algn="l">
              <a:spcBef>
                <a:spcPts val="0"/>
              </a:spcBef>
              <a:spcAft>
                <a:spcPts val="0"/>
              </a:spcAft>
              <a:buSzPts val="1800"/>
              <a:buAutoNum type="arabicPeriod"/>
            </a:pPr>
            <a:r>
              <a:rPr lang="en" u="sng">
                <a:solidFill>
                  <a:schemeClr val="hlink"/>
                </a:solidFill>
                <a:hlinkClick action="ppaction://hlinksldjump" r:id="rId8"/>
              </a:rPr>
              <a:t>Maintenance </a:t>
            </a:r>
            <a:endParaRPr/>
          </a:p>
          <a:p>
            <a:pPr indent="-342900" lvl="0" marL="457200" rtl="0" algn="l">
              <a:spcBef>
                <a:spcPts val="0"/>
              </a:spcBef>
              <a:spcAft>
                <a:spcPts val="0"/>
              </a:spcAft>
              <a:buSzPts val="1800"/>
              <a:buAutoNum type="arabicPeriod"/>
            </a:pPr>
            <a:r>
              <a:rPr lang="en" u="sng">
                <a:solidFill>
                  <a:schemeClr val="hlink"/>
                </a:solidFill>
                <a:hlinkClick action="ppaction://hlinksldjump" r:id="rId9"/>
              </a:rPr>
              <a:t>FAQS</a:t>
            </a:r>
            <a:endParaRPr/>
          </a:p>
          <a:p>
            <a:pPr indent="-342900" lvl="0" marL="457200" rtl="0" algn="l">
              <a:spcBef>
                <a:spcPts val="0"/>
              </a:spcBef>
              <a:spcAft>
                <a:spcPts val="0"/>
              </a:spcAft>
              <a:buSzPts val="1800"/>
              <a:buAutoNum type="arabicPeriod"/>
            </a:pPr>
            <a:r>
              <a:rPr lang="en" u="sng">
                <a:solidFill>
                  <a:schemeClr val="hlink"/>
                </a:solidFill>
                <a:hlinkClick action="ppaction://hlinksldjump" r:id="rId10"/>
              </a:rPr>
              <a:t>Teachers Guide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Overview </a:t>
            </a:r>
            <a:endParaRPr/>
          </a:p>
        </p:txBody>
      </p:sp>
      <p:sp>
        <p:nvSpPr>
          <p:cNvPr id="95" name="Google Shape;95;p17"/>
          <p:cNvSpPr txBox="1"/>
          <p:nvPr>
            <p:ph idx="1" type="body"/>
          </p:nvPr>
        </p:nvSpPr>
        <p:spPr>
          <a:xfrm>
            <a:off x="444146" y="1211350"/>
            <a:ext cx="8311200" cy="3436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A buoy in Lake Kilroy and two stationary water quality detection devices in the inlet and outlet that measure </a:t>
            </a:r>
            <a:endParaRPr/>
          </a:p>
          <a:p>
            <a:pPr indent="-342900" lvl="0" marL="457200" rtl="0" algn="l">
              <a:spcBef>
                <a:spcPts val="0"/>
              </a:spcBef>
              <a:spcAft>
                <a:spcPts val="0"/>
              </a:spcAft>
              <a:buSzPts val="1800"/>
              <a:buChar char="-"/>
            </a:pPr>
            <a:r>
              <a:rPr lang="en"/>
              <a:t>Temperature</a:t>
            </a:r>
            <a:endParaRPr/>
          </a:p>
          <a:p>
            <a:pPr indent="-342900" lvl="0" marL="457200" rtl="0" algn="l">
              <a:spcBef>
                <a:spcPts val="0"/>
              </a:spcBef>
              <a:spcAft>
                <a:spcPts val="0"/>
              </a:spcAft>
              <a:buSzPts val="1800"/>
              <a:buChar char="-"/>
            </a:pPr>
            <a:r>
              <a:rPr lang="en"/>
              <a:t>Conductivity </a:t>
            </a:r>
            <a:endParaRPr/>
          </a:p>
          <a:p>
            <a:pPr indent="-342900" lvl="0" marL="457200" rtl="0" algn="l">
              <a:spcBef>
                <a:spcPts val="0"/>
              </a:spcBef>
              <a:spcAft>
                <a:spcPts val="0"/>
              </a:spcAft>
              <a:buSzPts val="1800"/>
              <a:buChar char="-"/>
            </a:pPr>
            <a:r>
              <a:rPr lang="en"/>
              <a:t>pH</a:t>
            </a:r>
            <a:endParaRPr/>
          </a:p>
          <a:p>
            <a:pPr indent="-342900" lvl="0" marL="457200" rtl="0" algn="l">
              <a:spcBef>
                <a:spcPts val="0"/>
              </a:spcBef>
              <a:spcAft>
                <a:spcPts val="0"/>
              </a:spcAft>
              <a:buSzPts val="1800"/>
              <a:buChar char="-"/>
            </a:pPr>
            <a:r>
              <a:rPr lang="en"/>
              <a:t>Dissolved oxygen</a:t>
            </a:r>
            <a:endParaRPr/>
          </a:p>
          <a:p>
            <a:pPr indent="-342900" lvl="0" marL="457200" rtl="0" algn="l">
              <a:spcBef>
                <a:spcPts val="0"/>
              </a:spcBef>
              <a:spcAft>
                <a:spcPts val="0"/>
              </a:spcAft>
              <a:buSzPts val="1800"/>
              <a:buAutoNum type="arabicPeriod"/>
            </a:pPr>
            <a:r>
              <a:rPr lang="en"/>
              <a:t>Sends data to a cloud based server (Thingspeak).   Publicly accessible - anyone will be able to see the data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Parts Used (Hardware)</a:t>
            </a:r>
            <a:endParaRPr/>
          </a:p>
        </p:txBody>
      </p:sp>
      <p:sp>
        <p:nvSpPr>
          <p:cNvPr id="101" name="Google Shape;101;p18"/>
          <p:cNvSpPr txBox="1"/>
          <p:nvPr>
            <p:ph idx="1" type="body"/>
          </p:nvPr>
        </p:nvSpPr>
        <p:spPr>
          <a:xfrm>
            <a:off x="406046" y="1298600"/>
            <a:ext cx="8448300" cy="300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Important- </a:t>
            </a:r>
            <a:endParaRPr/>
          </a:p>
          <a:p>
            <a:pPr indent="-342900" lvl="0" marL="457200" rtl="0" algn="l">
              <a:spcBef>
                <a:spcPts val="1200"/>
              </a:spcBef>
              <a:spcAft>
                <a:spcPts val="0"/>
              </a:spcAft>
              <a:buSzPts val="1800"/>
              <a:buAutoNum type="arabicPeriod"/>
            </a:pPr>
            <a:r>
              <a:rPr lang="en"/>
              <a:t>Atlas Scientific Hydroponics Kit (Kit onboard each system that measures the quality) </a:t>
            </a:r>
            <a:endParaRPr/>
          </a:p>
          <a:p>
            <a:pPr indent="-342900" lvl="0" marL="457200" rtl="0" algn="l">
              <a:spcBef>
                <a:spcPts val="0"/>
              </a:spcBef>
              <a:spcAft>
                <a:spcPts val="0"/>
              </a:spcAft>
              <a:buSzPts val="1800"/>
              <a:buAutoNum type="arabicPeriod"/>
            </a:pPr>
            <a:r>
              <a:rPr lang="en"/>
              <a:t>Rest of Parts </a:t>
            </a:r>
            <a:endParaRPr/>
          </a:p>
          <a:p>
            <a:pPr indent="-342900" lvl="0" marL="457200" rtl="0" algn="l">
              <a:spcBef>
                <a:spcPts val="0"/>
              </a:spcBef>
              <a:spcAft>
                <a:spcPts val="0"/>
              </a:spcAft>
              <a:buSzPts val="1800"/>
              <a:buChar char="-"/>
            </a:pPr>
            <a:r>
              <a:rPr lang="en" u="sng">
                <a:solidFill>
                  <a:schemeClr val="hlink"/>
                </a:solidFill>
                <a:hlinkClick r:id="rId3"/>
              </a:rPr>
              <a:t>https://docs.google.com/spreadsheets/d/1iGlsB16ozPbOHlYz1lwc87Y9g158pxgvj_GzSOxiuuU/edit?usp=sharing</a:t>
            </a:r>
            <a:r>
              <a:rPr lang="en"/>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Parts Used (Software) </a:t>
            </a:r>
            <a:endParaRPr/>
          </a:p>
        </p:txBody>
      </p:sp>
      <p:sp>
        <p:nvSpPr>
          <p:cNvPr id="107" name="Google Shape;107;p19"/>
          <p:cNvSpPr txBox="1"/>
          <p:nvPr>
            <p:ph idx="1" type="body"/>
          </p:nvPr>
        </p:nvSpPr>
        <p:spPr>
          <a:xfrm>
            <a:off x="306975" y="1169050"/>
            <a:ext cx="8509500" cy="334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Arduino IDE (Used version 2.3.2) </a:t>
            </a:r>
            <a:endParaRPr/>
          </a:p>
          <a:p>
            <a:pPr indent="-342900" lvl="0" marL="457200" rtl="0" algn="l">
              <a:spcBef>
                <a:spcPts val="1200"/>
              </a:spcBef>
              <a:spcAft>
                <a:spcPts val="0"/>
              </a:spcAft>
              <a:buSzPts val="1800"/>
              <a:buChar char="-"/>
            </a:pPr>
            <a:r>
              <a:rPr lang="en" u="sng">
                <a:solidFill>
                  <a:schemeClr val="hlink"/>
                </a:solidFill>
                <a:hlinkClick r:id="rId3"/>
              </a:rPr>
              <a:t>https://www.arduino.cc/en/software</a:t>
            </a:r>
            <a:r>
              <a:rPr lang="en"/>
              <a:t> </a:t>
            </a:r>
            <a:endParaRPr/>
          </a:p>
          <a:p>
            <a:pPr indent="0" lvl="0" marL="0" rtl="0" algn="l">
              <a:spcBef>
                <a:spcPts val="1200"/>
              </a:spcBef>
              <a:spcAft>
                <a:spcPts val="0"/>
              </a:spcAft>
              <a:buNone/>
            </a:pPr>
            <a:r>
              <a:rPr lang="en"/>
              <a:t>Code Used</a:t>
            </a:r>
            <a:endParaRPr/>
          </a:p>
          <a:p>
            <a:pPr indent="-342900" lvl="0" marL="457200" rtl="0" algn="l">
              <a:spcBef>
                <a:spcPts val="1200"/>
              </a:spcBef>
              <a:spcAft>
                <a:spcPts val="0"/>
              </a:spcAft>
              <a:buSzPts val="1800"/>
              <a:buChar char="-"/>
            </a:pPr>
            <a:r>
              <a:rPr lang="en" u="sng">
                <a:solidFill>
                  <a:schemeClr val="hlink"/>
                </a:solidFill>
                <a:hlinkClick r:id="rId4"/>
              </a:rPr>
              <a:t>https://github.com/Atlas-Scientific/Ezo_I2c_lib/blob/master/Examples/IOT_kits/hydroponics_kit/hydroponics_kit.ino</a:t>
            </a:r>
            <a:r>
              <a:rPr lang="en"/>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Assembly (Buoy) </a:t>
            </a:r>
            <a:endParaRPr/>
          </a:p>
        </p:txBody>
      </p:sp>
      <p:sp>
        <p:nvSpPr>
          <p:cNvPr id="113" name="Google Shape;113;p20"/>
          <p:cNvSpPr txBox="1"/>
          <p:nvPr>
            <p:ph idx="1" type="body"/>
          </p:nvPr>
        </p:nvSpPr>
        <p:spPr>
          <a:xfrm>
            <a:off x="510546" y="1321450"/>
            <a:ext cx="8211300" cy="300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Buoy is assembled with High Grade Marine PVC pipe</a:t>
            </a:r>
            <a:endParaRPr/>
          </a:p>
          <a:p>
            <a:pPr indent="0" lvl="0" marL="0" rtl="0" algn="l">
              <a:spcBef>
                <a:spcPts val="1200"/>
              </a:spcBef>
              <a:spcAft>
                <a:spcPts val="0"/>
              </a:spcAft>
              <a:buNone/>
            </a:pPr>
            <a:r>
              <a:rPr lang="en"/>
              <a:t>The joints are glued together with PVC two part glue, </a:t>
            </a:r>
            <a:r>
              <a:rPr lang="en"/>
              <a:t>marine</a:t>
            </a:r>
            <a:r>
              <a:rPr lang="en"/>
              <a:t> caulk, and flex seal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14" name="Google Shape;114;p20"/>
          <p:cNvPicPr preferRelativeResize="0"/>
          <p:nvPr/>
        </p:nvPicPr>
        <p:blipFill rotWithShape="1">
          <a:blip r:embed="rId3">
            <a:alphaModFix/>
          </a:blip>
          <a:srcRect b="0" l="0" r="0" t="0"/>
          <a:stretch/>
        </p:blipFill>
        <p:spPr>
          <a:xfrm>
            <a:off x="1269874" y="2479975"/>
            <a:ext cx="2620900" cy="2102724"/>
          </a:xfrm>
          <a:prstGeom prst="rect">
            <a:avLst/>
          </a:prstGeom>
          <a:noFill/>
          <a:ln>
            <a:noFill/>
          </a:ln>
        </p:spPr>
      </p:pic>
      <p:pic>
        <p:nvPicPr>
          <p:cNvPr descr="A boat on the water&#10;&#10;Description automatically generated with low confidence" id="115" name="Google Shape;115;p20"/>
          <p:cNvPicPr preferRelativeResize="0"/>
          <p:nvPr/>
        </p:nvPicPr>
        <p:blipFill rotWithShape="1">
          <a:blip r:embed="rId4">
            <a:alphaModFix/>
          </a:blip>
          <a:srcRect b="0" l="0" r="5033" t="0"/>
          <a:stretch/>
        </p:blipFill>
        <p:spPr>
          <a:xfrm>
            <a:off x="4703859" y="2296158"/>
            <a:ext cx="3860044" cy="228654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Collection Setup </a:t>
            </a:r>
            <a:endParaRPr/>
          </a:p>
        </p:txBody>
      </p:sp>
      <p:sp>
        <p:nvSpPr>
          <p:cNvPr id="121" name="Google Shape;121;p21"/>
          <p:cNvSpPr txBox="1"/>
          <p:nvPr>
            <p:ph idx="1" type="body"/>
          </p:nvPr>
        </p:nvSpPr>
        <p:spPr>
          <a:xfrm>
            <a:off x="434346" y="1329075"/>
            <a:ext cx="8320200" cy="300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Atlas Scientific Kit connects to the internet and sends it to thingspeak by finding its channel id and api key. </a:t>
            </a:r>
            <a:endParaRPr/>
          </a:p>
          <a:p>
            <a:pPr indent="0" lvl="0" marL="0" rtl="0" algn="l">
              <a:spcBef>
                <a:spcPts val="1200"/>
              </a:spcBef>
              <a:spcAft>
                <a:spcPts val="0"/>
              </a:spcAft>
              <a:buNone/>
            </a:pPr>
            <a:r>
              <a:rPr lang="en"/>
              <a:t>The Buoy will only upload if connected to a stable wifi connection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22" name="Google Shape;122;p21"/>
          <p:cNvPicPr preferRelativeResize="0"/>
          <p:nvPr/>
        </p:nvPicPr>
        <p:blipFill>
          <a:blip r:embed="rId3">
            <a:alphaModFix/>
          </a:blip>
          <a:stretch>
            <a:fillRect/>
          </a:stretch>
        </p:blipFill>
        <p:spPr>
          <a:xfrm>
            <a:off x="977788" y="2507775"/>
            <a:ext cx="7233325" cy="2113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grpSp>
        <p:nvGrpSpPr>
          <p:cNvPr id="127" name="Google Shape;127;p22"/>
          <p:cNvGrpSpPr/>
          <p:nvPr/>
        </p:nvGrpSpPr>
        <p:grpSpPr>
          <a:xfrm>
            <a:off x="4114785" y="3207889"/>
            <a:ext cx="4961169" cy="1805581"/>
            <a:chOff x="228600" y="3602147"/>
            <a:chExt cx="7315201" cy="2515087"/>
          </a:xfrm>
        </p:grpSpPr>
        <p:pic>
          <p:nvPicPr>
            <p:cNvPr id="128" name="Google Shape;128;p22"/>
            <p:cNvPicPr preferRelativeResize="0"/>
            <p:nvPr/>
          </p:nvPicPr>
          <p:blipFill rotWithShape="1">
            <a:blip r:embed="rId3">
              <a:alphaModFix/>
            </a:blip>
            <a:srcRect b="0" l="0" r="0" t="0"/>
            <a:stretch/>
          </p:blipFill>
          <p:spPr>
            <a:xfrm>
              <a:off x="228600" y="3602147"/>
              <a:ext cx="7315201" cy="2515087"/>
            </a:xfrm>
            <a:prstGeom prst="rect">
              <a:avLst/>
            </a:prstGeom>
            <a:noFill/>
            <a:ln>
              <a:noFill/>
            </a:ln>
          </p:spPr>
        </p:pic>
        <p:sp>
          <p:nvSpPr>
            <p:cNvPr id="129" name="Google Shape;129;p22"/>
            <p:cNvSpPr/>
            <p:nvPr/>
          </p:nvSpPr>
          <p:spPr>
            <a:xfrm>
              <a:off x="1554480" y="4416552"/>
              <a:ext cx="2131695" cy="1688464"/>
            </a:xfrm>
            <a:custGeom>
              <a:rect b="b" l="l" r="r" t="t"/>
              <a:pathLst>
                <a:path extrusionOk="0" h="1688464" w="2131695">
                  <a:moveTo>
                    <a:pt x="0" y="214884"/>
                  </a:moveTo>
                  <a:lnTo>
                    <a:pt x="2131695" y="214884"/>
                  </a:lnTo>
                  <a:lnTo>
                    <a:pt x="2131695" y="0"/>
                  </a:lnTo>
                  <a:lnTo>
                    <a:pt x="0" y="0"/>
                  </a:lnTo>
                  <a:lnTo>
                    <a:pt x="0" y="214884"/>
                  </a:lnTo>
                  <a:close/>
                </a:path>
                <a:path extrusionOk="0" h="1688464" w="2131695">
                  <a:moveTo>
                    <a:pt x="0" y="1057148"/>
                  </a:moveTo>
                  <a:lnTo>
                    <a:pt x="961136" y="1057148"/>
                  </a:lnTo>
                  <a:lnTo>
                    <a:pt x="961136" y="856691"/>
                  </a:lnTo>
                  <a:lnTo>
                    <a:pt x="0" y="856691"/>
                  </a:lnTo>
                  <a:lnTo>
                    <a:pt x="0" y="1057148"/>
                  </a:lnTo>
                  <a:close/>
                </a:path>
                <a:path extrusionOk="0" h="1688464" w="2131695">
                  <a:moveTo>
                    <a:pt x="0" y="1365300"/>
                  </a:moveTo>
                  <a:lnTo>
                    <a:pt x="961136" y="1365300"/>
                  </a:lnTo>
                  <a:lnTo>
                    <a:pt x="961136" y="1164844"/>
                  </a:lnTo>
                  <a:lnTo>
                    <a:pt x="0" y="1164844"/>
                  </a:lnTo>
                  <a:lnTo>
                    <a:pt x="0" y="1365300"/>
                  </a:lnTo>
                  <a:close/>
                </a:path>
                <a:path extrusionOk="0" h="1688464" w="2131695">
                  <a:moveTo>
                    <a:pt x="0" y="1687982"/>
                  </a:moveTo>
                  <a:lnTo>
                    <a:pt x="961136" y="1687982"/>
                  </a:lnTo>
                  <a:lnTo>
                    <a:pt x="961136" y="1487525"/>
                  </a:lnTo>
                  <a:lnTo>
                    <a:pt x="0" y="1487525"/>
                  </a:lnTo>
                  <a:lnTo>
                    <a:pt x="0" y="1687982"/>
                  </a:lnTo>
                  <a:close/>
                </a:path>
              </a:pathLst>
            </a:custGeom>
            <a:noFill/>
            <a:ln cap="flat" cmpd="sng" w="2540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30" name="Google Shape;130;p22"/>
          <p:cNvSpPr txBox="1"/>
          <p:nvPr/>
        </p:nvSpPr>
        <p:spPr>
          <a:xfrm>
            <a:off x="1036326" y="3707784"/>
            <a:ext cx="1404300" cy="200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 sz="1200">
                <a:solidFill>
                  <a:srgbClr val="231F20"/>
                </a:solidFill>
                <a:latin typeface="Lato"/>
                <a:ea typeface="Lato"/>
                <a:cs typeface="Lato"/>
                <a:sym typeface="Lato"/>
              </a:rPr>
              <a:t>Atlas Sensors</a:t>
            </a:r>
            <a:endParaRPr sz="1200">
              <a:latin typeface="Lato"/>
              <a:ea typeface="Lato"/>
              <a:cs typeface="Lato"/>
              <a:sym typeface="Lato"/>
            </a:endParaRPr>
          </a:p>
        </p:txBody>
      </p:sp>
      <p:sp>
        <p:nvSpPr>
          <p:cNvPr id="131" name="Google Shape;131;p22"/>
          <p:cNvSpPr txBox="1"/>
          <p:nvPr/>
        </p:nvSpPr>
        <p:spPr>
          <a:xfrm>
            <a:off x="269275" y="3134475"/>
            <a:ext cx="3639900" cy="573300"/>
          </a:xfrm>
          <a:prstGeom prst="rect">
            <a:avLst/>
          </a:prstGeom>
          <a:noFill/>
          <a:ln>
            <a:noFill/>
          </a:ln>
        </p:spPr>
        <p:txBody>
          <a:bodyPr anchorCtr="0" anchor="t" bIns="0" lIns="0" spcFirstLastPara="1" rIns="0" wrap="square" tIns="12050">
            <a:spAutoFit/>
          </a:bodyPr>
          <a:lstStyle/>
          <a:p>
            <a:pPr indent="0" lvl="0" marL="12700" marR="5080" rtl="0" algn="l">
              <a:lnSpc>
                <a:spcPct val="101899"/>
              </a:lnSpc>
              <a:spcBef>
                <a:spcPts val="0"/>
              </a:spcBef>
              <a:spcAft>
                <a:spcPts val="0"/>
              </a:spcAft>
              <a:buNone/>
            </a:pPr>
            <a:r>
              <a:rPr lang="en" sz="1200">
                <a:solidFill>
                  <a:srgbClr val="231F20"/>
                </a:solidFill>
                <a:latin typeface="Lato"/>
                <a:ea typeface="Lato"/>
                <a:cs typeface="Lato"/>
                <a:sym typeface="Lato"/>
              </a:rPr>
              <a:t>Fill out the highlighted boxes. (Be sure to click on the checkboxes to enable </a:t>
            </a:r>
            <a:r>
              <a:rPr b="1" lang="en" sz="1200">
                <a:solidFill>
                  <a:srgbClr val="231F20"/>
                </a:solidFill>
                <a:latin typeface="Lato"/>
                <a:ea typeface="Lato"/>
                <a:cs typeface="Lato"/>
                <a:sym typeface="Lato"/>
              </a:rPr>
              <a:t>field 2 </a:t>
            </a:r>
            <a:r>
              <a:rPr lang="en" sz="1200">
                <a:solidFill>
                  <a:srgbClr val="231F20"/>
                </a:solidFill>
                <a:latin typeface="Lato"/>
                <a:ea typeface="Lato"/>
                <a:cs typeface="Lato"/>
                <a:sym typeface="Lato"/>
              </a:rPr>
              <a:t>and </a:t>
            </a:r>
            <a:r>
              <a:rPr b="1" lang="en" sz="1200">
                <a:solidFill>
                  <a:srgbClr val="231F20"/>
                </a:solidFill>
                <a:latin typeface="Lato"/>
                <a:ea typeface="Lato"/>
                <a:cs typeface="Lato"/>
                <a:sym typeface="Lato"/>
              </a:rPr>
              <a:t>3</a:t>
            </a:r>
            <a:r>
              <a:rPr lang="en" sz="1200">
                <a:solidFill>
                  <a:srgbClr val="231F20"/>
                </a:solidFill>
                <a:latin typeface="Lato"/>
                <a:ea typeface="Lato"/>
                <a:cs typeface="Lato"/>
                <a:sym typeface="Lato"/>
              </a:rPr>
              <a:t>) For reference, this is what we entered.</a:t>
            </a:r>
            <a:endParaRPr sz="1200">
              <a:latin typeface="Lato"/>
              <a:ea typeface="Lato"/>
              <a:cs typeface="Lato"/>
              <a:sym typeface="Lato"/>
            </a:endParaRPr>
          </a:p>
        </p:txBody>
      </p:sp>
      <p:sp>
        <p:nvSpPr>
          <p:cNvPr id="132" name="Google Shape;132;p22"/>
          <p:cNvSpPr txBox="1"/>
          <p:nvPr/>
        </p:nvSpPr>
        <p:spPr>
          <a:xfrm>
            <a:off x="269275" y="3691254"/>
            <a:ext cx="610500" cy="200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Name</a:t>
            </a:r>
            <a:endParaRPr sz="1200">
              <a:latin typeface="Lato"/>
              <a:ea typeface="Lato"/>
              <a:cs typeface="Lato"/>
              <a:sym typeface="Lato"/>
            </a:endParaRPr>
          </a:p>
        </p:txBody>
      </p:sp>
      <p:sp>
        <p:nvSpPr>
          <p:cNvPr id="133" name="Google Shape;133;p22"/>
          <p:cNvSpPr txBox="1"/>
          <p:nvPr/>
        </p:nvSpPr>
        <p:spPr>
          <a:xfrm>
            <a:off x="269275" y="3841300"/>
            <a:ext cx="3746400" cy="905700"/>
          </a:xfrm>
          <a:prstGeom prst="rect">
            <a:avLst/>
          </a:prstGeom>
          <a:noFill/>
          <a:ln>
            <a:noFill/>
          </a:ln>
        </p:spPr>
        <p:txBody>
          <a:bodyPr anchorCtr="0" anchor="t" bIns="0" lIns="0" spcFirstLastPara="1" rIns="0" wrap="square" tIns="30475">
            <a:spAutoFit/>
          </a:bodyPr>
          <a:lstStyle/>
          <a:p>
            <a:pPr indent="0" lvl="0" marL="12700" rtl="0" algn="l">
              <a:spcBef>
                <a:spcPts val="30"/>
              </a:spcBef>
              <a:spcAft>
                <a:spcPts val="0"/>
              </a:spcAft>
              <a:buSzPts val="1100"/>
              <a:buNone/>
            </a:pPr>
            <a:r>
              <a:rPr lang="en" sz="1200">
                <a:solidFill>
                  <a:srgbClr val="231F20"/>
                </a:solidFill>
                <a:latin typeface="Lato"/>
                <a:ea typeface="Lato"/>
                <a:cs typeface="Lato"/>
                <a:sym typeface="Lato"/>
              </a:rPr>
              <a:t>Field 1 pH</a:t>
            </a:r>
            <a:endParaRPr sz="1200">
              <a:solidFill>
                <a:srgbClr val="231F20"/>
              </a:solidFill>
              <a:latin typeface="Lato"/>
              <a:ea typeface="Lato"/>
              <a:cs typeface="Lato"/>
              <a:sym typeface="Lato"/>
            </a:endParaRPr>
          </a:p>
          <a:p>
            <a:pPr indent="0" lvl="0" marL="12700" rtl="0" algn="l">
              <a:spcBef>
                <a:spcPts val="30"/>
              </a:spcBef>
              <a:spcAft>
                <a:spcPts val="0"/>
              </a:spcAft>
              <a:buSzPts val="1100"/>
              <a:buNone/>
            </a:pPr>
            <a:r>
              <a:rPr lang="en" sz="1200">
                <a:solidFill>
                  <a:srgbClr val="231F20"/>
                </a:solidFill>
                <a:latin typeface="Lato"/>
                <a:ea typeface="Lato"/>
                <a:cs typeface="Lato"/>
                <a:sym typeface="Lato"/>
              </a:rPr>
              <a:t>Field 2 EC (μS/cm)</a:t>
            </a:r>
            <a:endParaRPr sz="1200">
              <a:solidFill>
                <a:srgbClr val="231F20"/>
              </a:solidFill>
              <a:latin typeface="Lato"/>
              <a:ea typeface="Lato"/>
              <a:cs typeface="Lato"/>
              <a:sym typeface="Lato"/>
            </a:endParaRPr>
          </a:p>
          <a:p>
            <a:pPr indent="0" lvl="0" marL="12700" rtl="0" algn="l">
              <a:spcBef>
                <a:spcPts val="30"/>
              </a:spcBef>
              <a:spcAft>
                <a:spcPts val="0"/>
              </a:spcAft>
              <a:buSzPts val="1100"/>
              <a:buNone/>
            </a:pPr>
            <a:r>
              <a:rPr lang="en" sz="1200">
                <a:solidFill>
                  <a:srgbClr val="231F20"/>
                </a:solidFill>
                <a:latin typeface="Lato"/>
                <a:ea typeface="Lato"/>
                <a:cs typeface="Lato"/>
                <a:sym typeface="Lato"/>
              </a:rPr>
              <a:t>Field 3 Temp (°C)</a:t>
            </a:r>
            <a:endParaRPr sz="1200">
              <a:solidFill>
                <a:srgbClr val="231F20"/>
              </a:solidFill>
              <a:latin typeface="Lato"/>
              <a:ea typeface="Lato"/>
              <a:cs typeface="Lato"/>
              <a:sym typeface="Lato"/>
            </a:endParaRPr>
          </a:p>
          <a:p>
            <a:pPr indent="0" lvl="0" marL="0" rtl="0" algn="l">
              <a:lnSpc>
                <a:spcPct val="100000"/>
              </a:lnSpc>
              <a:spcBef>
                <a:spcPts val="1000"/>
              </a:spcBef>
              <a:spcAft>
                <a:spcPts val="0"/>
              </a:spcAft>
              <a:buNone/>
            </a:pPr>
            <a:r>
              <a:rPr lang="en" sz="1200">
                <a:solidFill>
                  <a:srgbClr val="231F20"/>
                </a:solidFill>
                <a:latin typeface="Lato"/>
                <a:ea typeface="Lato"/>
                <a:cs typeface="Lato"/>
                <a:sym typeface="Lato"/>
              </a:rPr>
              <a:t>Scroll to the bottom of the page and click </a:t>
            </a:r>
            <a:r>
              <a:rPr b="1" lang="en" sz="1200">
                <a:solidFill>
                  <a:srgbClr val="231F20"/>
                </a:solidFill>
                <a:latin typeface="Lato"/>
                <a:ea typeface="Lato"/>
                <a:cs typeface="Lato"/>
                <a:sym typeface="Lato"/>
              </a:rPr>
              <a:t>Save Channel</a:t>
            </a:r>
            <a:r>
              <a:rPr lang="en" sz="1200">
                <a:solidFill>
                  <a:srgbClr val="231F20"/>
                </a:solidFill>
                <a:latin typeface="Lato"/>
                <a:ea typeface="Lato"/>
                <a:cs typeface="Lato"/>
                <a:sym typeface="Lato"/>
              </a:rPr>
              <a:t>.</a:t>
            </a:r>
            <a:endParaRPr sz="1200">
              <a:latin typeface="Lato"/>
              <a:ea typeface="Lato"/>
              <a:cs typeface="Lato"/>
              <a:sym typeface="Lato"/>
            </a:endParaRPr>
          </a:p>
        </p:txBody>
      </p:sp>
      <p:sp>
        <p:nvSpPr>
          <p:cNvPr id="134" name="Google Shape;134;p22"/>
          <p:cNvSpPr txBox="1"/>
          <p:nvPr>
            <p:ph type="title"/>
          </p:nvPr>
        </p:nvSpPr>
        <p:spPr>
          <a:xfrm>
            <a:off x="2388755" y="510525"/>
            <a:ext cx="6198900" cy="474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Collection (Thingspeak) Setting Up New Channel</a:t>
            </a:r>
            <a:endParaRPr/>
          </a:p>
        </p:txBody>
      </p:sp>
      <p:sp>
        <p:nvSpPr>
          <p:cNvPr id="135" name="Google Shape;135;p22"/>
          <p:cNvSpPr txBox="1"/>
          <p:nvPr/>
        </p:nvSpPr>
        <p:spPr>
          <a:xfrm>
            <a:off x="4079917" y="2147688"/>
            <a:ext cx="4860300" cy="179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136" name="Google Shape;136;p22"/>
          <p:cNvSpPr txBox="1"/>
          <p:nvPr/>
        </p:nvSpPr>
        <p:spPr>
          <a:xfrm>
            <a:off x="272125" y="1556473"/>
            <a:ext cx="3634200" cy="3849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Your data is uploaded to ThingSpeak through a ‘Channel.’ Select </a:t>
            </a:r>
            <a:r>
              <a:rPr b="1" lang="en" sz="1200">
                <a:solidFill>
                  <a:srgbClr val="231F20"/>
                </a:solidFill>
                <a:latin typeface="Lato"/>
                <a:ea typeface="Lato"/>
                <a:cs typeface="Lato"/>
                <a:sym typeface="Lato"/>
              </a:rPr>
              <a:t>New Channel</a:t>
            </a:r>
            <a:endParaRPr sz="1200">
              <a:latin typeface="Lato"/>
              <a:ea typeface="Lato"/>
              <a:cs typeface="Lato"/>
              <a:sym typeface="Lato"/>
            </a:endParaRPr>
          </a:p>
        </p:txBody>
      </p:sp>
      <p:grpSp>
        <p:nvGrpSpPr>
          <p:cNvPr id="137" name="Google Shape;137;p22"/>
          <p:cNvGrpSpPr/>
          <p:nvPr/>
        </p:nvGrpSpPr>
        <p:grpSpPr>
          <a:xfrm>
            <a:off x="4029575" y="1425466"/>
            <a:ext cx="4961169" cy="1424021"/>
            <a:chOff x="228600" y="1363678"/>
            <a:chExt cx="7315201" cy="1809889"/>
          </a:xfrm>
        </p:grpSpPr>
        <p:pic>
          <p:nvPicPr>
            <p:cNvPr id="138" name="Google Shape;138;p22"/>
            <p:cNvPicPr preferRelativeResize="0"/>
            <p:nvPr/>
          </p:nvPicPr>
          <p:blipFill rotWithShape="1">
            <a:blip r:embed="rId4">
              <a:alphaModFix/>
            </a:blip>
            <a:srcRect b="0" l="0" r="0" t="0"/>
            <a:stretch/>
          </p:blipFill>
          <p:spPr>
            <a:xfrm>
              <a:off x="228600" y="1363678"/>
              <a:ext cx="7315201" cy="1809889"/>
            </a:xfrm>
            <a:prstGeom prst="rect">
              <a:avLst/>
            </a:prstGeom>
            <a:noFill/>
            <a:ln>
              <a:noFill/>
            </a:ln>
          </p:spPr>
        </p:pic>
        <p:sp>
          <p:nvSpPr>
            <p:cNvPr id="139" name="Google Shape;139;p22"/>
            <p:cNvSpPr/>
            <p:nvPr/>
          </p:nvSpPr>
          <p:spPr>
            <a:xfrm>
              <a:off x="554149" y="2459738"/>
              <a:ext cx="528955" cy="698500"/>
            </a:xfrm>
            <a:custGeom>
              <a:rect b="b" l="l" r="r" t="t"/>
              <a:pathLst>
                <a:path extrusionOk="0" h="698500" w="528955">
                  <a:moveTo>
                    <a:pt x="262763" y="0"/>
                  </a:moveTo>
                  <a:lnTo>
                    <a:pt x="0" y="371462"/>
                  </a:lnTo>
                  <a:lnTo>
                    <a:pt x="158330" y="371462"/>
                  </a:lnTo>
                  <a:lnTo>
                    <a:pt x="158330" y="698220"/>
                  </a:lnTo>
                  <a:lnTo>
                    <a:pt x="373926" y="698220"/>
                  </a:lnTo>
                  <a:lnTo>
                    <a:pt x="373202" y="371462"/>
                  </a:lnTo>
                  <a:lnTo>
                    <a:pt x="528891" y="371462"/>
                  </a:lnTo>
                  <a:lnTo>
                    <a:pt x="262763" y="0"/>
                  </a:lnTo>
                  <a:close/>
                </a:path>
              </a:pathLst>
            </a:custGeom>
            <a:solidFill>
              <a:srgbClr val="FCB80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cxnSp>
        <p:nvCxnSpPr>
          <p:cNvPr id="140" name="Google Shape;140;p22"/>
          <p:cNvCxnSpPr>
            <a:endCxn id="135" idx="3"/>
          </p:cNvCxnSpPr>
          <p:nvPr/>
        </p:nvCxnSpPr>
        <p:spPr>
          <a:xfrm>
            <a:off x="213217" y="3025038"/>
            <a:ext cx="8727000" cy="18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nvSpPr>
        <p:spPr>
          <a:xfrm>
            <a:off x="208275" y="520646"/>
            <a:ext cx="5690100" cy="385200"/>
          </a:xfrm>
          <a:prstGeom prst="rect">
            <a:avLst/>
          </a:prstGeom>
          <a:noFill/>
          <a:ln>
            <a:noFill/>
          </a:ln>
        </p:spPr>
        <p:txBody>
          <a:bodyPr anchorCtr="0" anchor="t" bIns="0" lIns="0" spcFirstLastPara="1" rIns="0" wrap="square" tIns="12050">
            <a:spAutoFit/>
          </a:bodyPr>
          <a:lstStyle/>
          <a:p>
            <a:pPr indent="0" lvl="0" marL="12700" marR="5080" rtl="0" algn="l">
              <a:lnSpc>
                <a:spcPct val="101899"/>
              </a:lnSpc>
              <a:spcBef>
                <a:spcPts val="0"/>
              </a:spcBef>
              <a:spcAft>
                <a:spcPts val="0"/>
              </a:spcAft>
              <a:buNone/>
            </a:pPr>
            <a:r>
              <a:rPr lang="en" sz="1200">
                <a:solidFill>
                  <a:srgbClr val="231F20"/>
                </a:solidFill>
                <a:latin typeface="Lato"/>
                <a:ea typeface="Lato"/>
                <a:cs typeface="Lato"/>
                <a:sym typeface="Lato"/>
              </a:rPr>
              <a:t>After you saved your channel settings, you will be redirected to your channel page. Click on </a:t>
            </a:r>
            <a:r>
              <a:rPr b="1" lang="en" sz="1200">
                <a:solidFill>
                  <a:srgbClr val="231F20"/>
                </a:solidFill>
                <a:latin typeface="Lato"/>
                <a:ea typeface="Lato"/>
                <a:cs typeface="Lato"/>
                <a:sym typeface="Lato"/>
              </a:rPr>
              <a:t>API keys</a:t>
            </a:r>
            <a:r>
              <a:rPr lang="en" sz="1200">
                <a:solidFill>
                  <a:srgbClr val="231F20"/>
                </a:solidFill>
                <a:latin typeface="Lato"/>
                <a:ea typeface="Lato"/>
                <a:cs typeface="Lato"/>
                <a:sym typeface="Lato"/>
              </a:rPr>
              <a:t>.</a:t>
            </a:r>
            <a:endParaRPr sz="1200">
              <a:latin typeface="Lato"/>
              <a:ea typeface="Lato"/>
              <a:cs typeface="Lato"/>
              <a:sym typeface="Lato"/>
            </a:endParaRPr>
          </a:p>
        </p:txBody>
      </p:sp>
      <p:grpSp>
        <p:nvGrpSpPr>
          <p:cNvPr id="146" name="Google Shape;146;p23"/>
          <p:cNvGrpSpPr/>
          <p:nvPr/>
        </p:nvGrpSpPr>
        <p:grpSpPr>
          <a:xfrm>
            <a:off x="3901418" y="814663"/>
            <a:ext cx="4998477" cy="1814143"/>
            <a:chOff x="228600" y="1546215"/>
            <a:chExt cx="7315201" cy="2645294"/>
          </a:xfrm>
        </p:grpSpPr>
        <p:pic>
          <p:nvPicPr>
            <p:cNvPr id="147" name="Google Shape;147;p23"/>
            <p:cNvPicPr preferRelativeResize="0"/>
            <p:nvPr/>
          </p:nvPicPr>
          <p:blipFill rotWithShape="1">
            <a:blip r:embed="rId3">
              <a:alphaModFix/>
            </a:blip>
            <a:srcRect b="0" l="0" r="0" t="0"/>
            <a:stretch/>
          </p:blipFill>
          <p:spPr>
            <a:xfrm>
              <a:off x="228600" y="1546215"/>
              <a:ext cx="7315201" cy="2364186"/>
            </a:xfrm>
            <a:prstGeom prst="rect">
              <a:avLst/>
            </a:prstGeom>
            <a:noFill/>
            <a:ln>
              <a:noFill/>
            </a:ln>
          </p:spPr>
        </p:pic>
        <p:sp>
          <p:nvSpPr>
            <p:cNvPr id="148" name="Google Shape;148;p23"/>
            <p:cNvSpPr/>
            <p:nvPr/>
          </p:nvSpPr>
          <p:spPr>
            <a:xfrm>
              <a:off x="1943094" y="3493009"/>
              <a:ext cx="528955" cy="698500"/>
            </a:xfrm>
            <a:custGeom>
              <a:rect b="b" l="l" r="r" t="t"/>
              <a:pathLst>
                <a:path extrusionOk="0" h="698500" w="528955">
                  <a:moveTo>
                    <a:pt x="262763" y="0"/>
                  </a:moveTo>
                  <a:lnTo>
                    <a:pt x="0" y="371462"/>
                  </a:lnTo>
                  <a:lnTo>
                    <a:pt x="158330" y="371462"/>
                  </a:lnTo>
                  <a:lnTo>
                    <a:pt x="158330" y="698220"/>
                  </a:lnTo>
                  <a:lnTo>
                    <a:pt x="373926" y="698220"/>
                  </a:lnTo>
                  <a:lnTo>
                    <a:pt x="373202" y="371462"/>
                  </a:lnTo>
                  <a:lnTo>
                    <a:pt x="528891" y="371462"/>
                  </a:lnTo>
                  <a:lnTo>
                    <a:pt x="262763" y="0"/>
                  </a:lnTo>
                  <a:close/>
                </a:path>
              </a:pathLst>
            </a:custGeom>
            <a:solidFill>
              <a:srgbClr val="FCB80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cxnSp>
        <p:nvCxnSpPr>
          <p:cNvPr id="149" name="Google Shape;149;p23"/>
          <p:cNvCxnSpPr/>
          <p:nvPr/>
        </p:nvCxnSpPr>
        <p:spPr>
          <a:xfrm>
            <a:off x="335275" y="2727950"/>
            <a:ext cx="8664000" cy="45600"/>
          </a:xfrm>
          <a:prstGeom prst="straightConnector1">
            <a:avLst/>
          </a:prstGeom>
          <a:noFill/>
          <a:ln cap="flat" cmpd="sng" w="9525">
            <a:solidFill>
              <a:schemeClr val="dk2"/>
            </a:solidFill>
            <a:prstDash val="solid"/>
            <a:round/>
            <a:headEnd len="med" w="med" type="none"/>
            <a:tailEnd len="med" w="med" type="none"/>
          </a:ln>
        </p:spPr>
      </p:cxnSp>
      <p:sp>
        <p:nvSpPr>
          <p:cNvPr id="150" name="Google Shape;150;p23"/>
          <p:cNvSpPr txBox="1"/>
          <p:nvPr/>
        </p:nvSpPr>
        <p:spPr>
          <a:xfrm>
            <a:off x="208275" y="2949100"/>
            <a:ext cx="3525600" cy="385200"/>
          </a:xfrm>
          <a:prstGeom prst="rect">
            <a:avLst/>
          </a:prstGeom>
          <a:noFill/>
          <a:ln>
            <a:noFill/>
          </a:ln>
        </p:spPr>
        <p:txBody>
          <a:bodyPr anchorCtr="0" anchor="t" bIns="0" lIns="0" spcFirstLastPara="1" rIns="0" wrap="square" tIns="12050">
            <a:spAutoFit/>
          </a:bodyPr>
          <a:lstStyle/>
          <a:p>
            <a:pPr indent="0" lvl="0" marL="12700" marR="5080" rtl="0" algn="l">
              <a:lnSpc>
                <a:spcPct val="101899"/>
              </a:lnSpc>
              <a:spcBef>
                <a:spcPts val="0"/>
              </a:spcBef>
              <a:spcAft>
                <a:spcPts val="0"/>
              </a:spcAft>
              <a:buNone/>
            </a:pPr>
            <a:r>
              <a:rPr lang="en" sz="1200">
                <a:solidFill>
                  <a:srgbClr val="231F20"/>
                </a:solidFill>
                <a:latin typeface="Lato"/>
                <a:ea typeface="Lato"/>
                <a:cs typeface="Lato"/>
                <a:sym typeface="Lato"/>
              </a:rPr>
              <a:t>Be sure to save your </a:t>
            </a:r>
            <a:r>
              <a:rPr b="1" lang="en" sz="1200">
                <a:solidFill>
                  <a:srgbClr val="231F20"/>
                </a:solidFill>
                <a:latin typeface="Lato"/>
                <a:ea typeface="Lato"/>
                <a:cs typeface="Lato"/>
                <a:sym typeface="Lato"/>
              </a:rPr>
              <a:t>Channel ID </a:t>
            </a:r>
            <a:r>
              <a:rPr lang="en" sz="1200">
                <a:solidFill>
                  <a:srgbClr val="231F20"/>
                </a:solidFill>
                <a:latin typeface="Lato"/>
                <a:ea typeface="Lato"/>
                <a:cs typeface="Lato"/>
                <a:sym typeface="Lato"/>
              </a:rPr>
              <a:t>and </a:t>
            </a:r>
            <a:r>
              <a:rPr b="1" lang="en" sz="1200">
                <a:solidFill>
                  <a:srgbClr val="231F20"/>
                </a:solidFill>
                <a:latin typeface="Lato"/>
                <a:ea typeface="Lato"/>
                <a:cs typeface="Lato"/>
                <a:sym typeface="Lato"/>
              </a:rPr>
              <a:t>Write API Key </a:t>
            </a:r>
            <a:r>
              <a:rPr lang="en" sz="1200">
                <a:solidFill>
                  <a:srgbClr val="231F20"/>
                </a:solidFill>
                <a:latin typeface="Lato"/>
                <a:ea typeface="Lato"/>
                <a:cs typeface="Lato"/>
                <a:sym typeface="Lato"/>
              </a:rPr>
              <a:t>we are going to need these, in the next few steps.</a:t>
            </a:r>
            <a:endParaRPr sz="1200">
              <a:latin typeface="Lato"/>
              <a:ea typeface="Lato"/>
              <a:cs typeface="Lato"/>
              <a:sym typeface="Lato"/>
            </a:endParaRPr>
          </a:p>
        </p:txBody>
      </p:sp>
      <p:grpSp>
        <p:nvGrpSpPr>
          <p:cNvPr id="151" name="Google Shape;151;p23"/>
          <p:cNvGrpSpPr/>
          <p:nvPr/>
        </p:nvGrpSpPr>
        <p:grpSpPr>
          <a:xfrm>
            <a:off x="3864505" y="2773707"/>
            <a:ext cx="5036516" cy="1948550"/>
            <a:chOff x="228600" y="4775468"/>
            <a:chExt cx="7315201" cy="3217021"/>
          </a:xfrm>
        </p:grpSpPr>
        <p:pic>
          <p:nvPicPr>
            <p:cNvPr id="152" name="Google Shape;152;p23"/>
            <p:cNvPicPr preferRelativeResize="0"/>
            <p:nvPr/>
          </p:nvPicPr>
          <p:blipFill rotWithShape="1">
            <a:blip r:embed="rId4">
              <a:alphaModFix/>
            </a:blip>
            <a:srcRect b="0" l="0" r="0" t="0"/>
            <a:stretch/>
          </p:blipFill>
          <p:spPr>
            <a:xfrm>
              <a:off x="228600" y="4775468"/>
              <a:ext cx="7315201" cy="3217021"/>
            </a:xfrm>
            <a:prstGeom prst="rect">
              <a:avLst/>
            </a:prstGeom>
            <a:noFill/>
            <a:ln>
              <a:noFill/>
            </a:ln>
          </p:spPr>
        </p:pic>
        <p:sp>
          <p:nvSpPr>
            <p:cNvPr id="153" name="Google Shape;153;p23"/>
            <p:cNvSpPr/>
            <p:nvPr/>
          </p:nvSpPr>
          <p:spPr>
            <a:xfrm>
              <a:off x="241300" y="5580151"/>
              <a:ext cx="3577590" cy="1925954"/>
            </a:xfrm>
            <a:custGeom>
              <a:rect b="b" l="l" r="r" t="t"/>
              <a:pathLst>
                <a:path extrusionOk="0" h="1925954" w="3577590">
                  <a:moveTo>
                    <a:pt x="0" y="141020"/>
                  </a:moveTo>
                  <a:lnTo>
                    <a:pt x="989711" y="141020"/>
                  </a:lnTo>
                  <a:lnTo>
                    <a:pt x="989711" y="0"/>
                  </a:lnTo>
                  <a:lnTo>
                    <a:pt x="0" y="0"/>
                  </a:lnTo>
                  <a:lnTo>
                    <a:pt x="0" y="141020"/>
                  </a:lnTo>
                  <a:close/>
                </a:path>
                <a:path extrusionOk="0" h="1925954" w="3577590">
                  <a:moveTo>
                    <a:pt x="0" y="1925815"/>
                  </a:moveTo>
                  <a:lnTo>
                    <a:pt x="3577336" y="1925815"/>
                  </a:lnTo>
                  <a:lnTo>
                    <a:pt x="3577336" y="1064247"/>
                  </a:lnTo>
                  <a:lnTo>
                    <a:pt x="0" y="1064247"/>
                  </a:lnTo>
                  <a:lnTo>
                    <a:pt x="0" y="1925815"/>
                  </a:lnTo>
                  <a:close/>
                </a:path>
              </a:pathLst>
            </a:custGeom>
            <a:noFill/>
            <a:ln cap="flat" cmpd="sng" w="2540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Collection (Arduino Setup)  </a:t>
            </a:r>
            <a:endParaRPr/>
          </a:p>
        </p:txBody>
      </p:sp>
      <p:sp>
        <p:nvSpPr>
          <p:cNvPr id="159" name="Google Shape;159;p24"/>
          <p:cNvSpPr txBox="1"/>
          <p:nvPr/>
        </p:nvSpPr>
        <p:spPr>
          <a:xfrm>
            <a:off x="175250" y="1059175"/>
            <a:ext cx="9144000" cy="914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Lato"/>
              <a:buAutoNum type="arabicPeriod"/>
            </a:pPr>
            <a:r>
              <a:rPr lang="en" sz="1800">
                <a:solidFill>
                  <a:schemeClr val="dk2"/>
                </a:solidFill>
                <a:latin typeface="Lato"/>
                <a:ea typeface="Lato"/>
                <a:cs typeface="Lato"/>
                <a:sym typeface="Lato"/>
              </a:rPr>
              <a:t>Download Arduino- Used the Latest version (However I used 2.3.2) Refer to Slide 5 for link </a:t>
            </a:r>
            <a:endParaRPr sz="1800">
              <a:solidFill>
                <a:schemeClr val="dk2"/>
              </a:solidFill>
              <a:latin typeface="Lato"/>
              <a:ea typeface="Lato"/>
              <a:cs typeface="Lato"/>
              <a:sym typeface="Lato"/>
            </a:endParaRPr>
          </a:p>
        </p:txBody>
      </p:sp>
      <p:sp>
        <p:nvSpPr>
          <p:cNvPr id="160" name="Google Shape;160;p24"/>
          <p:cNvSpPr txBox="1"/>
          <p:nvPr/>
        </p:nvSpPr>
        <p:spPr>
          <a:xfrm>
            <a:off x="292101" y="1745275"/>
            <a:ext cx="36855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1400">
                <a:solidFill>
                  <a:schemeClr val="dk2"/>
                </a:solidFill>
                <a:latin typeface="Lato"/>
                <a:ea typeface="Lato"/>
                <a:cs typeface="Lato"/>
                <a:sym typeface="Lato"/>
              </a:rPr>
              <a:t>Make sure your Arduino IDE libraries are up to date</a:t>
            </a:r>
            <a:endParaRPr sz="1400">
              <a:solidFill>
                <a:schemeClr val="dk2"/>
              </a:solidFill>
              <a:latin typeface="Lato"/>
              <a:ea typeface="Lato"/>
              <a:cs typeface="Lato"/>
              <a:sym typeface="Lato"/>
            </a:endParaRPr>
          </a:p>
        </p:txBody>
      </p:sp>
      <p:sp>
        <p:nvSpPr>
          <p:cNvPr id="161" name="Google Shape;161;p24"/>
          <p:cNvSpPr txBox="1"/>
          <p:nvPr/>
        </p:nvSpPr>
        <p:spPr>
          <a:xfrm>
            <a:off x="234950" y="2155900"/>
            <a:ext cx="3799800" cy="1661100"/>
          </a:xfrm>
          <a:prstGeom prst="rect">
            <a:avLst/>
          </a:prstGeom>
          <a:noFill/>
          <a:ln>
            <a:noFill/>
          </a:ln>
        </p:spPr>
        <p:txBody>
          <a:bodyPr anchorCtr="0" anchor="t" bIns="0" lIns="0" spcFirstLastPara="1" rIns="0" wrap="square" tIns="11425">
            <a:spAutoFit/>
          </a:bodyPr>
          <a:lstStyle/>
          <a:p>
            <a:pPr indent="0" lvl="0" marL="0" rtl="0" algn="l">
              <a:lnSpc>
                <a:spcPct val="100000"/>
              </a:lnSpc>
              <a:spcBef>
                <a:spcPts val="0"/>
              </a:spcBef>
              <a:spcAft>
                <a:spcPts val="0"/>
              </a:spcAft>
              <a:buNone/>
            </a:pPr>
            <a:r>
              <a:t/>
            </a:r>
            <a:endParaRPr>
              <a:solidFill>
                <a:schemeClr val="dk2"/>
              </a:solidFill>
              <a:latin typeface="Lato"/>
              <a:ea typeface="Lato"/>
              <a:cs typeface="Lato"/>
              <a:sym typeface="Lato"/>
            </a:endParaRPr>
          </a:p>
          <a:p>
            <a:pPr indent="0" lvl="0" marL="0" rtl="0" algn="l">
              <a:lnSpc>
                <a:spcPct val="100000"/>
              </a:lnSpc>
              <a:spcBef>
                <a:spcPts val="0"/>
              </a:spcBef>
              <a:spcAft>
                <a:spcPts val="0"/>
              </a:spcAft>
              <a:buNone/>
            </a:pPr>
            <a:r>
              <a:rPr lang="en">
                <a:solidFill>
                  <a:schemeClr val="dk2"/>
                </a:solidFill>
                <a:latin typeface="Lato"/>
                <a:ea typeface="Lato"/>
                <a:cs typeface="Lato"/>
                <a:sym typeface="Lato"/>
              </a:rPr>
              <a:t>M</a:t>
            </a:r>
            <a:r>
              <a:rPr lang="en" sz="1400">
                <a:solidFill>
                  <a:schemeClr val="dk2"/>
                </a:solidFill>
                <a:latin typeface="Lato"/>
                <a:ea typeface="Lato"/>
                <a:cs typeface="Lato"/>
                <a:sym typeface="Lato"/>
              </a:rPr>
              <a:t>ake sure you have the correct path for the Esp32 Library</a:t>
            </a:r>
            <a:endParaRPr sz="1400">
              <a:solidFill>
                <a:schemeClr val="dk2"/>
              </a:solidFill>
              <a:latin typeface="Lato"/>
              <a:ea typeface="Lato"/>
              <a:cs typeface="Lato"/>
              <a:sym typeface="Lato"/>
            </a:endParaRPr>
          </a:p>
          <a:p>
            <a:pPr indent="0" lvl="0" marL="12700" rtl="0" algn="l">
              <a:lnSpc>
                <a:spcPct val="100000"/>
              </a:lnSpc>
              <a:spcBef>
                <a:spcPts val="0"/>
              </a:spcBef>
              <a:spcAft>
                <a:spcPts val="0"/>
              </a:spcAft>
              <a:buNone/>
            </a:pPr>
            <a:r>
              <a:t/>
            </a:r>
            <a:endParaRPr b="1">
              <a:solidFill>
                <a:srgbClr val="289045"/>
              </a:solidFill>
              <a:latin typeface="Lato"/>
              <a:ea typeface="Lato"/>
              <a:cs typeface="Lato"/>
              <a:sym typeface="Lato"/>
            </a:endParaRPr>
          </a:p>
          <a:p>
            <a:pPr indent="0" lvl="0" marL="12700" rtl="0" algn="l">
              <a:lnSpc>
                <a:spcPct val="100000"/>
              </a:lnSpc>
              <a:spcBef>
                <a:spcPts val="0"/>
              </a:spcBef>
              <a:spcAft>
                <a:spcPts val="0"/>
              </a:spcAft>
              <a:buNone/>
            </a:pPr>
            <a:r>
              <a:t/>
            </a:r>
            <a:endParaRPr b="1">
              <a:solidFill>
                <a:srgbClr val="289045"/>
              </a:solidFill>
              <a:latin typeface="Lato"/>
              <a:ea typeface="Lato"/>
              <a:cs typeface="Lato"/>
              <a:sym typeface="Lato"/>
            </a:endParaRPr>
          </a:p>
          <a:p>
            <a:pPr indent="0" lvl="0" marL="12700" rtl="0" algn="l">
              <a:lnSpc>
                <a:spcPct val="100000"/>
              </a:lnSpc>
              <a:spcBef>
                <a:spcPts val="1555"/>
              </a:spcBef>
              <a:spcAft>
                <a:spcPts val="0"/>
              </a:spcAft>
              <a:buNone/>
            </a:pPr>
            <a:r>
              <a:rPr lang="en" sz="1200">
                <a:solidFill>
                  <a:srgbClr val="231F20"/>
                </a:solidFill>
                <a:latin typeface="Lato"/>
                <a:ea typeface="Lato"/>
                <a:cs typeface="Lato"/>
                <a:sym typeface="Lato"/>
              </a:rPr>
              <a:t>In the IDE, go to </a:t>
            </a:r>
            <a:r>
              <a:rPr b="1" lang="en" sz="1200">
                <a:solidFill>
                  <a:srgbClr val="231F20"/>
                </a:solidFill>
                <a:latin typeface="Lato"/>
                <a:ea typeface="Lato"/>
                <a:cs typeface="Lato"/>
                <a:sym typeface="Lato"/>
              </a:rPr>
              <a:t>File &gt; Preferences</a:t>
            </a:r>
            <a:endParaRPr sz="1200">
              <a:latin typeface="Lato"/>
              <a:ea typeface="Lato"/>
              <a:cs typeface="Lato"/>
              <a:sym typeface="Lato"/>
            </a:endParaRPr>
          </a:p>
          <a:p>
            <a:pPr indent="0" lvl="0" marL="12700" rtl="0" algn="l">
              <a:lnSpc>
                <a:spcPct val="100000"/>
              </a:lnSpc>
              <a:spcBef>
                <a:spcPts val="25"/>
              </a:spcBef>
              <a:spcAft>
                <a:spcPts val="0"/>
              </a:spcAft>
              <a:buNone/>
            </a:pPr>
            <a:r>
              <a:rPr lang="en" sz="1200">
                <a:solidFill>
                  <a:srgbClr val="231F20"/>
                </a:solidFill>
                <a:latin typeface="Lato"/>
                <a:ea typeface="Lato"/>
                <a:cs typeface="Lato"/>
                <a:sym typeface="Lato"/>
              </a:rPr>
              <a:t>Locate the </a:t>
            </a:r>
            <a:r>
              <a:rPr b="1" lang="en" sz="1200">
                <a:solidFill>
                  <a:srgbClr val="231F20"/>
                </a:solidFill>
                <a:latin typeface="Lato"/>
                <a:ea typeface="Lato"/>
                <a:cs typeface="Lato"/>
                <a:sym typeface="Lato"/>
              </a:rPr>
              <a:t>Additional Boards Manager URLS </a:t>
            </a:r>
            <a:r>
              <a:rPr lang="en" sz="1200">
                <a:solidFill>
                  <a:srgbClr val="231F20"/>
                </a:solidFill>
                <a:latin typeface="Lato"/>
                <a:ea typeface="Lato"/>
                <a:cs typeface="Lato"/>
                <a:sym typeface="Lato"/>
              </a:rPr>
              <a:t>text box.</a:t>
            </a:r>
            <a:endParaRPr sz="1200">
              <a:latin typeface="Lato"/>
              <a:ea typeface="Lato"/>
              <a:cs typeface="Lato"/>
              <a:sym typeface="Lato"/>
            </a:endParaRPr>
          </a:p>
        </p:txBody>
      </p:sp>
      <p:sp>
        <p:nvSpPr>
          <p:cNvPr id="162" name="Google Shape;162;p24"/>
          <p:cNvSpPr txBox="1"/>
          <p:nvPr/>
        </p:nvSpPr>
        <p:spPr>
          <a:xfrm>
            <a:off x="292100" y="4168525"/>
            <a:ext cx="7251300" cy="3849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Make sure this URL is in the textbox</a:t>
            </a:r>
            <a:endParaRPr sz="1200">
              <a:latin typeface="Lato"/>
              <a:ea typeface="Lato"/>
              <a:cs typeface="Lato"/>
              <a:sym typeface="Lato"/>
            </a:endParaRPr>
          </a:p>
          <a:p>
            <a:pPr indent="0" lvl="0" marL="12700" marR="5080" rtl="0" algn="l">
              <a:lnSpc>
                <a:spcPct val="101899"/>
              </a:lnSpc>
              <a:spcBef>
                <a:spcPts val="0"/>
              </a:spcBef>
              <a:spcAft>
                <a:spcPts val="0"/>
              </a:spcAft>
              <a:buNone/>
            </a:pPr>
            <a:r>
              <a:rPr lang="en" sz="1200">
                <a:solidFill>
                  <a:srgbClr val="231F20"/>
                </a:solidFill>
                <a:latin typeface="Lato"/>
                <a:ea typeface="Lato"/>
                <a:cs typeface="Lato"/>
                <a:sym typeface="Lato"/>
              </a:rPr>
              <a:t>https://raw.githubusercontent.com/espressif/arduino-esp32/gh-pages/package_esp32_index.json Click </a:t>
            </a:r>
            <a:r>
              <a:rPr b="1" lang="en" sz="1200">
                <a:solidFill>
                  <a:srgbClr val="231F20"/>
                </a:solidFill>
                <a:latin typeface="Lato"/>
                <a:ea typeface="Lato"/>
                <a:cs typeface="Lato"/>
                <a:sym typeface="Lato"/>
              </a:rPr>
              <a:t>OK</a:t>
            </a:r>
            <a:r>
              <a:rPr lang="en" sz="1200">
                <a:solidFill>
                  <a:srgbClr val="231F20"/>
                </a:solidFill>
                <a:latin typeface="Lato"/>
                <a:ea typeface="Lato"/>
                <a:cs typeface="Lato"/>
                <a:sym typeface="Lato"/>
              </a:rPr>
              <a:t>.</a:t>
            </a:r>
            <a:endParaRPr sz="1200">
              <a:latin typeface="Lato"/>
              <a:ea typeface="Lato"/>
              <a:cs typeface="Lato"/>
              <a:sym typeface="Lato"/>
            </a:endParaRPr>
          </a:p>
        </p:txBody>
      </p:sp>
      <p:grpSp>
        <p:nvGrpSpPr>
          <p:cNvPr id="163" name="Google Shape;163;p24"/>
          <p:cNvGrpSpPr/>
          <p:nvPr/>
        </p:nvGrpSpPr>
        <p:grpSpPr>
          <a:xfrm>
            <a:off x="4154280" y="1606444"/>
            <a:ext cx="4857292" cy="2735464"/>
            <a:chOff x="230001" y="2101241"/>
            <a:chExt cx="7315198" cy="4369052"/>
          </a:xfrm>
        </p:grpSpPr>
        <p:pic>
          <p:nvPicPr>
            <p:cNvPr id="164" name="Google Shape;164;p24"/>
            <p:cNvPicPr preferRelativeResize="0"/>
            <p:nvPr/>
          </p:nvPicPr>
          <p:blipFill rotWithShape="1">
            <a:blip r:embed="rId3">
              <a:alphaModFix/>
            </a:blip>
            <a:srcRect b="0" l="0" r="0" t="0"/>
            <a:stretch/>
          </p:blipFill>
          <p:spPr>
            <a:xfrm>
              <a:off x="230001" y="2101241"/>
              <a:ext cx="7315198" cy="4369052"/>
            </a:xfrm>
            <a:prstGeom prst="rect">
              <a:avLst/>
            </a:prstGeom>
            <a:noFill/>
            <a:ln>
              <a:noFill/>
            </a:ln>
          </p:spPr>
        </p:pic>
        <p:sp>
          <p:nvSpPr>
            <p:cNvPr id="165" name="Google Shape;165;p24"/>
            <p:cNvSpPr/>
            <p:nvPr/>
          </p:nvSpPr>
          <p:spPr>
            <a:xfrm>
              <a:off x="1869846" y="5390680"/>
              <a:ext cx="4545330" cy="168910"/>
            </a:xfrm>
            <a:custGeom>
              <a:rect b="b" l="l" r="r" t="t"/>
              <a:pathLst>
                <a:path extrusionOk="0" h="168910" w="4545330">
                  <a:moveTo>
                    <a:pt x="0" y="168452"/>
                  </a:moveTo>
                  <a:lnTo>
                    <a:pt x="4544771" y="168452"/>
                  </a:lnTo>
                  <a:lnTo>
                    <a:pt x="4544771" y="0"/>
                  </a:lnTo>
                  <a:lnTo>
                    <a:pt x="0" y="0"/>
                  </a:lnTo>
                  <a:lnTo>
                    <a:pt x="0" y="168452"/>
                  </a:lnTo>
                  <a:close/>
                </a:path>
              </a:pathLst>
            </a:custGeom>
            <a:noFill/>
            <a:ln cap="flat" cmpd="sng" w="2540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nvSpPr>
        <p:spPr>
          <a:xfrm>
            <a:off x="281940" y="538052"/>
            <a:ext cx="13920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 sz="1400">
                <a:solidFill>
                  <a:schemeClr val="dk2"/>
                </a:solidFill>
                <a:latin typeface="Lato"/>
                <a:ea typeface="Lato"/>
                <a:cs typeface="Lato"/>
                <a:sym typeface="Lato"/>
              </a:rPr>
              <a:t>Update the esp32 board</a:t>
            </a:r>
            <a:endParaRPr sz="1400">
              <a:solidFill>
                <a:schemeClr val="dk2"/>
              </a:solidFill>
              <a:latin typeface="Lato"/>
              <a:ea typeface="Lato"/>
              <a:cs typeface="Lato"/>
              <a:sym typeface="Lato"/>
            </a:endParaRPr>
          </a:p>
        </p:txBody>
      </p:sp>
      <p:sp>
        <p:nvSpPr>
          <p:cNvPr id="171" name="Google Shape;171;p25"/>
          <p:cNvSpPr txBox="1"/>
          <p:nvPr/>
        </p:nvSpPr>
        <p:spPr>
          <a:xfrm>
            <a:off x="281950" y="632450"/>
            <a:ext cx="162000" cy="411600"/>
          </a:xfrm>
          <a:prstGeom prst="rect">
            <a:avLst/>
          </a:prstGeom>
          <a:noFill/>
          <a:ln>
            <a:noFill/>
          </a:ln>
        </p:spPr>
        <p:txBody>
          <a:bodyPr anchorCtr="0" anchor="t" bIns="0" lIns="0" spcFirstLastPara="1" rIns="0" wrap="square" tIns="11425">
            <a:spAutoFit/>
          </a:bodyPr>
          <a:lstStyle/>
          <a:p>
            <a:pPr indent="0" lvl="0" marL="0" rtl="0" algn="l">
              <a:lnSpc>
                <a:spcPct val="100000"/>
              </a:lnSpc>
              <a:spcBef>
                <a:spcPts val="0"/>
              </a:spcBef>
              <a:spcAft>
                <a:spcPts val="0"/>
              </a:spcAft>
              <a:buNone/>
            </a:pPr>
            <a:r>
              <a:t/>
            </a:r>
            <a:endParaRPr sz="2600">
              <a:latin typeface="Calibri"/>
              <a:ea typeface="Calibri"/>
              <a:cs typeface="Calibri"/>
              <a:sym typeface="Calibri"/>
            </a:endParaRPr>
          </a:p>
        </p:txBody>
      </p:sp>
      <p:sp>
        <p:nvSpPr>
          <p:cNvPr id="172" name="Google Shape;172;p25"/>
          <p:cNvSpPr txBox="1"/>
          <p:nvPr/>
        </p:nvSpPr>
        <p:spPr>
          <a:xfrm>
            <a:off x="281950" y="1213902"/>
            <a:ext cx="2460600" cy="3849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In the IDE, go to </a:t>
            </a:r>
            <a:r>
              <a:rPr b="1" lang="en" sz="1200">
                <a:solidFill>
                  <a:srgbClr val="231F20"/>
                </a:solidFill>
                <a:latin typeface="Lato"/>
                <a:ea typeface="Lato"/>
                <a:cs typeface="Lato"/>
                <a:sym typeface="Lato"/>
              </a:rPr>
              <a:t>Tools &gt; Board &gt; Boards Manager</a:t>
            </a:r>
            <a:endParaRPr sz="1200">
              <a:latin typeface="Lato"/>
              <a:ea typeface="Lato"/>
              <a:cs typeface="Lato"/>
              <a:sym typeface="Lato"/>
            </a:endParaRPr>
          </a:p>
        </p:txBody>
      </p:sp>
      <p:grpSp>
        <p:nvGrpSpPr>
          <p:cNvPr id="173" name="Google Shape;173;p25"/>
          <p:cNvGrpSpPr/>
          <p:nvPr/>
        </p:nvGrpSpPr>
        <p:grpSpPr>
          <a:xfrm>
            <a:off x="3474727" y="244935"/>
            <a:ext cx="5471481" cy="2322830"/>
            <a:chOff x="228600" y="1097280"/>
            <a:chExt cx="7320686" cy="3890187"/>
          </a:xfrm>
        </p:grpSpPr>
        <p:pic>
          <p:nvPicPr>
            <p:cNvPr id="174" name="Google Shape;174;p25"/>
            <p:cNvPicPr preferRelativeResize="0"/>
            <p:nvPr/>
          </p:nvPicPr>
          <p:blipFill rotWithShape="1">
            <a:blip r:embed="rId3">
              <a:alphaModFix/>
            </a:blip>
            <a:srcRect b="0" l="0" r="0" t="0"/>
            <a:stretch/>
          </p:blipFill>
          <p:spPr>
            <a:xfrm>
              <a:off x="6656832" y="1231424"/>
              <a:ext cx="892454" cy="473035"/>
            </a:xfrm>
            <a:prstGeom prst="rect">
              <a:avLst/>
            </a:prstGeom>
            <a:noFill/>
            <a:ln>
              <a:noFill/>
            </a:ln>
          </p:spPr>
        </p:pic>
        <p:pic>
          <p:nvPicPr>
            <p:cNvPr id="175" name="Google Shape;175;p25"/>
            <p:cNvPicPr preferRelativeResize="0"/>
            <p:nvPr/>
          </p:nvPicPr>
          <p:blipFill rotWithShape="1">
            <a:blip r:embed="rId4">
              <a:alphaModFix/>
            </a:blip>
            <a:srcRect b="0" l="0" r="0" t="0"/>
            <a:stretch/>
          </p:blipFill>
          <p:spPr>
            <a:xfrm>
              <a:off x="228600" y="1097280"/>
              <a:ext cx="7114032" cy="3890187"/>
            </a:xfrm>
            <a:prstGeom prst="rect">
              <a:avLst/>
            </a:prstGeom>
            <a:noFill/>
            <a:ln>
              <a:noFill/>
            </a:ln>
          </p:spPr>
        </p:pic>
        <p:sp>
          <p:nvSpPr>
            <p:cNvPr id="176" name="Google Shape;176;p25"/>
            <p:cNvSpPr/>
            <p:nvPr/>
          </p:nvSpPr>
          <p:spPr>
            <a:xfrm>
              <a:off x="940816" y="1109980"/>
              <a:ext cx="4255135" cy="1515745"/>
            </a:xfrm>
            <a:custGeom>
              <a:rect b="b" l="l" r="r" t="t"/>
              <a:pathLst>
                <a:path extrusionOk="0" h="1515745" w="4255135">
                  <a:moveTo>
                    <a:pt x="0" y="109042"/>
                  </a:moveTo>
                  <a:lnTo>
                    <a:pt x="235203" y="109042"/>
                  </a:lnTo>
                  <a:lnTo>
                    <a:pt x="235203" y="0"/>
                  </a:lnTo>
                  <a:lnTo>
                    <a:pt x="0" y="0"/>
                  </a:lnTo>
                  <a:lnTo>
                    <a:pt x="0" y="109042"/>
                  </a:lnTo>
                  <a:close/>
                </a:path>
                <a:path extrusionOk="0" h="1515745" w="4255135">
                  <a:moveTo>
                    <a:pt x="21031" y="1515389"/>
                  </a:moveTo>
                  <a:lnTo>
                    <a:pt x="2645562" y="1515389"/>
                  </a:lnTo>
                  <a:lnTo>
                    <a:pt x="2645562" y="1384541"/>
                  </a:lnTo>
                  <a:lnTo>
                    <a:pt x="21031" y="1384541"/>
                  </a:lnTo>
                  <a:lnTo>
                    <a:pt x="21031" y="1515389"/>
                  </a:lnTo>
                  <a:close/>
                </a:path>
                <a:path extrusionOk="0" h="1515745" w="4255135">
                  <a:moveTo>
                    <a:pt x="2691079" y="1515389"/>
                  </a:moveTo>
                  <a:lnTo>
                    <a:pt x="4254906" y="1515389"/>
                  </a:lnTo>
                  <a:lnTo>
                    <a:pt x="4254906" y="1384541"/>
                  </a:lnTo>
                  <a:lnTo>
                    <a:pt x="2691079" y="1384541"/>
                  </a:lnTo>
                  <a:lnTo>
                    <a:pt x="2691079" y="1515389"/>
                  </a:lnTo>
                  <a:close/>
                </a:path>
              </a:pathLst>
            </a:custGeom>
            <a:noFill/>
            <a:ln cap="flat" cmpd="sng" w="2540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177" name="Google Shape;177;p25"/>
          <p:cNvGrpSpPr/>
          <p:nvPr/>
        </p:nvGrpSpPr>
        <p:grpSpPr>
          <a:xfrm>
            <a:off x="4793085" y="2674689"/>
            <a:ext cx="4153126" cy="1991762"/>
            <a:chOff x="228599" y="5280946"/>
            <a:chExt cx="5613850" cy="3164039"/>
          </a:xfrm>
        </p:grpSpPr>
        <p:pic>
          <p:nvPicPr>
            <p:cNvPr id="178" name="Google Shape;178;p25"/>
            <p:cNvPicPr preferRelativeResize="0"/>
            <p:nvPr/>
          </p:nvPicPr>
          <p:blipFill rotWithShape="1">
            <a:blip r:embed="rId5">
              <a:alphaModFix/>
            </a:blip>
            <a:srcRect b="0" l="0" r="0" t="0"/>
            <a:stretch/>
          </p:blipFill>
          <p:spPr>
            <a:xfrm>
              <a:off x="228599" y="5280946"/>
              <a:ext cx="5613850" cy="3164039"/>
            </a:xfrm>
            <a:prstGeom prst="rect">
              <a:avLst/>
            </a:prstGeom>
            <a:noFill/>
            <a:ln>
              <a:noFill/>
            </a:ln>
          </p:spPr>
        </p:pic>
        <p:sp>
          <p:nvSpPr>
            <p:cNvPr id="179" name="Google Shape;179;p25"/>
            <p:cNvSpPr/>
            <p:nvPr/>
          </p:nvSpPr>
          <p:spPr>
            <a:xfrm>
              <a:off x="4436869" y="6539689"/>
              <a:ext cx="490220" cy="647065"/>
            </a:xfrm>
            <a:custGeom>
              <a:rect b="b" l="l" r="r" t="t"/>
              <a:pathLst>
                <a:path extrusionOk="0" h="647065" w="490220">
                  <a:moveTo>
                    <a:pt x="243306" y="0"/>
                  </a:moveTo>
                  <a:lnTo>
                    <a:pt x="0" y="343979"/>
                  </a:lnTo>
                  <a:lnTo>
                    <a:pt x="146608" y="343979"/>
                  </a:lnTo>
                  <a:lnTo>
                    <a:pt x="146608" y="646557"/>
                  </a:lnTo>
                  <a:lnTo>
                    <a:pt x="346252" y="646557"/>
                  </a:lnTo>
                  <a:lnTo>
                    <a:pt x="345579" y="343979"/>
                  </a:lnTo>
                  <a:lnTo>
                    <a:pt x="489750" y="343979"/>
                  </a:lnTo>
                  <a:lnTo>
                    <a:pt x="243306" y="0"/>
                  </a:lnTo>
                  <a:close/>
                </a:path>
              </a:pathLst>
            </a:custGeom>
            <a:solidFill>
              <a:srgbClr val="FCB80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0" name="Google Shape;180;p25"/>
            <p:cNvSpPr/>
            <p:nvPr/>
          </p:nvSpPr>
          <p:spPr>
            <a:xfrm>
              <a:off x="1316634" y="5567679"/>
              <a:ext cx="353694" cy="116839"/>
            </a:xfrm>
            <a:custGeom>
              <a:rect b="b" l="l" r="r" t="t"/>
              <a:pathLst>
                <a:path extrusionOk="0" h="116839" w="353694">
                  <a:moveTo>
                    <a:pt x="0" y="116801"/>
                  </a:moveTo>
                  <a:lnTo>
                    <a:pt x="353161" y="116801"/>
                  </a:lnTo>
                  <a:lnTo>
                    <a:pt x="353161" y="0"/>
                  </a:lnTo>
                  <a:lnTo>
                    <a:pt x="0" y="0"/>
                  </a:lnTo>
                  <a:lnTo>
                    <a:pt x="0" y="116801"/>
                  </a:lnTo>
                  <a:close/>
                </a:path>
              </a:pathLst>
            </a:custGeom>
            <a:noFill/>
            <a:ln cap="flat" cmpd="sng" w="2540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81" name="Google Shape;181;p25"/>
          <p:cNvSpPr txBox="1"/>
          <p:nvPr/>
        </p:nvSpPr>
        <p:spPr>
          <a:xfrm>
            <a:off x="190500" y="2830693"/>
            <a:ext cx="2897700" cy="132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In the search bar of the Boards Manager, lookup </a:t>
            </a:r>
            <a:r>
              <a:rPr b="1" lang="en" sz="1200">
                <a:solidFill>
                  <a:srgbClr val="231F20"/>
                </a:solidFill>
                <a:latin typeface="Lato"/>
                <a:ea typeface="Lato"/>
                <a:cs typeface="Lato"/>
                <a:sym typeface="Lato"/>
              </a:rPr>
              <a:t>esp32.</a:t>
            </a:r>
            <a:endParaRPr sz="1200">
              <a:latin typeface="Lato"/>
              <a:ea typeface="Lato"/>
              <a:cs typeface="Lato"/>
              <a:sym typeface="Lato"/>
            </a:endParaRPr>
          </a:p>
          <a:p>
            <a:pPr indent="0" lvl="0" marL="12700" rtl="0" algn="l">
              <a:lnSpc>
                <a:spcPct val="100000"/>
              </a:lnSpc>
              <a:spcBef>
                <a:spcPts val="30"/>
              </a:spcBef>
              <a:spcAft>
                <a:spcPts val="0"/>
              </a:spcAft>
              <a:buNone/>
            </a:pPr>
            <a:r>
              <a:rPr lang="en" sz="1200">
                <a:solidFill>
                  <a:srgbClr val="231F20"/>
                </a:solidFill>
                <a:latin typeface="Lato"/>
                <a:ea typeface="Lato"/>
                <a:cs typeface="Lato"/>
                <a:sym typeface="Lato"/>
              </a:rPr>
              <a:t>Update to the most recent version if you don’t already have it.</a:t>
            </a:r>
            <a:endParaRPr sz="1200">
              <a:latin typeface="Lato"/>
              <a:ea typeface="Lato"/>
              <a:cs typeface="Lato"/>
              <a:sym typeface="Lato"/>
            </a:endParaRPr>
          </a:p>
          <a:p>
            <a:pPr indent="0" lvl="0" marL="0" rtl="0" algn="l">
              <a:lnSpc>
                <a:spcPct val="100000"/>
              </a:lnSpc>
              <a:spcBef>
                <a:spcPts val="100"/>
              </a:spcBef>
              <a:spcAft>
                <a:spcPts val="0"/>
              </a:spcAft>
              <a:buNone/>
            </a:pPr>
            <a:r>
              <a:t/>
            </a:r>
            <a:endParaRPr sz="1200">
              <a:latin typeface="Lato"/>
              <a:ea typeface="Lato"/>
              <a:cs typeface="Lato"/>
              <a:sym typeface="Lato"/>
            </a:endParaRPr>
          </a:p>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(Version 1.0.5 in not the most recent version)</a:t>
            </a:r>
            <a:endParaRPr sz="1200">
              <a:latin typeface="Lato"/>
              <a:ea typeface="Lato"/>
              <a:cs typeface="Lato"/>
              <a:sym typeface="Lato"/>
            </a:endParaRPr>
          </a:p>
        </p:txBody>
      </p:sp>
      <p:cxnSp>
        <p:nvCxnSpPr>
          <p:cNvPr id="182" name="Google Shape;182;p25"/>
          <p:cNvCxnSpPr/>
          <p:nvPr/>
        </p:nvCxnSpPr>
        <p:spPr>
          <a:xfrm>
            <a:off x="121925" y="2575550"/>
            <a:ext cx="8686800" cy="30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nvSpPr>
        <p:spPr>
          <a:xfrm>
            <a:off x="147300" y="2832475"/>
            <a:ext cx="2067000" cy="228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 sz="1400">
                <a:solidFill>
                  <a:schemeClr val="dk2"/>
                </a:solidFill>
                <a:latin typeface="Lato"/>
                <a:ea typeface="Lato"/>
                <a:cs typeface="Lato"/>
                <a:sym typeface="Lato"/>
              </a:rPr>
              <a:t>Add the EZO I2C Library</a:t>
            </a:r>
            <a:endParaRPr sz="1400">
              <a:solidFill>
                <a:schemeClr val="dk2"/>
              </a:solidFill>
              <a:latin typeface="Lato"/>
              <a:ea typeface="Lato"/>
              <a:cs typeface="Lato"/>
              <a:sym typeface="Lato"/>
            </a:endParaRPr>
          </a:p>
        </p:txBody>
      </p:sp>
      <p:sp>
        <p:nvSpPr>
          <p:cNvPr id="188" name="Google Shape;188;p26"/>
          <p:cNvSpPr txBox="1"/>
          <p:nvPr/>
        </p:nvSpPr>
        <p:spPr>
          <a:xfrm>
            <a:off x="101600" y="978400"/>
            <a:ext cx="3205500" cy="13290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Click </a:t>
            </a:r>
            <a:r>
              <a:rPr lang="en" sz="1200" u="sng">
                <a:solidFill>
                  <a:srgbClr val="1692CF"/>
                </a:solidFill>
                <a:latin typeface="Lato"/>
                <a:ea typeface="Lato"/>
                <a:cs typeface="Lato"/>
                <a:sym typeface="Lato"/>
                <a:hlinkClick r:id="rId3">
                  <a:extLst>
                    <a:ext uri="{A12FA001-AC4F-418D-AE19-62706E023703}">
                      <ahyp:hlinkClr val="tx"/>
                    </a:ext>
                  </a:extLst>
                </a:hlinkClick>
              </a:rPr>
              <a:t>HERE</a:t>
            </a:r>
            <a:r>
              <a:rPr lang="en" sz="1200">
                <a:solidFill>
                  <a:srgbClr val="1692CF"/>
                </a:solidFill>
                <a:latin typeface="Lato"/>
                <a:ea typeface="Lato"/>
                <a:cs typeface="Lato"/>
                <a:sym typeface="Lato"/>
              </a:rPr>
              <a:t> </a:t>
            </a:r>
            <a:r>
              <a:rPr lang="en" sz="1200">
                <a:solidFill>
                  <a:srgbClr val="231F20"/>
                </a:solidFill>
                <a:latin typeface="Lato"/>
                <a:ea typeface="Lato"/>
                <a:cs typeface="Lato"/>
                <a:sym typeface="Lato"/>
              </a:rPr>
              <a:t>to download the latest version of the ThingSpeak library.</a:t>
            </a:r>
            <a:endParaRPr sz="1200">
              <a:latin typeface="Lato"/>
              <a:ea typeface="Lato"/>
              <a:cs typeface="Lato"/>
              <a:sym typeface="Lato"/>
            </a:endParaRPr>
          </a:p>
          <a:p>
            <a:pPr indent="0" lvl="0" marL="0" rtl="0" algn="l">
              <a:lnSpc>
                <a:spcPct val="100000"/>
              </a:lnSpc>
              <a:spcBef>
                <a:spcPts val="105"/>
              </a:spcBef>
              <a:spcAft>
                <a:spcPts val="0"/>
              </a:spcAft>
              <a:buNone/>
            </a:pPr>
            <a:r>
              <a:t/>
            </a:r>
            <a:endParaRPr sz="1200">
              <a:latin typeface="Lato"/>
              <a:ea typeface="Lato"/>
              <a:cs typeface="Lato"/>
              <a:sym typeface="Lato"/>
            </a:endParaRPr>
          </a:p>
          <a:p>
            <a:pPr indent="0" lvl="0" marL="12700" rtl="0" algn="l">
              <a:lnSpc>
                <a:spcPct val="100000"/>
              </a:lnSpc>
              <a:spcBef>
                <a:spcPts val="0"/>
              </a:spcBef>
              <a:spcAft>
                <a:spcPts val="0"/>
              </a:spcAft>
              <a:buNone/>
            </a:pPr>
            <a:r>
              <a:rPr b="1" i="1" lang="en" sz="1200">
                <a:solidFill>
                  <a:srgbClr val="231F20"/>
                </a:solidFill>
                <a:latin typeface="Lato"/>
                <a:ea typeface="Lato"/>
                <a:cs typeface="Lato"/>
                <a:sym typeface="Lato"/>
              </a:rPr>
              <a:t>Don’t unzip it!</a:t>
            </a:r>
            <a:endParaRPr sz="1200">
              <a:latin typeface="Lato"/>
              <a:ea typeface="Lato"/>
              <a:cs typeface="Lato"/>
              <a:sym typeface="Lato"/>
            </a:endParaRPr>
          </a:p>
          <a:p>
            <a:pPr indent="0" lvl="0" marL="12700" rtl="0" algn="l">
              <a:lnSpc>
                <a:spcPct val="100000"/>
              </a:lnSpc>
              <a:spcBef>
                <a:spcPts val="25"/>
              </a:spcBef>
              <a:spcAft>
                <a:spcPts val="0"/>
              </a:spcAft>
              <a:buNone/>
            </a:pPr>
            <a:r>
              <a:rPr lang="en" sz="1200">
                <a:solidFill>
                  <a:srgbClr val="231F20"/>
                </a:solidFill>
                <a:latin typeface="Lato"/>
                <a:ea typeface="Lato"/>
                <a:cs typeface="Lato"/>
                <a:sym typeface="Lato"/>
              </a:rPr>
              <a:t>Import the .ZIP file into your Arduino IDE.</a:t>
            </a:r>
            <a:endParaRPr sz="1200">
              <a:latin typeface="Lato"/>
              <a:ea typeface="Lato"/>
              <a:cs typeface="Lato"/>
              <a:sym typeface="Lato"/>
            </a:endParaRPr>
          </a:p>
          <a:p>
            <a:pPr indent="0" lvl="0" marL="12700" rtl="0" algn="l">
              <a:lnSpc>
                <a:spcPct val="100000"/>
              </a:lnSpc>
              <a:spcBef>
                <a:spcPts val="30"/>
              </a:spcBef>
              <a:spcAft>
                <a:spcPts val="0"/>
              </a:spcAft>
              <a:buNone/>
            </a:pPr>
            <a:r>
              <a:rPr lang="en" sz="1200">
                <a:solidFill>
                  <a:srgbClr val="231F20"/>
                </a:solidFill>
                <a:latin typeface="Lato"/>
                <a:ea typeface="Lato"/>
                <a:cs typeface="Lato"/>
                <a:sym typeface="Lato"/>
              </a:rPr>
              <a:t>To import the .ZIP file go to </a:t>
            </a:r>
            <a:r>
              <a:rPr b="1" lang="en" sz="1200">
                <a:solidFill>
                  <a:srgbClr val="231F20"/>
                </a:solidFill>
                <a:latin typeface="Lato"/>
                <a:ea typeface="Lato"/>
                <a:cs typeface="Lato"/>
                <a:sym typeface="Lato"/>
              </a:rPr>
              <a:t>Sketch &gt; Include Library &gt; Add .ZIP Library</a:t>
            </a:r>
            <a:endParaRPr sz="1200">
              <a:latin typeface="Lato"/>
              <a:ea typeface="Lato"/>
              <a:cs typeface="Lato"/>
              <a:sym typeface="Lato"/>
            </a:endParaRPr>
          </a:p>
        </p:txBody>
      </p:sp>
      <p:grpSp>
        <p:nvGrpSpPr>
          <p:cNvPr id="189" name="Google Shape;189;p26"/>
          <p:cNvGrpSpPr/>
          <p:nvPr/>
        </p:nvGrpSpPr>
        <p:grpSpPr>
          <a:xfrm>
            <a:off x="3496687" y="563467"/>
            <a:ext cx="5381061" cy="1878242"/>
            <a:chOff x="228600" y="1940864"/>
            <a:chExt cx="7315200" cy="2228045"/>
          </a:xfrm>
        </p:grpSpPr>
        <p:pic>
          <p:nvPicPr>
            <p:cNvPr id="190" name="Google Shape;190;p26"/>
            <p:cNvPicPr preferRelativeResize="0"/>
            <p:nvPr/>
          </p:nvPicPr>
          <p:blipFill rotWithShape="1">
            <a:blip r:embed="rId4">
              <a:alphaModFix/>
            </a:blip>
            <a:srcRect b="0" l="0" r="0" t="0"/>
            <a:stretch/>
          </p:blipFill>
          <p:spPr>
            <a:xfrm>
              <a:off x="228600" y="1940864"/>
              <a:ext cx="7315200" cy="2228045"/>
            </a:xfrm>
            <a:prstGeom prst="rect">
              <a:avLst/>
            </a:prstGeom>
            <a:noFill/>
            <a:ln>
              <a:noFill/>
            </a:ln>
          </p:spPr>
        </p:pic>
        <p:sp>
          <p:nvSpPr>
            <p:cNvPr id="191" name="Google Shape;191;p26"/>
            <p:cNvSpPr/>
            <p:nvPr/>
          </p:nvSpPr>
          <p:spPr>
            <a:xfrm>
              <a:off x="815543" y="1953564"/>
              <a:ext cx="5225415" cy="2141854"/>
            </a:xfrm>
            <a:custGeom>
              <a:rect b="b" l="l" r="r" t="t"/>
              <a:pathLst>
                <a:path extrusionOk="0" h="2141854" w="5225415">
                  <a:moveTo>
                    <a:pt x="0" y="167944"/>
                  </a:moveTo>
                  <a:lnTo>
                    <a:pt x="409854" y="167944"/>
                  </a:lnTo>
                  <a:lnTo>
                    <a:pt x="409854" y="0"/>
                  </a:lnTo>
                  <a:lnTo>
                    <a:pt x="0" y="0"/>
                  </a:lnTo>
                  <a:lnTo>
                    <a:pt x="0" y="167944"/>
                  </a:lnTo>
                  <a:close/>
                </a:path>
                <a:path extrusionOk="0" h="2141854" w="5225415">
                  <a:moveTo>
                    <a:pt x="28346" y="1651101"/>
                  </a:moveTo>
                  <a:lnTo>
                    <a:pt x="2630017" y="1651101"/>
                  </a:lnTo>
                  <a:lnTo>
                    <a:pt x="2630017" y="1452473"/>
                  </a:lnTo>
                  <a:lnTo>
                    <a:pt x="28346" y="1452473"/>
                  </a:lnTo>
                  <a:lnTo>
                    <a:pt x="28346" y="1651101"/>
                  </a:lnTo>
                  <a:close/>
                </a:path>
                <a:path extrusionOk="0" h="2141854" w="5225415">
                  <a:moveTo>
                    <a:pt x="2686507" y="2141397"/>
                  </a:moveTo>
                  <a:lnTo>
                    <a:pt x="5225084" y="2141397"/>
                  </a:lnTo>
                  <a:lnTo>
                    <a:pt x="5225084" y="1942769"/>
                  </a:lnTo>
                  <a:lnTo>
                    <a:pt x="2686507" y="1942769"/>
                  </a:lnTo>
                  <a:lnTo>
                    <a:pt x="2686507" y="2141397"/>
                  </a:lnTo>
                  <a:close/>
                </a:path>
              </a:pathLst>
            </a:custGeom>
            <a:noFill/>
            <a:ln cap="flat" cmpd="sng" w="2540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92" name="Google Shape;192;p26"/>
          <p:cNvSpPr txBox="1"/>
          <p:nvPr/>
        </p:nvSpPr>
        <p:spPr>
          <a:xfrm>
            <a:off x="147300" y="3165288"/>
            <a:ext cx="3302700" cy="11307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To download the Ezo_I2c library file, click </a:t>
            </a:r>
            <a:r>
              <a:rPr lang="en" sz="1200" u="sng">
                <a:solidFill>
                  <a:srgbClr val="1692CF"/>
                </a:solidFill>
                <a:latin typeface="Lato"/>
                <a:ea typeface="Lato"/>
                <a:cs typeface="Lato"/>
                <a:sym typeface="Lato"/>
                <a:hlinkClick r:id="rId5">
                  <a:extLst>
                    <a:ext uri="{A12FA001-AC4F-418D-AE19-62706E023703}">
                      <ahyp:hlinkClr val="tx"/>
                    </a:ext>
                  </a:extLst>
                </a:hlinkClick>
              </a:rPr>
              <a:t>HERE</a:t>
            </a:r>
            <a:r>
              <a:rPr lang="en" sz="1200">
                <a:solidFill>
                  <a:srgbClr val="1692CF"/>
                </a:solidFill>
                <a:latin typeface="Lato"/>
                <a:ea typeface="Lato"/>
                <a:cs typeface="Lato"/>
                <a:sym typeface="Lato"/>
              </a:rPr>
              <a:t>.</a:t>
            </a:r>
            <a:endParaRPr sz="1200">
              <a:solidFill>
                <a:srgbClr val="1692CF"/>
              </a:solidFill>
              <a:latin typeface="Lato"/>
              <a:ea typeface="Lato"/>
              <a:cs typeface="Lato"/>
              <a:sym typeface="Lato"/>
            </a:endParaRPr>
          </a:p>
          <a:p>
            <a:pPr indent="0" lvl="0" marL="12700" rtl="0" algn="l">
              <a:lnSpc>
                <a:spcPct val="100000"/>
              </a:lnSpc>
              <a:spcBef>
                <a:spcPts val="0"/>
              </a:spcBef>
              <a:spcAft>
                <a:spcPts val="0"/>
              </a:spcAft>
              <a:buNone/>
            </a:pPr>
            <a:r>
              <a:t/>
            </a:r>
            <a:endParaRPr sz="1200">
              <a:solidFill>
                <a:srgbClr val="1692CF"/>
              </a:solidFill>
              <a:latin typeface="Lato"/>
              <a:ea typeface="Lato"/>
              <a:cs typeface="Lato"/>
              <a:sym typeface="Lato"/>
            </a:endParaRPr>
          </a:p>
          <a:p>
            <a:pPr indent="0" lvl="0" marL="12700" rtl="0" algn="l">
              <a:spcBef>
                <a:spcPts val="0"/>
              </a:spcBef>
              <a:spcAft>
                <a:spcPts val="0"/>
              </a:spcAft>
              <a:buNone/>
            </a:pPr>
            <a:r>
              <a:rPr b="1" i="1" lang="en" sz="1200">
                <a:solidFill>
                  <a:srgbClr val="231F20"/>
                </a:solidFill>
                <a:latin typeface="Lato"/>
                <a:ea typeface="Lato"/>
                <a:cs typeface="Lato"/>
                <a:sym typeface="Lato"/>
              </a:rPr>
              <a:t>Don’t unzip it!</a:t>
            </a:r>
            <a:endParaRPr sz="1200">
              <a:solidFill>
                <a:schemeClr val="dk2"/>
              </a:solidFill>
              <a:latin typeface="Lato"/>
              <a:ea typeface="Lato"/>
              <a:cs typeface="Lato"/>
              <a:sym typeface="Lato"/>
            </a:endParaRPr>
          </a:p>
          <a:p>
            <a:pPr indent="0" lvl="0" marL="12700" rtl="0" algn="l">
              <a:spcBef>
                <a:spcPts val="25"/>
              </a:spcBef>
              <a:spcAft>
                <a:spcPts val="0"/>
              </a:spcAft>
              <a:buNone/>
            </a:pPr>
            <a:r>
              <a:rPr lang="en" sz="1200">
                <a:solidFill>
                  <a:srgbClr val="231F20"/>
                </a:solidFill>
                <a:latin typeface="Lato"/>
                <a:ea typeface="Lato"/>
                <a:cs typeface="Lato"/>
                <a:sym typeface="Lato"/>
              </a:rPr>
              <a:t>Import the .ZIP file into your Arduino IDE.</a:t>
            </a:r>
            <a:endParaRPr sz="1200">
              <a:solidFill>
                <a:schemeClr val="dk2"/>
              </a:solidFill>
              <a:latin typeface="Lato"/>
              <a:ea typeface="Lato"/>
              <a:cs typeface="Lato"/>
              <a:sym typeface="Lato"/>
            </a:endParaRPr>
          </a:p>
          <a:p>
            <a:pPr indent="0" lvl="0" marL="12700" rtl="0" algn="l">
              <a:spcBef>
                <a:spcPts val="30"/>
              </a:spcBef>
              <a:spcAft>
                <a:spcPts val="0"/>
              </a:spcAft>
              <a:buNone/>
            </a:pPr>
            <a:r>
              <a:rPr lang="en" sz="1200">
                <a:solidFill>
                  <a:srgbClr val="231F20"/>
                </a:solidFill>
                <a:latin typeface="Lato"/>
                <a:ea typeface="Lato"/>
                <a:cs typeface="Lato"/>
                <a:sym typeface="Lato"/>
              </a:rPr>
              <a:t>To import the .ZIP file go to </a:t>
            </a:r>
            <a:r>
              <a:rPr b="1" lang="en" sz="1200">
                <a:solidFill>
                  <a:srgbClr val="231F20"/>
                </a:solidFill>
                <a:latin typeface="Lato"/>
                <a:ea typeface="Lato"/>
                <a:cs typeface="Lato"/>
                <a:sym typeface="Lato"/>
              </a:rPr>
              <a:t>Sketch &gt; Include Library &gt; Add .ZIP Library</a:t>
            </a:r>
            <a:endParaRPr sz="1200">
              <a:solidFill>
                <a:srgbClr val="1692CF"/>
              </a:solidFill>
              <a:latin typeface="Lato"/>
              <a:ea typeface="Lato"/>
              <a:cs typeface="Lato"/>
              <a:sym typeface="Lato"/>
            </a:endParaRPr>
          </a:p>
        </p:txBody>
      </p:sp>
      <p:grpSp>
        <p:nvGrpSpPr>
          <p:cNvPr id="193" name="Google Shape;193;p26"/>
          <p:cNvGrpSpPr/>
          <p:nvPr/>
        </p:nvGrpSpPr>
        <p:grpSpPr>
          <a:xfrm>
            <a:off x="3307085" y="2811594"/>
            <a:ext cx="5760264" cy="1912682"/>
            <a:chOff x="291798" y="5555303"/>
            <a:chExt cx="7252000" cy="2970464"/>
          </a:xfrm>
        </p:grpSpPr>
        <p:pic>
          <p:nvPicPr>
            <p:cNvPr id="194" name="Google Shape;194;p26"/>
            <p:cNvPicPr preferRelativeResize="0"/>
            <p:nvPr/>
          </p:nvPicPr>
          <p:blipFill rotWithShape="1">
            <a:blip r:embed="rId6">
              <a:alphaModFix/>
            </a:blip>
            <a:srcRect b="0" l="0" r="0" t="0"/>
            <a:stretch/>
          </p:blipFill>
          <p:spPr>
            <a:xfrm>
              <a:off x="291798" y="5555303"/>
              <a:ext cx="7252000" cy="2891314"/>
            </a:xfrm>
            <a:prstGeom prst="rect">
              <a:avLst/>
            </a:prstGeom>
            <a:noFill/>
            <a:ln>
              <a:noFill/>
            </a:ln>
          </p:spPr>
        </p:pic>
        <p:sp>
          <p:nvSpPr>
            <p:cNvPr id="195" name="Google Shape;195;p26"/>
            <p:cNvSpPr/>
            <p:nvPr/>
          </p:nvSpPr>
          <p:spPr>
            <a:xfrm>
              <a:off x="6629298" y="5599683"/>
              <a:ext cx="817879" cy="228600"/>
            </a:xfrm>
            <a:custGeom>
              <a:rect b="b" l="l" r="r" t="t"/>
              <a:pathLst>
                <a:path extrusionOk="0" h="228600" w="817879">
                  <a:moveTo>
                    <a:pt x="0" y="228536"/>
                  </a:moveTo>
                  <a:lnTo>
                    <a:pt x="817676" y="228536"/>
                  </a:lnTo>
                  <a:lnTo>
                    <a:pt x="817676" y="0"/>
                  </a:lnTo>
                  <a:lnTo>
                    <a:pt x="0" y="0"/>
                  </a:lnTo>
                  <a:lnTo>
                    <a:pt x="0" y="228536"/>
                  </a:lnTo>
                  <a:close/>
                </a:path>
              </a:pathLst>
            </a:custGeom>
            <a:noFill/>
            <a:ln cap="flat" cmpd="sng" w="2540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6" name="Google Shape;196;p26"/>
            <p:cNvSpPr/>
            <p:nvPr/>
          </p:nvSpPr>
          <p:spPr>
            <a:xfrm>
              <a:off x="5093204" y="7827267"/>
              <a:ext cx="528954" cy="698500"/>
            </a:xfrm>
            <a:custGeom>
              <a:rect b="b" l="l" r="r" t="t"/>
              <a:pathLst>
                <a:path extrusionOk="0" h="698500" w="528954">
                  <a:moveTo>
                    <a:pt x="262762" y="0"/>
                  </a:moveTo>
                  <a:lnTo>
                    <a:pt x="0" y="371462"/>
                  </a:lnTo>
                  <a:lnTo>
                    <a:pt x="158330" y="371462"/>
                  </a:lnTo>
                  <a:lnTo>
                    <a:pt x="158330" y="698220"/>
                  </a:lnTo>
                  <a:lnTo>
                    <a:pt x="373926" y="698220"/>
                  </a:lnTo>
                  <a:lnTo>
                    <a:pt x="373202" y="371462"/>
                  </a:lnTo>
                  <a:lnTo>
                    <a:pt x="528891" y="371462"/>
                  </a:lnTo>
                  <a:lnTo>
                    <a:pt x="262762" y="0"/>
                  </a:lnTo>
                  <a:close/>
                </a:path>
              </a:pathLst>
            </a:custGeom>
            <a:solidFill>
              <a:srgbClr val="FCB80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97" name="Google Shape;197;p26"/>
          <p:cNvSpPr txBox="1"/>
          <p:nvPr/>
        </p:nvSpPr>
        <p:spPr>
          <a:xfrm>
            <a:off x="101600" y="462300"/>
            <a:ext cx="3123900" cy="442500"/>
          </a:xfrm>
          <a:prstGeom prst="rect">
            <a:avLst/>
          </a:prstGeom>
          <a:noFill/>
          <a:ln>
            <a:noFill/>
          </a:ln>
        </p:spPr>
        <p:txBody>
          <a:bodyPr anchorCtr="0" anchor="t" bIns="0" lIns="0" spcFirstLastPara="1" rIns="0" wrap="square" tIns="11425">
            <a:spAutoFit/>
          </a:bodyPr>
          <a:lstStyle/>
          <a:p>
            <a:pPr indent="0" lvl="0" marL="12700" rtl="0" algn="l">
              <a:spcBef>
                <a:spcPts val="0"/>
              </a:spcBef>
              <a:spcAft>
                <a:spcPts val="0"/>
              </a:spcAft>
              <a:buNone/>
            </a:pPr>
            <a:r>
              <a:rPr b="1" lang="en">
                <a:solidFill>
                  <a:schemeClr val="dk2"/>
                </a:solidFill>
                <a:latin typeface="Lato"/>
                <a:ea typeface="Lato"/>
                <a:cs typeface="Lato"/>
                <a:sym typeface="Lato"/>
              </a:rPr>
              <a:t>Download the ThingSpeak library for Arduino</a:t>
            </a:r>
            <a:endParaRPr b="1">
              <a:solidFill>
                <a:schemeClr val="dk2"/>
              </a:solidFill>
              <a:latin typeface="Lato"/>
              <a:ea typeface="Lato"/>
              <a:cs typeface="Lato"/>
              <a:sym typeface="Lato"/>
            </a:endParaRPr>
          </a:p>
        </p:txBody>
      </p:sp>
      <p:cxnSp>
        <p:nvCxnSpPr>
          <p:cNvPr id="198" name="Google Shape;198;p26"/>
          <p:cNvCxnSpPr/>
          <p:nvPr/>
        </p:nvCxnSpPr>
        <p:spPr>
          <a:xfrm>
            <a:off x="220975" y="2689850"/>
            <a:ext cx="8747700" cy="38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7"/>
          <p:cNvSpPr txBox="1"/>
          <p:nvPr/>
        </p:nvSpPr>
        <p:spPr>
          <a:xfrm>
            <a:off x="293450" y="1302272"/>
            <a:ext cx="3638400" cy="1014000"/>
          </a:xfrm>
          <a:prstGeom prst="rect">
            <a:avLst/>
          </a:prstGeom>
          <a:noFill/>
          <a:ln>
            <a:noFill/>
          </a:ln>
        </p:spPr>
        <p:txBody>
          <a:bodyPr anchorCtr="0" anchor="t" bIns="0" lIns="0" spcFirstLastPara="1" rIns="0" wrap="square" tIns="11425">
            <a:spAutoFit/>
          </a:bodyPr>
          <a:lstStyle/>
          <a:p>
            <a:pPr indent="0" lvl="0" marL="0" rtl="0" algn="l">
              <a:lnSpc>
                <a:spcPct val="100000"/>
              </a:lnSpc>
              <a:spcBef>
                <a:spcPts val="0"/>
              </a:spcBef>
              <a:spcAft>
                <a:spcPts val="0"/>
              </a:spcAft>
              <a:buNone/>
            </a:pPr>
            <a:r>
              <a:rPr b="1" lang="en">
                <a:solidFill>
                  <a:schemeClr val="dk2"/>
                </a:solidFill>
                <a:latin typeface="Lato"/>
                <a:ea typeface="Lato"/>
                <a:cs typeface="Lato"/>
                <a:sym typeface="Lato"/>
              </a:rPr>
              <a:t>S</a:t>
            </a:r>
            <a:r>
              <a:rPr b="1" lang="en" sz="1400">
                <a:solidFill>
                  <a:schemeClr val="dk2"/>
                </a:solidFill>
                <a:latin typeface="Lato"/>
                <a:ea typeface="Lato"/>
                <a:cs typeface="Lato"/>
                <a:sym typeface="Lato"/>
              </a:rPr>
              <a:t>elect, open and adjust the code you want to use for your Wi-Fi Kit</a:t>
            </a:r>
            <a:endParaRPr sz="1400">
              <a:solidFill>
                <a:schemeClr val="dk2"/>
              </a:solidFill>
              <a:latin typeface="Lato"/>
              <a:ea typeface="Lato"/>
              <a:cs typeface="Lato"/>
              <a:sym typeface="Lato"/>
            </a:endParaRPr>
          </a:p>
          <a:p>
            <a:pPr indent="0" lvl="0" marL="12700" rtl="0" algn="l">
              <a:lnSpc>
                <a:spcPct val="100000"/>
              </a:lnSpc>
              <a:spcBef>
                <a:spcPts val="1575"/>
              </a:spcBef>
              <a:spcAft>
                <a:spcPts val="0"/>
              </a:spcAft>
              <a:buNone/>
            </a:pPr>
            <a:r>
              <a:rPr b="1" lang="en" sz="1200">
                <a:solidFill>
                  <a:srgbClr val="231F20"/>
                </a:solidFill>
                <a:latin typeface="Lato"/>
                <a:ea typeface="Lato"/>
                <a:cs typeface="Lato"/>
                <a:sym typeface="Lato"/>
              </a:rPr>
              <a:t>File&gt; Examples&gt; EZO_I2C_lib-master&gt; Examples&gt; IOT_kits&gt; hydroponics_kit</a:t>
            </a:r>
            <a:endParaRPr sz="1200">
              <a:latin typeface="Lato"/>
              <a:ea typeface="Lato"/>
              <a:cs typeface="Lato"/>
              <a:sym typeface="Lato"/>
            </a:endParaRPr>
          </a:p>
        </p:txBody>
      </p:sp>
      <p:sp>
        <p:nvSpPr>
          <p:cNvPr id="204" name="Google Shape;204;p27"/>
          <p:cNvSpPr txBox="1"/>
          <p:nvPr/>
        </p:nvSpPr>
        <p:spPr>
          <a:xfrm>
            <a:off x="215900" y="85750"/>
            <a:ext cx="1003500" cy="659400"/>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t/>
            </a:r>
            <a:endParaRPr b="1" sz="4200">
              <a:solidFill>
                <a:srgbClr val="289045"/>
              </a:solidFill>
              <a:latin typeface="Calibri"/>
              <a:ea typeface="Calibri"/>
              <a:cs typeface="Calibri"/>
              <a:sym typeface="Calibri"/>
            </a:endParaRPr>
          </a:p>
        </p:txBody>
      </p:sp>
      <p:sp>
        <p:nvSpPr>
          <p:cNvPr id="205" name="Google Shape;205;p27"/>
          <p:cNvSpPr txBox="1"/>
          <p:nvPr/>
        </p:nvSpPr>
        <p:spPr>
          <a:xfrm>
            <a:off x="293444" y="606619"/>
            <a:ext cx="26499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 sz="1400">
                <a:solidFill>
                  <a:schemeClr val="dk2"/>
                </a:solidFill>
                <a:latin typeface="Lato"/>
                <a:ea typeface="Lato"/>
                <a:cs typeface="Lato"/>
                <a:sym typeface="Lato"/>
              </a:rPr>
              <a:t>Flash the Hydroponics meter with the correct code</a:t>
            </a:r>
            <a:endParaRPr sz="1400">
              <a:solidFill>
                <a:schemeClr val="dk2"/>
              </a:solidFill>
              <a:latin typeface="Lato"/>
              <a:ea typeface="Lato"/>
              <a:cs typeface="Lato"/>
              <a:sym typeface="Lato"/>
            </a:endParaRPr>
          </a:p>
        </p:txBody>
      </p:sp>
      <p:pic>
        <p:nvPicPr>
          <p:cNvPr id="206" name="Google Shape;206;p27"/>
          <p:cNvPicPr preferRelativeResize="0"/>
          <p:nvPr/>
        </p:nvPicPr>
        <p:blipFill rotWithShape="1">
          <a:blip r:embed="rId3">
            <a:alphaModFix/>
          </a:blip>
          <a:srcRect b="0" l="0" r="0" t="0"/>
          <a:stretch/>
        </p:blipFill>
        <p:spPr>
          <a:xfrm>
            <a:off x="5302362" y="55250"/>
            <a:ext cx="2813851" cy="2461251"/>
          </a:xfrm>
          <a:prstGeom prst="rect">
            <a:avLst/>
          </a:prstGeom>
          <a:noFill/>
          <a:ln>
            <a:noFill/>
          </a:ln>
        </p:spPr>
      </p:pic>
      <p:sp>
        <p:nvSpPr>
          <p:cNvPr id="207" name="Google Shape;207;p27"/>
          <p:cNvSpPr txBox="1"/>
          <p:nvPr/>
        </p:nvSpPr>
        <p:spPr>
          <a:xfrm>
            <a:off x="215900" y="3272251"/>
            <a:ext cx="4092600" cy="144870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n">
                <a:solidFill>
                  <a:schemeClr val="dk2"/>
                </a:solidFill>
                <a:latin typeface="Lato"/>
                <a:ea typeface="Lato"/>
                <a:cs typeface="Lato"/>
                <a:sym typeface="Lato"/>
              </a:rPr>
              <a:t>S</a:t>
            </a:r>
            <a:r>
              <a:rPr b="1" lang="en" sz="1400">
                <a:solidFill>
                  <a:schemeClr val="dk2"/>
                </a:solidFill>
                <a:latin typeface="Lato"/>
                <a:ea typeface="Lato"/>
                <a:cs typeface="Lato"/>
                <a:sym typeface="Lato"/>
              </a:rPr>
              <a:t>et the target CPU to flash</a:t>
            </a:r>
            <a:endParaRPr sz="1400">
              <a:solidFill>
                <a:schemeClr val="dk2"/>
              </a:solidFill>
              <a:latin typeface="Lato"/>
              <a:ea typeface="Lato"/>
              <a:cs typeface="Lato"/>
              <a:sym typeface="Lato"/>
            </a:endParaRPr>
          </a:p>
          <a:p>
            <a:pPr indent="0" lvl="0" marL="12700" rtl="0" algn="l">
              <a:lnSpc>
                <a:spcPct val="100000"/>
              </a:lnSpc>
              <a:spcBef>
                <a:spcPts val="1575"/>
              </a:spcBef>
              <a:spcAft>
                <a:spcPts val="0"/>
              </a:spcAft>
              <a:buNone/>
            </a:pPr>
            <a:r>
              <a:rPr b="1" lang="en" sz="1200">
                <a:solidFill>
                  <a:srgbClr val="231F20"/>
                </a:solidFill>
                <a:latin typeface="Lato"/>
                <a:ea typeface="Lato"/>
                <a:cs typeface="Lato"/>
                <a:sym typeface="Lato"/>
              </a:rPr>
              <a:t>Tools&gt; Board&gt; ESP32 Arduino &gt; Adafruit ESP32 Feather</a:t>
            </a:r>
            <a:endParaRPr b="1" sz="1200">
              <a:solidFill>
                <a:srgbClr val="231F20"/>
              </a:solidFill>
              <a:latin typeface="Lato"/>
              <a:ea typeface="Lato"/>
              <a:cs typeface="Lato"/>
              <a:sym typeface="Lato"/>
            </a:endParaRPr>
          </a:p>
          <a:p>
            <a:pPr indent="0" lvl="0" marL="12700" rtl="0" algn="l">
              <a:lnSpc>
                <a:spcPct val="100000"/>
              </a:lnSpc>
              <a:spcBef>
                <a:spcPts val="1575"/>
              </a:spcBef>
              <a:spcAft>
                <a:spcPts val="0"/>
              </a:spcAft>
              <a:buNone/>
            </a:pPr>
            <a:r>
              <a:t/>
            </a:r>
            <a:endParaRPr b="1" sz="1200">
              <a:solidFill>
                <a:srgbClr val="231F20"/>
              </a:solidFill>
              <a:latin typeface="Lato"/>
              <a:ea typeface="Lato"/>
              <a:cs typeface="Lato"/>
              <a:sym typeface="Lato"/>
            </a:endParaRPr>
          </a:p>
          <a:p>
            <a:pPr indent="0" lvl="0" marL="0" rtl="0" algn="l">
              <a:lnSpc>
                <a:spcPct val="100000"/>
              </a:lnSpc>
              <a:spcBef>
                <a:spcPts val="1575"/>
              </a:spcBef>
              <a:spcAft>
                <a:spcPts val="0"/>
              </a:spcAft>
              <a:buNone/>
            </a:pPr>
            <a:r>
              <a:rPr b="1" lang="en" sz="1600">
                <a:solidFill>
                  <a:srgbClr val="231F20"/>
                </a:solidFill>
                <a:latin typeface="Lato"/>
                <a:ea typeface="Lato"/>
                <a:cs typeface="Lato"/>
                <a:sym typeface="Lato"/>
              </a:rPr>
              <a:t>Enlarge Photos if Needed</a:t>
            </a:r>
            <a:endParaRPr b="1" sz="1600">
              <a:solidFill>
                <a:srgbClr val="231F20"/>
              </a:solidFill>
              <a:latin typeface="Lato"/>
              <a:ea typeface="Lato"/>
              <a:cs typeface="Lato"/>
              <a:sym typeface="Lato"/>
            </a:endParaRPr>
          </a:p>
        </p:txBody>
      </p:sp>
      <p:sp>
        <p:nvSpPr>
          <p:cNvPr id="208" name="Google Shape;208;p27"/>
          <p:cNvSpPr txBox="1"/>
          <p:nvPr/>
        </p:nvSpPr>
        <p:spPr>
          <a:xfrm>
            <a:off x="215904" y="2906259"/>
            <a:ext cx="2606700" cy="228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 sz="1400">
                <a:solidFill>
                  <a:schemeClr val="dk2"/>
                </a:solidFill>
                <a:latin typeface="Lato"/>
                <a:ea typeface="Lato"/>
                <a:cs typeface="Lato"/>
                <a:sym typeface="Lato"/>
              </a:rPr>
              <a:t>Setting up the HUZZAH board</a:t>
            </a:r>
            <a:endParaRPr sz="1400">
              <a:solidFill>
                <a:schemeClr val="dk2"/>
              </a:solidFill>
              <a:latin typeface="Lato"/>
              <a:ea typeface="Lato"/>
              <a:cs typeface="Lato"/>
              <a:sym typeface="Lato"/>
            </a:endParaRPr>
          </a:p>
        </p:txBody>
      </p:sp>
      <p:grpSp>
        <p:nvGrpSpPr>
          <p:cNvPr id="209" name="Google Shape;209;p27"/>
          <p:cNvGrpSpPr/>
          <p:nvPr/>
        </p:nvGrpSpPr>
        <p:grpSpPr>
          <a:xfrm>
            <a:off x="5243742" y="2616691"/>
            <a:ext cx="3329689" cy="2460986"/>
            <a:chOff x="224193" y="4332846"/>
            <a:chExt cx="7319606" cy="5496953"/>
          </a:xfrm>
        </p:grpSpPr>
        <p:pic>
          <p:nvPicPr>
            <p:cNvPr id="210" name="Google Shape;210;p27"/>
            <p:cNvPicPr preferRelativeResize="0"/>
            <p:nvPr/>
          </p:nvPicPr>
          <p:blipFill rotWithShape="1">
            <a:blip r:embed="rId4">
              <a:alphaModFix/>
            </a:blip>
            <a:srcRect b="0" l="0" r="0" t="0"/>
            <a:stretch/>
          </p:blipFill>
          <p:spPr>
            <a:xfrm>
              <a:off x="224193" y="4332846"/>
              <a:ext cx="7319606" cy="5496953"/>
            </a:xfrm>
            <a:prstGeom prst="rect">
              <a:avLst/>
            </a:prstGeom>
            <a:noFill/>
            <a:ln>
              <a:noFill/>
            </a:ln>
          </p:spPr>
        </p:pic>
        <p:sp>
          <p:nvSpPr>
            <p:cNvPr id="211" name="Google Shape;211;p27"/>
            <p:cNvSpPr/>
            <p:nvPr/>
          </p:nvSpPr>
          <p:spPr>
            <a:xfrm>
              <a:off x="1128267" y="4345546"/>
              <a:ext cx="6381115" cy="4458970"/>
            </a:xfrm>
            <a:custGeom>
              <a:rect b="b" l="l" r="r" t="t"/>
              <a:pathLst>
                <a:path extrusionOk="0" h="4458970" w="6381115">
                  <a:moveTo>
                    <a:pt x="0" y="173939"/>
                  </a:moveTo>
                  <a:lnTo>
                    <a:pt x="314756" y="173939"/>
                  </a:lnTo>
                  <a:lnTo>
                    <a:pt x="314756" y="0"/>
                  </a:lnTo>
                  <a:lnTo>
                    <a:pt x="0" y="0"/>
                  </a:lnTo>
                  <a:lnTo>
                    <a:pt x="0" y="173939"/>
                  </a:lnTo>
                  <a:close/>
                </a:path>
                <a:path extrusionOk="0" h="4458970" w="6381115">
                  <a:moveTo>
                    <a:pt x="32918" y="1980323"/>
                  </a:moveTo>
                  <a:lnTo>
                    <a:pt x="2914396" y="1980323"/>
                  </a:lnTo>
                  <a:lnTo>
                    <a:pt x="2914396" y="1788096"/>
                  </a:lnTo>
                  <a:lnTo>
                    <a:pt x="32918" y="1788096"/>
                  </a:lnTo>
                  <a:lnTo>
                    <a:pt x="32918" y="1980323"/>
                  </a:lnTo>
                  <a:close/>
                </a:path>
                <a:path extrusionOk="0" h="4458970" w="6381115">
                  <a:moveTo>
                    <a:pt x="4454956" y="4458347"/>
                  </a:moveTo>
                  <a:lnTo>
                    <a:pt x="6380886" y="4458347"/>
                  </a:lnTo>
                  <a:lnTo>
                    <a:pt x="6380886" y="4253318"/>
                  </a:lnTo>
                  <a:lnTo>
                    <a:pt x="4454956" y="4253318"/>
                  </a:lnTo>
                  <a:lnTo>
                    <a:pt x="4454956" y="4458347"/>
                  </a:lnTo>
                  <a:close/>
                </a:path>
                <a:path extrusionOk="0" h="4458970" w="6381115">
                  <a:moveTo>
                    <a:pt x="2960827" y="2411920"/>
                  </a:moveTo>
                  <a:lnTo>
                    <a:pt x="4409439" y="2411920"/>
                  </a:lnTo>
                  <a:lnTo>
                    <a:pt x="4409439" y="2206891"/>
                  </a:lnTo>
                  <a:lnTo>
                    <a:pt x="2960827" y="2206891"/>
                  </a:lnTo>
                  <a:lnTo>
                    <a:pt x="2960827" y="2411920"/>
                  </a:lnTo>
                  <a:close/>
                </a:path>
              </a:pathLst>
            </a:custGeom>
            <a:noFill/>
            <a:ln cap="flat" cmpd="sng" w="2540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cxnSp>
        <p:nvCxnSpPr>
          <p:cNvPr id="212" name="Google Shape;212;p27"/>
          <p:cNvCxnSpPr/>
          <p:nvPr/>
        </p:nvCxnSpPr>
        <p:spPr>
          <a:xfrm>
            <a:off x="167700" y="2551300"/>
            <a:ext cx="8808600" cy="30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nvSpPr>
        <p:spPr>
          <a:xfrm>
            <a:off x="215900" y="734550"/>
            <a:ext cx="3891300" cy="1893000"/>
          </a:xfrm>
          <a:prstGeom prst="rect">
            <a:avLst/>
          </a:prstGeom>
          <a:noFill/>
          <a:ln>
            <a:noFill/>
          </a:ln>
        </p:spPr>
        <p:txBody>
          <a:bodyPr anchorCtr="0" anchor="t" bIns="0" lIns="0" spcFirstLastPara="1" rIns="0" wrap="square" tIns="12050">
            <a:spAutoFit/>
          </a:bodyPr>
          <a:lstStyle/>
          <a:p>
            <a:pPr indent="0" lvl="0" marL="12700" marR="1549400" rtl="0" algn="l">
              <a:lnSpc>
                <a:spcPct val="101899"/>
              </a:lnSpc>
              <a:spcBef>
                <a:spcPts val="0"/>
              </a:spcBef>
              <a:spcAft>
                <a:spcPts val="0"/>
              </a:spcAft>
              <a:buNone/>
            </a:pPr>
            <a:r>
              <a:rPr lang="en" sz="1200">
                <a:solidFill>
                  <a:srgbClr val="231F20"/>
                </a:solidFill>
                <a:latin typeface="Lato"/>
                <a:ea typeface="Lato"/>
                <a:cs typeface="Lato"/>
                <a:sym typeface="Lato"/>
              </a:rPr>
              <a:t>Make sure the CPU settings on the Adafruit HUZZAH32 are correct. To adjust the CPU settings, click </a:t>
            </a:r>
            <a:r>
              <a:rPr b="1" lang="en" sz="1200">
                <a:solidFill>
                  <a:srgbClr val="231F20"/>
                </a:solidFill>
                <a:latin typeface="Lato"/>
                <a:ea typeface="Lato"/>
                <a:cs typeface="Lato"/>
                <a:sym typeface="Lato"/>
              </a:rPr>
              <a:t>Tools</a:t>
            </a:r>
            <a:r>
              <a:rPr lang="en" sz="1200">
                <a:solidFill>
                  <a:srgbClr val="231F20"/>
                </a:solidFill>
                <a:latin typeface="Lato"/>
                <a:ea typeface="Lato"/>
                <a:cs typeface="Lato"/>
                <a:sym typeface="Lato"/>
              </a:rPr>
              <a:t>.</a:t>
            </a:r>
            <a:endParaRPr sz="1200">
              <a:latin typeface="Lato"/>
              <a:ea typeface="Lato"/>
              <a:cs typeface="Lato"/>
              <a:sym typeface="Lato"/>
            </a:endParaRPr>
          </a:p>
          <a:p>
            <a:pPr indent="0" lvl="0" marL="0" rtl="0" algn="l">
              <a:lnSpc>
                <a:spcPct val="100000"/>
              </a:lnSpc>
              <a:spcBef>
                <a:spcPts val="100"/>
              </a:spcBef>
              <a:spcAft>
                <a:spcPts val="0"/>
              </a:spcAft>
              <a:buNone/>
            </a:pPr>
            <a:r>
              <a:t/>
            </a:r>
            <a:endParaRPr sz="1200">
              <a:latin typeface="Lato"/>
              <a:ea typeface="Lato"/>
              <a:cs typeface="Lato"/>
              <a:sym typeface="Lato"/>
            </a:endParaRPr>
          </a:p>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For reference, this is what Atlas Scientific set the CPU settings to.</a:t>
            </a:r>
            <a:endParaRPr sz="1200">
              <a:latin typeface="Lato"/>
              <a:ea typeface="Lato"/>
              <a:cs typeface="Lato"/>
              <a:sym typeface="Lato"/>
            </a:endParaRPr>
          </a:p>
          <a:p>
            <a:pPr indent="0" lvl="0" marL="12700" marR="5080" rtl="0" algn="l">
              <a:lnSpc>
                <a:spcPct val="101899"/>
              </a:lnSpc>
              <a:spcBef>
                <a:spcPts val="0"/>
              </a:spcBef>
              <a:spcAft>
                <a:spcPts val="0"/>
              </a:spcAft>
              <a:buNone/>
            </a:pPr>
            <a:r>
              <a:rPr i="1" lang="en" sz="1200">
                <a:solidFill>
                  <a:srgbClr val="231F20"/>
                </a:solidFill>
                <a:latin typeface="Lato"/>
                <a:ea typeface="Lato"/>
                <a:cs typeface="Lato"/>
                <a:sym typeface="Lato"/>
              </a:rPr>
              <a:t>(your options may not be exactly the same, just try and match them as closely as possible. Don't forget to set the correct com port for your device.)</a:t>
            </a:r>
            <a:endParaRPr sz="1200">
              <a:latin typeface="Lato"/>
              <a:ea typeface="Lato"/>
              <a:cs typeface="Lato"/>
              <a:sym typeface="Lato"/>
            </a:endParaRPr>
          </a:p>
        </p:txBody>
      </p:sp>
      <p:sp>
        <p:nvSpPr>
          <p:cNvPr id="218" name="Google Shape;218;p28"/>
          <p:cNvSpPr txBox="1"/>
          <p:nvPr/>
        </p:nvSpPr>
        <p:spPr>
          <a:xfrm>
            <a:off x="205757" y="461041"/>
            <a:ext cx="1701900" cy="228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 sz="1400">
                <a:solidFill>
                  <a:schemeClr val="dk2"/>
                </a:solidFill>
                <a:latin typeface="Lato"/>
                <a:ea typeface="Lato"/>
                <a:cs typeface="Lato"/>
                <a:sym typeface="Lato"/>
              </a:rPr>
              <a:t>Adjust CPU Settings</a:t>
            </a:r>
            <a:endParaRPr sz="1400">
              <a:solidFill>
                <a:schemeClr val="dk2"/>
              </a:solidFill>
              <a:latin typeface="Lato"/>
              <a:ea typeface="Lato"/>
              <a:cs typeface="Lato"/>
              <a:sym typeface="Lato"/>
            </a:endParaRPr>
          </a:p>
        </p:txBody>
      </p:sp>
      <p:sp>
        <p:nvSpPr>
          <p:cNvPr id="219" name="Google Shape;219;p28"/>
          <p:cNvSpPr txBox="1"/>
          <p:nvPr/>
        </p:nvSpPr>
        <p:spPr>
          <a:xfrm>
            <a:off x="330200" y="3708411"/>
            <a:ext cx="2053500" cy="22710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n" sz="1400">
                <a:solidFill>
                  <a:schemeClr val="dk2"/>
                </a:solidFill>
                <a:latin typeface="Lato"/>
                <a:ea typeface="Lato"/>
                <a:cs typeface="Lato"/>
                <a:sym typeface="Lato"/>
              </a:rPr>
              <a:t>Compile and upload</a:t>
            </a:r>
            <a:endParaRPr b="1">
              <a:solidFill>
                <a:schemeClr val="dk2"/>
              </a:solidFill>
              <a:latin typeface="Lato"/>
              <a:ea typeface="Lato"/>
              <a:cs typeface="Lato"/>
              <a:sym typeface="Lato"/>
            </a:endParaRPr>
          </a:p>
        </p:txBody>
      </p:sp>
      <p:sp>
        <p:nvSpPr>
          <p:cNvPr id="220" name="Google Shape;220;p28"/>
          <p:cNvSpPr txBox="1"/>
          <p:nvPr/>
        </p:nvSpPr>
        <p:spPr>
          <a:xfrm>
            <a:off x="215900" y="135640"/>
            <a:ext cx="238800" cy="41160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t/>
            </a:r>
            <a:endParaRPr sz="2600">
              <a:latin typeface="Calibri"/>
              <a:ea typeface="Calibri"/>
              <a:cs typeface="Calibri"/>
              <a:sym typeface="Calibri"/>
            </a:endParaRPr>
          </a:p>
        </p:txBody>
      </p:sp>
      <p:grpSp>
        <p:nvGrpSpPr>
          <p:cNvPr id="221" name="Google Shape;221;p28"/>
          <p:cNvGrpSpPr/>
          <p:nvPr/>
        </p:nvGrpSpPr>
        <p:grpSpPr>
          <a:xfrm>
            <a:off x="4168141" y="547266"/>
            <a:ext cx="4584812" cy="2470318"/>
            <a:chOff x="234086" y="2012905"/>
            <a:chExt cx="5608332" cy="5333157"/>
          </a:xfrm>
        </p:grpSpPr>
        <p:pic>
          <p:nvPicPr>
            <p:cNvPr id="222" name="Google Shape;222;p28"/>
            <p:cNvPicPr preferRelativeResize="0"/>
            <p:nvPr/>
          </p:nvPicPr>
          <p:blipFill rotWithShape="1">
            <a:blip r:embed="rId3">
              <a:alphaModFix/>
            </a:blip>
            <a:srcRect b="0" l="0" r="0" t="0"/>
            <a:stretch/>
          </p:blipFill>
          <p:spPr>
            <a:xfrm>
              <a:off x="234086" y="2012905"/>
              <a:ext cx="5608332" cy="5333157"/>
            </a:xfrm>
            <a:prstGeom prst="rect">
              <a:avLst/>
            </a:prstGeom>
            <a:noFill/>
            <a:ln>
              <a:noFill/>
            </a:ln>
          </p:spPr>
        </p:pic>
        <p:sp>
          <p:nvSpPr>
            <p:cNvPr id="223" name="Google Shape;223;p28"/>
            <p:cNvSpPr/>
            <p:nvPr/>
          </p:nvSpPr>
          <p:spPr>
            <a:xfrm>
              <a:off x="1549730" y="2024481"/>
              <a:ext cx="2698750" cy="4267200"/>
            </a:xfrm>
            <a:custGeom>
              <a:rect b="b" l="l" r="r" t="t"/>
              <a:pathLst>
                <a:path extrusionOk="0" h="4267200" w="2698750">
                  <a:moveTo>
                    <a:pt x="0" y="251764"/>
                  </a:moveTo>
                  <a:lnTo>
                    <a:pt x="458076" y="251764"/>
                  </a:lnTo>
                  <a:lnTo>
                    <a:pt x="458076" y="0"/>
                  </a:lnTo>
                  <a:lnTo>
                    <a:pt x="0" y="0"/>
                  </a:lnTo>
                  <a:lnTo>
                    <a:pt x="0" y="251764"/>
                  </a:lnTo>
                  <a:close/>
                </a:path>
                <a:path extrusionOk="0" h="4267200" w="2698750">
                  <a:moveTo>
                    <a:pt x="335457" y="4267022"/>
                  </a:moveTo>
                  <a:lnTo>
                    <a:pt x="2698661" y="4267022"/>
                  </a:lnTo>
                  <a:lnTo>
                    <a:pt x="2698661" y="2547607"/>
                  </a:lnTo>
                  <a:lnTo>
                    <a:pt x="335457" y="2547607"/>
                  </a:lnTo>
                  <a:lnTo>
                    <a:pt x="335457" y="4267022"/>
                  </a:lnTo>
                  <a:close/>
                </a:path>
              </a:pathLst>
            </a:custGeom>
            <a:noFill/>
            <a:ln cap="flat" cmpd="sng" w="2560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224" name="Google Shape;224;p28"/>
            <p:cNvPicPr preferRelativeResize="0"/>
            <p:nvPr/>
          </p:nvPicPr>
          <p:blipFill rotWithShape="1">
            <a:blip r:embed="rId4">
              <a:alphaModFix/>
            </a:blip>
            <a:srcRect b="0" l="0" r="0" t="0"/>
            <a:stretch/>
          </p:blipFill>
          <p:spPr>
            <a:xfrm>
              <a:off x="389953" y="2863405"/>
              <a:ext cx="1143228" cy="312140"/>
            </a:xfrm>
            <a:prstGeom prst="rect">
              <a:avLst/>
            </a:prstGeom>
            <a:noFill/>
            <a:ln>
              <a:noFill/>
            </a:ln>
          </p:spPr>
        </p:pic>
      </p:grpSp>
      <p:grpSp>
        <p:nvGrpSpPr>
          <p:cNvPr id="225" name="Google Shape;225;p28"/>
          <p:cNvGrpSpPr/>
          <p:nvPr/>
        </p:nvGrpSpPr>
        <p:grpSpPr>
          <a:xfrm>
            <a:off x="4328175" y="3520753"/>
            <a:ext cx="2313432" cy="875396"/>
            <a:chOff x="228600" y="8100353"/>
            <a:chExt cx="2313432" cy="875396"/>
          </a:xfrm>
        </p:grpSpPr>
        <p:pic>
          <p:nvPicPr>
            <p:cNvPr id="226" name="Google Shape;226;p28"/>
            <p:cNvPicPr preferRelativeResize="0"/>
            <p:nvPr/>
          </p:nvPicPr>
          <p:blipFill rotWithShape="1">
            <a:blip r:embed="rId5">
              <a:alphaModFix/>
            </a:blip>
            <a:srcRect b="0" l="0" r="0" t="0"/>
            <a:stretch/>
          </p:blipFill>
          <p:spPr>
            <a:xfrm>
              <a:off x="228600" y="8100353"/>
              <a:ext cx="2313432" cy="875396"/>
            </a:xfrm>
            <a:prstGeom prst="rect">
              <a:avLst/>
            </a:prstGeom>
            <a:noFill/>
            <a:ln>
              <a:noFill/>
            </a:ln>
          </p:spPr>
        </p:pic>
        <p:sp>
          <p:nvSpPr>
            <p:cNvPr id="227" name="Google Shape;227;p28"/>
            <p:cNvSpPr/>
            <p:nvPr/>
          </p:nvSpPr>
          <p:spPr>
            <a:xfrm>
              <a:off x="526707" y="8585301"/>
              <a:ext cx="331469" cy="327025"/>
            </a:xfrm>
            <a:custGeom>
              <a:rect b="b" l="l" r="r" t="t"/>
              <a:pathLst>
                <a:path extrusionOk="0" h="327025" w="331469">
                  <a:moveTo>
                    <a:pt x="0" y="326428"/>
                  </a:moveTo>
                  <a:lnTo>
                    <a:pt x="331000" y="326428"/>
                  </a:lnTo>
                  <a:lnTo>
                    <a:pt x="331000" y="0"/>
                  </a:lnTo>
                  <a:lnTo>
                    <a:pt x="0" y="0"/>
                  </a:lnTo>
                  <a:lnTo>
                    <a:pt x="0" y="326428"/>
                  </a:lnTo>
                  <a:close/>
                </a:path>
              </a:pathLst>
            </a:custGeom>
            <a:noFill/>
            <a:ln cap="flat" cmpd="sng" w="2560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28" name="Google Shape;228;p28"/>
          <p:cNvSpPr txBox="1"/>
          <p:nvPr/>
        </p:nvSpPr>
        <p:spPr>
          <a:xfrm>
            <a:off x="330200" y="4021774"/>
            <a:ext cx="2085900" cy="200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Compile and upload the code.</a:t>
            </a:r>
            <a:endParaRPr sz="1200">
              <a:latin typeface="Lato"/>
              <a:ea typeface="Lato"/>
              <a:cs typeface="Lato"/>
              <a:sym typeface="Lato"/>
            </a:endParaRPr>
          </a:p>
        </p:txBody>
      </p:sp>
      <p:cxnSp>
        <p:nvCxnSpPr>
          <p:cNvPr id="229" name="Google Shape;229;p28"/>
          <p:cNvCxnSpPr/>
          <p:nvPr/>
        </p:nvCxnSpPr>
        <p:spPr>
          <a:xfrm>
            <a:off x="205750" y="3276600"/>
            <a:ext cx="8641200" cy="7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9"/>
          <p:cNvSpPr txBox="1"/>
          <p:nvPr/>
        </p:nvSpPr>
        <p:spPr>
          <a:xfrm>
            <a:off x="215900" y="898100"/>
            <a:ext cx="4569600" cy="5733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Open your Arduino serial monitor.</a:t>
            </a:r>
            <a:endParaRPr sz="1200">
              <a:latin typeface="Lato"/>
              <a:ea typeface="Lato"/>
              <a:cs typeface="Lato"/>
              <a:sym typeface="Lato"/>
            </a:endParaRPr>
          </a:p>
          <a:p>
            <a:pPr indent="0" lvl="0" marL="12700" rtl="0" algn="l">
              <a:lnSpc>
                <a:spcPct val="100000"/>
              </a:lnSpc>
              <a:spcBef>
                <a:spcPts val="30"/>
              </a:spcBef>
              <a:spcAft>
                <a:spcPts val="0"/>
              </a:spcAft>
              <a:buNone/>
            </a:pPr>
            <a:r>
              <a:rPr i="1" lang="en" sz="1200">
                <a:solidFill>
                  <a:srgbClr val="231F20"/>
                </a:solidFill>
                <a:latin typeface="Lato"/>
                <a:ea typeface="Lato"/>
                <a:cs typeface="Lato"/>
                <a:sym typeface="Lato"/>
              </a:rPr>
              <a:t>(You must have the serial monitor set to the com port from the Adafruit HUZZAH32.)</a:t>
            </a:r>
            <a:endParaRPr sz="1200">
              <a:latin typeface="Lato"/>
              <a:ea typeface="Lato"/>
              <a:cs typeface="Lato"/>
              <a:sym typeface="Lato"/>
            </a:endParaRPr>
          </a:p>
        </p:txBody>
      </p:sp>
      <p:sp>
        <p:nvSpPr>
          <p:cNvPr id="235" name="Google Shape;235;p29"/>
          <p:cNvSpPr txBox="1"/>
          <p:nvPr/>
        </p:nvSpPr>
        <p:spPr>
          <a:xfrm>
            <a:off x="162575" y="2416775"/>
            <a:ext cx="4805700" cy="88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Set to </a:t>
            </a:r>
            <a:r>
              <a:rPr b="1" lang="en" sz="1200">
                <a:solidFill>
                  <a:srgbClr val="231F20"/>
                </a:solidFill>
                <a:latin typeface="Lato"/>
                <a:ea typeface="Lato"/>
                <a:cs typeface="Lato"/>
                <a:sym typeface="Lato"/>
              </a:rPr>
              <a:t>carriage return </a:t>
            </a:r>
            <a:r>
              <a:rPr lang="en" sz="1200">
                <a:solidFill>
                  <a:srgbClr val="231F20"/>
                </a:solidFill>
                <a:latin typeface="Lato"/>
                <a:ea typeface="Lato"/>
                <a:cs typeface="Lato"/>
                <a:sym typeface="Lato"/>
              </a:rPr>
              <a:t>and </a:t>
            </a:r>
            <a:r>
              <a:rPr b="1" lang="en" sz="1200">
                <a:solidFill>
                  <a:srgbClr val="231F20"/>
                </a:solidFill>
                <a:latin typeface="Lato"/>
                <a:ea typeface="Lato"/>
                <a:cs typeface="Lato"/>
                <a:sym typeface="Lato"/>
              </a:rPr>
              <a:t>9600 baud.</a:t>
            </a:r>
            <a:endParaRPr sz="1200">
              <a:latin typeface="Lato"/>
              <a:ea typeface="Lato"/>
              <a:cs typeface="Lato"/>
              <a:sym typeface="Lato"/>
            </a:endParaRPr>
          </a:p>
          <a:p>
            <a:pPr indent="0" lvl="0" marL="0" rtl="0" algn="l">
              <a:lnSpc>
                <a:spcPct val="100000"/>
              </a:lnSpc>
              <a:spcBef>
                <a:spcPts val="1055"/>
              </a:spcBef>
              <a:spcAft>
                <a:spcPts val="0"/>
              </a:spcAft>
              <a:buNone/>
            </a:pPr>
            <a:r>
              <a:t/>
            </a:r>
            <a:endParaRPr sz="1200">
              <a:latin typeface="Lato"/>
              <a:ea typeface="Lato"/>
              <a:cs typeface="Lato"/>
              <a:sym typeface="Lato"/>
            </a:endParaRPr>
          </a:p>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The Wi-Fi Hydroponics Meter will always attempt to connect to ThingSpeak on bootup.</a:t>
            </a:r>
            <a:endParaRPr sz="1200">
              <a:latin typeface="Lato"/>
              <a:ea typeface="Lato"/>
              <a:cs typeface="Lato"/>
              <a:sym typeface="Lato"/>
            </a:endParaRPr>
          </a:p>
        </p:txBody>
      </p:sp>
      <p:sp>
        <p:nvSpPr>
          <p:cNvPr id="236" name="Google Shape;236;p29"/>
          <p:cNvSpPr txBox="1"/>
          <p:nvPr/>
        </p:nvSpPr>
        <p:spPr>
          <a:xfrm>
            <a:off x="215893" y="608839"/>
            <a:ext cx="1444500" cy="228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 sz="1400">
                <a:solidFill>
                  <a:schemeClr val="dk2"/>
                </a:solidFill>
                <a:latin typeface="Lato"/>
                <a:ea typeface="Lato"/>
                <a:cs typeface="Lato"/>
                <a:sym typeface="Lato"/>
              </a:rPr>
              <a:t>See the readings</a:t>
            </a:r>
            <a:endParaRPr sz="1400">
              <a:solidFill>
                <a:schemeClr val="dk2"/>
              </a:solidFill>
              <a:latin typeface="Lato"/>
              <a:ea typeface="Lato"/>
              <a:cs typeface="Lato"/>
              <a:sym typeface="Lato"/>
            </a:endParaRPr>
          </a:p>
        </p:txBody>
      </p:sp>
      <p:grpSp>
        <p:nvGrpSpPr>
          <p:cNvPr id="237" name="Google Shape;237;p29"/>
          <p:cNvGrpSpPr/>
          <p:nvPr/>
        </p:nvGrpSpPr>
        <p:grpSpPr>
          <a:xfrm>
            <a:off x="5196854" y="2298540"/>
            <a:ext cx="3676531" cy="2609087"/>
            <a:chOff x="228600" y="5750060"/>
            <a:chExt cx="4613541" cy="3687235"/>
          </a:xfrm>
        </p:grpSpPr>
        <p:pic>
          <p:nvPicPr>
            <p:cNvPr id="238" name="Google Shape;238;p29"/>
            <p:cNvPicPr preferRelativeResize="0"/>
            <p:nvPr/>
          </p:nvPicPr>
          <p:blipFill rotWithShape="1">
            <a:blip r:embed="rId3">
              <a:alphaModFix/>
            </a:blip>
            <a:srcRect b="0" l="0" r="0" t="0"/>
            <a:stretch/>
          </p:blipFill>
          <p:spPr>
            <a:xfrm>
              <a:off x="228600" y="5750060"/>
              <a:ext cx="4613541" cy="3687235"/>
            </a:xfrm>
            <a:prstGeom prst="rect">
              <a:avLst/>
            </a:prstGeom>
            <a:noFill/>
            <a:ln>
              <a:noFill/>
            </a:ln>
          </p:spPr>
        </p:pic>
        <p:sp>
          <p:nvSpPr>
            <p:cNvPr id="239" name="Google Shape;239;p29"/>
            <p:cNvSpPr/>
            <p:nvPr/>
          </p:nvSpPr>
          <p:spPr>
            <a:xfrm>
              <a:off x="305498" y="7376096"/>
              <a:ext cx="1499235" cy="1445259"/>
            </a:xfrm>
            <a:custGeom>
              <a:rect b="b" l="l" r="r" t="t"/>
              <a:pathLst>
                <a:path extrusionOk="0" h="1445259" w="1499235">
                  <a:moveTo>
                    <a:pt x="0" y="176301"/>
                  </a:moveTo>
                  <a:lnTo>
                    <a:pt x="1498981" y="176301"/>
                  </a:lnTo>
                  <a:lnTo>
                    <a:pt x="1498981" y="0"/>
                  </a:lnTo>
                  <a:lnTo>
                    <a:pt x="0" y="0"/>
                  </a:lnTo>
                  <a:lnTo>
                    <a:pt x="0" y="176301"/>
                  </a:lnTo>
                  <a:close/>
                </a:path>
                <a:path extrusionOk="0" h="1445259" w="1499235">
                  <a:moveTo>
                    <a:pt x="0" y="1445031"/>
                  </a:moveTo>
                  <a:lnTo>
                    <a:pt x="1498981" y="1445031"/>
                  </a:lnTo>
                  <a:lnTo>
                    <a:pt x="1498981" y="1268730"/>
                  </a:lnTo>
                  <a:lnTo>
                    <a:pt x="0" y="1268730"/>
                  </a:lnTo>
                  <a:lnTo>
                    <a:pt x="0" y="1445031"/>
                  </a:lnTo>
                  <a:close/>
                </a:path>
              </a:pathLst>
            </a:custGeom>
            <a:noFill/>
            <a:ln cap="flat" cmpd="sng" w="3035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240" name="Google Shape;240;p29"/>
          <p:cNvGrpSpPr/>
          <p:nvPr/>
        </p:nvGrpSpPr>
        <p:grpSpPr>
          <a:xfrm>
            <a:off x="5135865" y="85795"/>
            <a:ext cx="3836159" cy="2154624"/>
            <a:chOff x="228600" y="1545094"/>
            <a:chExt cx="4613541" cy="3210585"/>
          </a:xfrm>
        </p:grpSpPr>
        <p:pic>
          <p:nvPicPr>
            <p:cNvPr id="241" name="Google Shape;241;p29"/>
            <p:cNvPicPr preferRelativeResize="0"/>
            <p:nvPr/>
          </p:nvPicPr>
          <p:blipFill rotWithShape="1">
            <a:blip r:embed="rId4">
              <a:alphaModFix/>
            </a:blip>
            <a:srcRect b="0" l="0" r="0" t="0"/>
            <a:stretch/>
          </p:blipFill>
          <p:spPr>
            <a:xfrm>
              <a:off x="228600" y="1545094"/>
              <a:ext cx="4613541" cy="3210585"/>
            </a:xfrm>
            <a:prstGeom prst="rect">
              <a:avLst/>
            </a:prstGeom>
            <a:noFill/>
            <a:ln>
              <a:noFill/>
            </a:ln>
          </p:spPr>
        </p:pic>
        <p:sp>
          <p:nvSpPr>
            <p:cNvPr id="242" name="Google Shape;242;p29"/>
            <p:cNvSpPr/>
            <p:nvPr/>
          </p:nvSpPr>
          <p:spPr>
            <a:xfrm>
              <a:off x="2281415" y="3591000"/>
              <a:ext cx="1412239" cy="827404"/>
            </a:xfrm>
            <a:custGeom>
              <a:rect b="b" l="l" r="r" t="t"/>
              <a:pathLst>
                <a:path extrusionOk="0" h="827404" w="1412239">
                  <a:moveTo>
                    <a:pt x="451789" y="601167"/>
                  </a:moveTo>
                  <a:lnTo>
                    <a:pt x="296862" y="601167"/>
                  </a:lnTo>
                  <a:lnTo>
                    <a:pt x="296862" y="0"/>
                  </a:lnTo>
                  <a:lnTo>
                    <a:pt x="154927" y="0"/>
                  </a:lnTo>
                  <a:lnTo>
                    <a:pt x="154927" y="601167"/>
                  </a:lnTo>
                  <a:lnTo>
                    <a:pt x="0" y="601167"/>
                  </a:lnTo>
                  <a:lnTo>
                    <a:pt x="225894" y="827062"/>
                  </a:lnTo>
                  <a:lnTo>
                    <a:pt x="451789" y="601167"/>
                  </a:lnTo>
                  <a:close/>
                </a:path>
                <a:path extrusionOk="0" h="827404" w="1412239">
                  <a:moveTo>
                    <a:pt x="1411909" y="601167"/>
                  </a:moveTo>
                  <a:lnTo>
                    <a:pt x="1256982" y="601167"/>
                  </a:lnTo>
                  <a:lnTo>
                    <a:pt x="1256982" y="0"/>
                  </a:lnTo>
                  <a:lnTo>
                    <a:pt x="1115047" y="0"/>
                  </a:lnTo>
                  <a:lnTo>
                    <a:pt x="1115047" y="601167"/>
                  </a:lnTo>
                  <a:lnTo>
                    <a:pt x="960132" y="601167"/>
                  </a:lnTo>
                  <a:lnTo>
                    <a:pt x="1186014" y="827062"/>
                  </a:lnTo>
                  <a:lnTo>
                    <a:pt x="1411909" y="601167"/>
                  </a:lnTo>
                  <a:close/>
                </a:path>
              </a:pathLst>
            </a:custGeom>
            <a:solidFill>
              <a:srgbClr val="FCB80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3" name="Google Shape;243;p29"/>
            <p:cNvSpPr/>
            <p:nvPr/>
          </p:nvSpPr>
          <p:spPr>
            <a:xfrm>
              <a:off x="2081720" y="4517682"/>
              <a:ext cx="1795145" cy="176529"/>
            </a:xfrm>
            <a:custGeom>
              <a:rect b="b" l="l" r="r" t="t"/>
              <a:pathLst>
                <a:path extrusionOk="0" h="176529" w="1795145">
                  <a:moveTo>
                    <a:pt x="0" y="176301"/>
                  </a:moveTo>
                  <a:lnTo>
                    <a:pt x="879475" y="176301"/>
                  </a:lnTo>
                  <a:lnTo>
                    <a:pt x="879475" y="0"/>
                  </a:lnTo>
                  <a:lnTo>
                    <a:pt x="0" y="0"/>
                  </a:lnTo>
                  <a:lnTo>
                    <a:pt x="0" y="176301"/>
                  </a:lnTo>
                  <a:close/>
                </a:path>
                <a:path extrusionOk="0" h="176529" w="1795145">
                  <a:moveTo>
                    <a:pt x="956462" y="176301"/>
                  </a:moveTo>
                  <a:lnTo>
                    <a:pt x="1794789" y="176301"/>
                  </a:lnTo>
                  <a:lnTo>
                    <a:pt x="1794789" y="0"/>
                  </a:lnTo>
                  <a:lnTo>
                    <a:pt x="956462" y="0"/>
                  </a:lnTo>
                  <a:lnTo>
                    <a:pt x="956462" y="176301"/>
                  </a:lnTo>
                  <a:close/>
                </a:path>
              </a:pathLst>
            </a:custGeom>
            <a:noFill/>
            <a:ln cap="flat" cmpd="sng" w="3035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cxnSp>
        <p:nvCxnSpPr>
          <p:cNvPr id="244" name="Google Shape;244;p29"/>
          <p:cNvCxnSpPr/>
          <p:nvPr/>
        </p:nvCxnSpPr>
        <p:spPr>
          <a:xfrm flipH="1" rot="10800000">
            <a:off x="167650" y="2263250"/>
            <a:ext cx="8869800" cy="7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grpSp>
        <p:nvGrpSpPr>
          <p:cNvPr id="249" name="Google Shape;249;p30"/>
          <p:cNvGrpSpPr/>
          <p:nvPr/>
        </p:nvGrpSpPr>
        <p:grpSpPr>
          <a:xfrm>
            <a:off x="3931925" y="556234"/>
            <a:ext cx="4861097" cy="3885087"/>
            <a:chOff x="228600" y="510509"/>
            <a:chExt cx="4861097" cy="3885087"/>
          </a:xfrm>
        </p:grpSpPr>
        <p:pic>
          <p:nvPicPr>
            <p:cNvPr id="250" name="Google Shape;250;p30"/>
            <p:cNvPicPr preferRelativeResize="0"/>
            <p:nvPr/>
          </p:nvPicPr>
          <p:blipFill rotWithShape="1">
            <a:blip r:embed="rId3">
              <a:alphaModFix/>
            </a:blip>
            <a:srcRect b="0" l="0" r="0" t="0"/>
            <a:stretch/>
          </p:blipFill>
          <p:spPr>
            <a:xfrm>
              <a:off x="228600" y="510509"/>
              <a:ext cx="4861097" cy="3885087"/>
            </a:xfrm>
            <a:prstGeom prst="rect">
              <a:avLst/>
            </a:prstGeom>
            <a:noFill/>
            <a:ln>
              <a:noFill/>
            </a:ln>
          </p:spPr>
        </p:pic>
        <p:sp>
          <p:nvSpPr>
            <p:cNvPr id="251" name="Google Shape;251;p30"/>
            <p:cNvSpPr/>
            <p:nvPr/>
          </p:nvSpPr>
          <p:spPr>
            <a:xfrm>
              <a:off x="323621" y="1759229"/>
              <a:ext cx="1364614" cy="1721485"/>
            </a:xfrm>
            <a:custGeom>
              <a:rect b="b" l="l" r="r" t="t"/>
              <a:pathLst>
                <a:path extrusionOk="0" h="1721485" w="1364614">
                  <a:moveTo>
                    <a:pt x="0" y="148285"/>
                  </a:moveTo>
                  <a:lnTo>
                    <a:pt x="1364437" y="148285"/>
                  </a:lnTo>
                  <a:lnTo>
                    <a:pt x="1364437" y="0"/>
                  </a:lnTo>
                  <a:lnTo>
                    <a:pt x="0" y="0"/>
                  </a:lnTo>
                  <a:lnTo>
                    <a:pt x="0" y="148285"/>
                  </a:lnTo>
                  <a:close/>
                </a:path>
                <a:path extrusionOk="0" h="1721485" w="1364614">
                  <a:moveTo>
                    <a:pt x="0" y="925525"/>
                  </a:moveTo>
                  <a:lnTo>
                    <a:pt x="1364437" y="925525"/>
                  </a:lnTo>
                  <a:lnTo>
                    <a:pt x="1364437" y="777240"/>
                  </a:lnTo>
                  <a:lnTo>
                    <a:pt x="0" y="777240"/>
                  </a:lnTo>
                  <a:lnTo>
                    <a:pt x="0" y="925525"/>
                  </a:lnTo>
                  <a:close/>
                </a:path>
                <a:path extrusionOk="0" h="1721485" w="1364614">
                  <a:moveTo>
                    <a:pt x="0" y="1721053"/>
                  </a:moveTo>
                  <a:lnTo>
                    <a:pt x="1364437" y="1721053"/>
                  </a:lnTo>
                  <a:lnTo>
                    <a:pt x="1364437" y="1572768"/>
                  </a:lnTo>
                  <a:lnTo>
                    <a:pt x="0" y="1572768"/>
                  </a:lnTo>
                  <a:lnTo>
                    <a:pt x="0" y="1721053"/>
                  </a:lnTo>
                  <a:close/>
                </a:path>
              </a:pathLst>
            </a:custGeom>
            <a:noFill/>
            <a:ln cap="flat" cmpd="sng" w="2545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52" name="Google Shape;252;p30"/>
          <p:cNvSpPr txBox="1"/>
          <p:nvPr/>
        </p:nvSpPr>
        <p:spPr>
          <a:xfrm>
            <a:off x="292100" y="1778200"/>
            <a:ext cx="3418200" cy="200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200">
                <a:solidFill>
                  <a:srgbClr val="231F20"/>
                </a:solidFill>
                <a:latin typeface="Lato"/>
                <a:ea typeface="Lato"/>
                <a:cs typeface="Lato"/>
                <a:sym typeface="Lato"/>
              </a:rPr>
              <a:t>If it cannot connect to your Wi-Fi you will see this:</a:t>
            </a:r>
            <a:endParaRPr sz="1200">
              <a:latin typeface="Lato"/>
              <a:ea typeface="Lato"/>
              <a:cs typeface="Lato"/>
              <a:sym typeface="Lato"/>
            </a:endParaRPr>
          </a:p>
        </p:txBody>
      </p:sp>
      <p:sp>
        <p:nvSpPr>
          <p:cNvPr id="253" name="Google Shape;253;p30"/>
          <p:cNvSpPr txBox="1"/>
          <p:nvPr/>
        </p:nvSpPr>
        <p:spPr>
          <a:xfrm>
            <a:off x="292100" y="3195775"/>
            <a:ext cx="3685500" cy="573300"/>
          </a:xfrm>
          <a:prstGeom prst="rect">
            <a:avLst/>
          </a:prstGeom>
          <a:noFill/>
          <a:ln>
            <a:noFill/>
          </a:ln>
        </p:spPr>
        <p:txBody>
          <a:bodyPr anchorCtr="0" anchor="t" bIns="0" lIns="0" spcFirstLastPara="1" rIns="0" wrap="square" tIns="12050">
            <a:spAutoFit/>
          </a:bodyPr>
          <a:lstStyle/>
          <a:p>
            <a:pPr indent="0" lvl="0" marL="12700" marR="5080" rtl="0" algn="l">
              <a:lnSpc>
                <a:spcPct val="101899"/>
              </a:lnSpc>
              <a:spcBef>
                <a:spcPts val="0"/>
              </a:spcBef>
              <a:spcAft>
                <a:spcPts val="0"/>
              </a:spcAft>
              <a:buNone/>
            </a:pPr>
            <a:r>
              <a:rPr lang="en" sz="1200">
                <a:solidFill>
                  <a:srgbClr val="231F20"/>
                </a:solidFill>
                <a:latin typeface="Lato"/>
                <a:ea typeface="Lato"/>
                <a:cs typeface="Lato"/>
                <a:sym typeface="Lato"/>
              </a:rPr>
              <a:t>Entering the </a:t>
            </a:r>
            <a:r>
              <a:rPr b="1" lang="en" sz="1200">
                <a:solidFill>
                  <a:srgbClr val="231F20"/>
                </a:solidFill>
                <a:latin typeface="Lato"/>
                <a:ea typeface="Lato"/>
                <a:cs typeface="Lato"/>
                <a:sym typeface="Lato"/>
              </a:rPr>
              <a:t>poll </a:t>
            </a:r>
            <a:r>
              <a:rPr lang="en" sz="1200">
                <a:solidFill>
                  <a:srgbClr val="231F20"/>
                </a:solidFill>
                <a:latin typeface="Lato"/>
                <a:ea typeface="Lato"/>
                <a:cs typeface="Lato"/>
                <a:sym typeface="Lato"/>
              </a:rPr>
              <a:t>command will stop the Wi-Fi Hydroponics Meter from uploading the readings to thingspeak, while you debug your Wifi problems.</a:t>
            </a:r>
            <a:endParaRPr sz="1200">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1"/>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Collection (WIFI Connection) </a:t>
            </a:r>
            <a:endParaRPr/>
          </a:p>
        </p:txBody>
      </p:sp>
      <p:sp>
        <p:nvSpPr>
          <p:cNvPr id="259" name="Google Shape;259;p31"/>
          <p:cNvSpPr txBox="1"/>
          <p:nvPr>
            <p:ph idx="1" type="body"/>
          </p:nvPr>
        </p:nvSpPr>
        <p:spPr>
          <a:xfrm>
            <a:off x="419096" y="1412900"/>
            <a:ext cx="8302800" cy="300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Buoy Atlas Scientific kit connects to a CC vector WIFI repeater. </a:t>
            </a:r>
            <a:endParaRPr/>
          </a:p>
          <a:p>
            <a:pPr indent="0" lvl="0" marL="0" rtl="0" algn="l">
              <a:spcBef>
                <a:spcPts val="1200"/>
              </a:spcBef>
              <a:spcAft>
                <a:spcPts val="0"/>
              </a:spcAft>
              <a:buNone/>
            </a:pPr>
            <a:r>
              <a:rPr lang="en"/>
              <a:t>Manual for Repeater </a:t>
            </a:r>
            <a:endParaRPr/>
          </a:p>
          <a:p>
            <a:pPr indent="-342900" lvl="0" marL="457200" rtl="0" algn="l">
              <a:spcBef>
                <a:spcPts val="1200"/>
              </a:spcBef>
              <a:spcAft>
                <a:spcPts val="0"/>
              </a:spcAft>
              <a:buSzPts val="1800"/>
              <a:buChar char="-"/>
            </a:pPr>
            <a:r>
              <a:rPr lang="en" u="sng">
                <a:solidFill>
                  <a:schemeClr val="hlink"/>
                </a:solidFill>
                <a:hlinkClick r:id="rId3"/>
              </a:rPr>
              <a:t>https://ccrane.com/content/manuals/CC-Vector-Quick-Start-Setup-Guide-V4-2020-Rev5A.pdf</a:t>
            </a:r>
            <a:r>
              <a:rPr lang="en"/>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2"/>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Placement in Water </a:t>
            </a:r>
            <a:endParaRPr/>
          </a:p>
        </p:txBody>
      </p:sp>
      <p:sp>
        <p:nvSpPr>
          <p:cNvPr id="265" name="Google Shape;265;p32"/>
          <p:cNvSpPr txBox="1"/>
          <p:nvPr>
            <p:ph idx="1" type="body"/>
          </p:nvPr>
        </p:nvSpPr>
        <p:spPr>
          <a:xfrm>
            <a:off x="482248" y="1211350"/>
            <a:ext cx="4158300" cy="336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Buoy is place in the deepest part of the lake, so the two level system can be effective (White Arrow)</a:t>
            </a:r>
            <a:endParaRPr/>
          </a:p>
          <a:p>
            <a:pPr indent="0" lvl="0" marL="0" rtl="0" algn="l">
              <a:spcBef>
                <a:spcPts val="1200"/>
              </a:spcBef>
              <a:spcAft>
                <a:spcPts val="0"/>
              </a:spcAft>
              <a:buNone/>
            </a:pPr>
            <a:r>
              <a:rPr lang="en"/>
              <a:t>The inlet is where one of the stationary systems go (Orange Arrow) Mckeown will show you </a:t>
            </a:r>
            <a:endParaRPr/>
          </a:p>
          <a:p>
            <a:pPr indent="0" lvl="0" marL="0" rtl="0" algn="l">
              <a:spcBef>
                <a:spcPts val="1200"/>
              </a:spcBef>
              <a:spcAft>
                <a:spcPts val="1200"/>
              </a:spcAft>
              <a:buNone/>
            </a:pPr>
            <a:r>
              <a:rPr lang="en"/>
              <a:t>Outlet is in the fish hatchery </a:t>
            </a:r>
            <a:endParaRPr/>
          </a:p>
        </p:txBody>
      </p:sp>
      <p:pic>
        <p:nvPicPr>
          <p:cNvPr id="266" name="Google Shape;266;p32"/>
          <p:cNvPicPr preferRelativeResize="0"/>
          <p:nvPr/>
        </p:nvPicPr>
        <p:blipFill>
          <a:blip r:embed="rId3">
            <a:alphaModFix/>
          </a:blip>
          <a:stretch>
            <a:fillRect/>
          </a:stretch>
        </p:blipFill>
        <p:spPr>
          <a:xfrm>
            <a:off x="4640575" y="1684025"/>
            <a:ext cx="3907874" cy="3113000"/>
          </a:xfrm>
          <a:prstGeom prst="rect">
            <a:avLst/>
          </a:prstGeom>
          <a:noFill/>
          <a:ln>
            <a:noFill/>
          </a:ln>
        </p:spPr>
      </p:pic>
      <p:cxnSp>
        <p:nvCxnSpPr>
          <p:cNvPr id="267" name="Google Shape;267;p32"/>
          <p:cNvCxnSpPr/>
          <p:nvPr/>
        </p:nvCxnSpPr>
        <p:spPr>
          <a:xfrm rot="10800000">
            <a:off x="7902050" y="3573775"/>
            <a:ext cx="960000" cy="0"/>
          </a:xfrm>
          <a:prstGeom prst="straightConnector1">
            <a:avLst/>
          </a:prstGeom>
          <a:noFill/>
          <a:ln cap="flat" cmpd="sng" w="38100">
            <a:solidFill>
              <a:schemeClr val="lt1"/>
            </a:solidFill>
            <a:prstDash val="solid"/>
            <a:round/>
            <a:headEnd len="med" w="med" type="none"/>
            <a:tailEnd len="med" w="med" type="triangle"/>
          </a:ln>
        </p:spPr>
      </p:cxnSp>
      <p:cxnSp>
        <p:nvCxnSpPr>
          <p:cNvPr id="268" name="Google Shape;268;p32"/>
          <p:cNvCxnSpPr/>
          <p:nvPr/>
        </p:nvCxnSpPr>
        <p:spPr>
          <a:xfrm flipH="1" rot="10800000">
            <a:off x="7292325" y="3573775"/>
            <a:ext cx="472500" cy="441900"/>
          </a:xfrm>
          <a:prstGeom prst="straightConnector1">
            <a:avLst/>
          </a:prstGeom>
          <a:noFill/>
          <a:ln cap="flat" cmpd="sng" w="38100">
            <a:solidFill>
              <a:schemeClr val="lt1"/>
            </a:solidFill>
            <a:prstDash val="solid"/>
            <a:round/>
            <a:headEnd len="med" w="med" type="none"/>
            <a:tailEnd len="med" w="med" type="triangle"/>
          </a:ln>
        </p:spPr>
      </p:cxnSp>
      <p:cxnSp>
        <p:nvCxnSpPr>
          <p:cNvPr id="269" name="Google Shape;269;p32"/>
          <p:cNvCxnSpPr/>
          <p:nvPr/>
        </p:nvCxnSpPr>
        <p:spPr>
          <a:xfrm flipH="1" rot="10800000">
            <a:off x="5631150" y="1927850"/>
            <a:ext cx="472500" cy="44190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3"/>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Maintenance</a:t>
            </a:r>
            <a:r>
              <a:rPr lang="en"/>
              <a:t> </a:t>
            </a:r>
            <a:endParaRPr/>
          </a:p>
        </p:txBody>
      </p:sp>
      <p:sp>
        <p:nvSpPr>
          <p:cNvPr id="275" name="Google Shape;275;p33"/>
          <p:cNvSpPr txBox="1"/>
          <p:nvPr/>
        </p:nvSpPr>
        <p:spPr>
          <a:xfrm>
            <a:off x="441950" y="1196350"/>
            <a:ext cx="7932300" cy="326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The Buoy will require </a:t>
            </a:r>
            <a:r>
              <a:rPr lang="en" sz="1800">
                <a:solidFill>
                  <a:schemeClr val="dk2"/>
                </a:solidFill>
                <a:latin typeface="Lato"/>
                <a:ea typeface="Lato"/>
                <a:cs typeface="Lato"/>
                <a:sym typeface="Lato"/>
              </a:rPr>
              <a:t>Maintenance</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lang="en" sz="1800">
                <a:solidFill>
                  <a:schemeClr val="dk2"/>
                </a:solidFill>
                <a:latin typeface="Lato"/>
                <a:ea typeface="Lato"/>
                <a:cs typeface="Lato"/>
                <a:sym typeface="Lato"/>
              </a:rPr>
              <a:t>Some possible Maintenance issues </a:t>
            </a:r>
            <a:r>
              <a:rPr lang="en" sz="1800">
                <a:solidFill>
                  <a:schemeClr val="dk2"/>
                </a:solidFill>
                <a:latin typeface="Lato"/>
                <a:ea typeface="Lato"/>
                <a:cs typeface="Lato"/>
                <a:sym typeface="Lato"/>
              </a:rPr>
              <a:t> </a:t>
            </a:r>
            <a:endParaRPr sz="1800">
              <a:solidFill>
                <a:schemeClr val="dk2"/>
              </a:solidFill>
              <a:latin typeface="Lato"/>
              <a:ea typeface="Lato"/>
              <a:cs typeface="Lato"/>
              <a:sym typeface="Lato"/>
            </a:endParaRPr>
          </a:p>
          <a:p>
            <a:pPr indent="0" lvl="0" marL="0" rtl="0" algn="l">
              <a:spcBef>
                <a:spcPts val="0"/>
              </a:spcBef>
              <a:spcAft>
                <a:spcPts val="0"/>
              </a:spcAft>
              <a:buNone/>
            </a:pPr>
            <a:r>
              <a:rPr lang="en" sz="1800">
                <a:solidFill>
                  <a:schemeClr val="dk2"/>
                </a:solidFill>
                <a:latin typeface="Lato"/>
                <a:ea typeface="Lato"/>
                <a:cs typeface="Lato"/>
                <a:sym typeface="Lato"/>
              </a:rPr>
              <a:t> </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AutoNum type="arabicPeriod"/>
            </a:pPr>
            <a:r>
              <a:rPr lang="en" sz="1800">
                <a:solidFill>
                  <a:schemeClr val="dk2"/>
                </a:solidFill>
                <a:latin typeface="Lato"/>
                <a:ea typeface="Lato"/>
                <a:cs typeface="Lato"/>
                <a:sym typeface="Lato"/>
              </a:rPr>
              <a:t>Calibration </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Next Slide </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AutoNum type="arabicPeriod"/>
            </a:pPr>
            <a:r>
              <a:rPr lang="en" sz="1800">
                <a:solidFill>
                  <a:schemeClr val="dk2"/>
                </a:solidFill>
                <a:latin typeface="Lato"/>
                <a:ea typeface="Lato"/>
                <a:cs typeface="Lato"/>
                <a:sym typeface="Lato"/>
              </a:rPr>
              <a:t>Fouling Probes </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Guide I have used </a:t>
            </a:r>
            <a:r>
              <a:rPr lang="en" sz="1800" u="sng">
                <a:solidFill>
                  <a:schemeClr val="hlink"/>
                </a:solidFill>
                <a:latin typeface="Lato"/>
                <a:ea typeface="Lato"/>
                <a:cs typeface="Lato"/>
                <a:sym typeface="Lato"/>
                <a:hlinkClick r:id="rId3"/>
              </a:rPr>
              <a:t>Here</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AutoNum type="arabicPeriod"/>
            </a:pPr>
            <a:r>
              <a:rPr lang="en" sz="1800">
                <a:solidFill>
                  <a:schemeClr val="dk2"/>
                </a:solidFill>
                <a:latin typeface="Lato"/>
                <a:ea typeface="Lato"/>
                <a:cs typeface="Lato"/>
                <a:sym typeface="Lato"/>
              </a:rPr>
              <a:t>Batteries running out of charge </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Take it off the unit and charge. Make sure to reposition the solar panel so that it gets sunlight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9" name="Shape 279"/>
        <p:cNvGrpSpPr/>
        <p:nvPr/>
      </p:nvGrpSpPr>
      <p:grpSpPr>
        <a:xfrm>
          <a:off x="0" y="0"/>
          <a:ext cx="0" cy="0"/>
          <a:chOff x="0" y="0"/>
          <a:chExt cx="0" cy="0"/>
        </a:xfrm>
      </p:grpSpPr>
      <p:sp>
        <p:nvSpPr>
          <p:cNvPr id="280" name="Google Shape;280;p34"/>
          <p:cNvSpPr txBox="1"/>
          <p:nvPr>
            <p:ph type="title"/>
          </p:nvPr>
        </p:nvSpPr>
        <p:spPr>
          <a:xfrm>
            <a:off x="259923" y="43850"/>
            <a:ext cx="6861300" cy="659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solidFill>
                  <a:schemeClr val="dk2"/>
                </a:solidFill>
              </a:rPr>
              <a:t>Sensor Calibration</a:t>
            </a:r>
            <a:endParaRPr>
              <a:solidFill>
                <a:schemeClr val="dk2"/>
              </a:solidFill>
            </a:endParaRPr>
          </a:p>
        </p:txBody>
      </p:sp>
      <p:sp>
        <p:nvSpPr>
          <p:cNvPr id="281" name="Google Shape;281;p34"/>
          <p:cNvSpPr txBox="1"/>
          <p:nvPr/>
        </p:nvSpPr>
        <p:spPr>
          <a:xfrm>
            <a:off x="318575" y="1004475"/>
            <a:ext cx="3391200" cy="573300"/>
          </a:xfrm>
          <a:prstGeom prst="rect">
            <a:avLst/>
          </a:prstGeom>
          <a:noFill/>
          <a:ln>
            <a:noFill/>
          </a:ln>
        </p:spPr>
        <p:txBody>
          <a:bodyPr anchorCtr="0" anchor="t" bIns="0" lIns="0" spcFirstLastPara="1" rIns="0" wrap="square" tIns="12050">
            <a:spAutoFit/>
          </a:bodyPr>
          <a:lstStyle/>
          <a:p>
            <a:pPr indent="0" lvl="0" marL="12700" marR="5080" rtl="0" algn="l">
              <a:lnSpc>
                <a:spcPct val="101899"/>
              </a:lnSpc>
              <a:spcBef>
                <a:spcPts val="0"/>
              </a:spcBef>
              <a:spcAft>
                <a:spcPts val="0"/>
              </a:spcAft>
              <a:buNone/>
            </a:pPr>
            <a:r>
              <a:rPr lang="en" sz="1200">
                <a:solidFill>
                  <a:srgbClr val="231F20"/>
                </a:solidFill>
                <a:latin typeface="Lato"/>
                <a:ea typeface="Lato"/>
                <a:cs typeface="Lato"/>
                <a:sym typeface="Lato"/>
              </a:rPr>
              <a:t>Atlas Scientific created a list of calibration commands that are built into the library. Type in </a:t>
            </a:r>
            <a:r>
              <a:rPr b="1" lang="en" sz="1200">
                <a:solidFill>
                  <a:srgbClr val="231F20"/>
                </a:solidFill>
                <a:latin typeface="Lato"/>
                <a:ea typeface="Lato"/>
                <a:cs typeface="Lato"/>
                <a:sym typeface="Lato"/>
              </a:rPr>
              <a:t>help </a:t>
            </a:r>
            <a:r>
              <a:rPr lang="en" sz="1200">
                <a:solidFill>
                  <a:srgbClr val="231F20"/>
                </a:solidFill>
                <a:latin typeface="Lato"/>
                <a:ea typeface="Lato"/>
                <a:cs typeface="Lato"/>
                <a:sym typeface="Lato"/>
              </a:rPr>
              <a:t>to see a list of commands.</a:t>
            </a:r>
            <a:endParaRPr sz="1200">
              <a:latin typeface="Lato"/>
              <a:ea typeface="Lato"/>
              <a:cs typeface="Lato"/>
              <a:sym typeface="Lato"/>
            </a:endParaRPr>
          </a:p>
        </p:txBody>
      </p:sp>
      <p:sp>
        <p:nvSpPr>
          <p:cNvPr id="282" name="Google Shape;282;p34"/>
          <p:cNvSpPr txBox="1"/>
          <p:nvPr/>
        </p:nvSpPr>
        <p:spPr>
          <a:xfrm>
            <a:off x="120350" y="2234350"/>
            <a:ext cx="3635100" cy="136980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baseline="30000" lang="en" sz="3900">
                <a:solidFill>
                  <a:schemeClr val="dk2"/>
                </a:solidFill>
                <a:latin typeface="Lato"/>
                <a:ea typeface="Lato"/>
                <a:cs typeface="Lato"/>
                <a:sym typeface="Lato"/>
              </a:rPr>
              <a:t>	</a:t>
            </a:r>
            <a:r>
              <a:rPr b="1" lang="en" sz="1400">
                <a:solidFill>
                  <a:schemeClr val="dk2"/>
                </a:solidFill>
                <a:latin typeface="Lato"/>
                <a:ea typeface="Lato"/>
                <a:cs typeface="Lato"/>
                <a:sym typeface="Lato"/>
              </a:rPr>
              <a:t>The poll command</a:t>
            </a:r>
            <a:endParaRPr sz="1400">
              <a:solidFill>
                <a:schemeClr val="dk2"/>
              </a:solidFill>
              <a:latin typeface="Lato"/>
              <a:ea typeface="Lato"/>
              <a:cs typeface="Lato"/>
              <a:sym typeface="Lato"/>
            </a:endParaRPr>
          </a:p>
          <a:p>
            <a:pPr indent="0" lvl="0" marL="12700" marR="5080" rtl="0" algn="l">
              <a:lnSpc>
                <a:spcPct val="101899"/>
              </a:lnSpc>
              <a:spcBef>
                <a:spcPts val="1535"/>
              </a:spcBef>
              <a:spcAft>
                <a:spcPts val="0"/>
              </a:spcAft>
              <a:buNone/>
            </a:pPr>
            <a:r>
              <a:rPr lang="en" sz="1200">
                <a:solidFill>
                  <a:srgbClr val="231F20"/>
                </a:solidFill>
                <a:latin typeface="Lato"/>
                <a:ea typeface="Lato"/>
                <a:cs typeface="Lato"/>
                <a:sym typeface="Lato"/>
              </a:rPr>
              <a:t>Send the command </a:t>
            </a:r>
            <a:r>
              <a:rPr b="1" lang="en" sz="1200">
                <a:solidFill>
                  <a:srgbClr val="231F20"/>
                </a:solidFill>
                <a:latin typeface="Lato"/>
                <a:ea typeface="Lato"/>
                <a:cs typeface="Lato"/>
                <a:sym typeface="Lato"/>
              </a:rPr>
              <a:t>poll</a:t>
            </a:r>
            <a:r>
              <a:rPr lang="en" sz="1200">
                <a:solidFill>
                  <a:srgbClr val="231F20"/>
                </a:solidFill>
                <a:latin typeface="Lato"/>
                <a:ea typeface="Lato"/>
                <a:cs typeface="Lato"/>
                <a:sym typeface="Lato"/>
              </a:rPr>
              <a:t>; This will let you see the readings once per second and it will stop uploading to ThingSpeak while you calibrate.</a:t>
            </a:r>
            <a:endParaRPr sz="1200">
              <a:latin typeface="Lato"/>
              <a:ea typeface="Lato"/>
              <a:cs typeface="Lato"/>
              <a:sym typeface="Lato"/>
            </a:endParaRPr>
          </a:p>
        </p:txBody>
      </p:sp>
      <p:pic>
        <p:nvPicPr>
          <p:cNvPr id="283" name="Google Shape;283;p34"/>
          <p:cNvPicPr preferRelativeResize="0"/>
          <p:nvPr/>
        </p:nvPicPr>
        <p:blipFill rotWithShape="1">
          <a:blip r:embed="rId3">
            <a:alphaModFix/>
          </a:blip>
          <a:srcRect b="0" l="0" r="0" t="0"/>
          <a:stretch/>
        </p:blipFill>
        <p:spPr>
          <a:xfrm>
            <a:off x="3816525" y="627050"/>
            <a:ext cx="5289625" cy="33393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7" name="Shape 287"/>
        <p:cNvGrpSpPr/>
        <p:nvPr/>
      </p:nvGrpSpPr>
      <p:grpSpPr>
        <a:xfrm>
          <a:off x="0" y="0"/>
          <a:ext cx="0" cy="0"/>
          <a:chOff x="0" y="0"/>
          <a:chExt cx="0" cy="0"/>
        </a:xfrm>
      </p:grpSpPr>
      <p:sp>
        <p:nvSpPr>
          <p:cNvPr id="288" name="Google Shape;288;p35"/>
          <p:cNvSpPr txBox="1"/>
          <p:nvPr/>
        </p:nvSpPr>
        <p:spPr>
          <a:xfrm>
            <a:off x="816004" y="134992"/>
            <a:ext cx="1488600" cy="228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 sz="1400">
                <a:solidFill>
                  <a:srgbClr val="289045"/>
                </a:solidFill>
                <a:latin typeface="Calibri"/>
                <a:ea typeface="Calibri"/>
                <a:cs typeface="Calibri"/>
                <a:sym typeface="Calibri"/>
              </a:rPr>
              <a:t>Calibrate pH</a:t>
            </a:r>
            <a:endParaRPr sz="1400">
              <a:latin typeface="Calibri"/>
              <a:ea typeface="Calibri"/>
              <a:cs typeface="Calibri"/>
              <a:sym typeface="Calibri"/>
            </a:endParaRPr>
          </a:p>
        </p:txBody>
      </p:sp>
      <p:sp>
        <p:nvSpPr>
          <p:cNvPr id="289" name="Google Shape;289;p35"/>
          <p:cNvSpPr txBox="1"/>
          <p:nvPr/>
        </p:nvSpPr>
        <p:spPr>
          <a:xfrm>
            <a:off x="299805" y="-16125"/>
            <a:ext cx="331500" cy="41160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n" sz="2600">
                <a:solidFill>
                  <a:srgbClr val="289045"/>
                </a:solidFill>
                <a:latin typeface="Calibri"/>
                <a:ea typeface="Calibri"/>
                <a:cs typeface="Calibri"/>
                <a:sym typeface="Calibri"/>
              </a:rPr>
              <a:t>B</a:t>
            </a:r>
            <a:endParaRPr sz="2600">
              <a:latin typeface="Calibri"/>
              <a:ea typeface="Calibri"/>
              <a:cs typeface="Calibri"/>
              <a:sym typeface="Calibri"/>
            </a:endParaRPr>
          </a:p>
        </p:txBody>
      </p:sp>
      <p:sp>
        <p:nvSpPr>
          <p:cNvPr id="290" name="Google Shape;290;p35"/>
          <p:cNvSpPr txBox="1"/>
          <p:nvPr/>
        </p:nvSpPr>
        <p:spPr>
          <a:xfrm>
            <a:off x="0" y="604784"/>
            <a:ext cx="6691800" cy="184800"/>
          </a:xfrm>
          <a:prstGeom prst="rect">
            <a:avLst/>
          </a:prstGeom>
          <a:solidFill>
            <a:srgbClr val="F05133"/>
          </a:solidFill>
          <a:ln>
            <a:noFill/>
          </a:ln>
        </p:spPr>
        <p:txBody>
          <a:bodyPr anchorCtr="0" anchor="t" bIns="0" lIns="0" spcFirstLastPara="1" rIns="0" wrap="square" tIns="0">
            <a:spAutoFit/>
          </a:bodyPr>
          <a:lstStyle/>
          <a:p>
            <a:pPr indent="0" lvl="0" marL="228600" rtl="0" algn="l">
              <a:lnSpc>
                <a:spcPct val="115416"/>
              </a:lnSpc>
              <a:spcBef>
                <a:spcPts val="0"/>
              </a:spcBef>
              <a:spcAft>
                <a:spcPts val="0"/>
              </a:spcAft>
              <a:buNone/>
            </a:pPr>
            <a:r>
              <a:rPr b="1" lang="en" sz="1200">
                <a:solidFill>
                  <a:srgbClr val="FFFFFF"/>
                </a:solidFill>
                <a:latin typeface="Calibri"/>
                <a:ea typeface="Calibri"/>
                <a:cs typeface="Calibri"/>
                <a:sym typeface="Calibri"/>
              </a:rPr>
              <a:t>When calibrating pH, you must always calibrate to pH 7 first.</a:t>
            </a:r>
            <a:endParaRPr sz="1200">
              <a:latin typeface="Calibri"/>
              <a:ea typeface="Calibri"/>
              <a:cs typeface="Calibri"/>
              <a:sym typeface="Calibri"/>
            </a:endParaRPr>
          </a:p>
        </p:txBody>
      </p:sp>
      <p:sp>
        <p:nvSpPr>
          <p:cNvPr id="291" name="Google Shape;291;p35"/>
          <p:cNvSpPr txBox="1"/>
          <p:nvPr/>
        </p:nvSpPr>
        <p:spPr>
          <a:xfrm>
            <a:off x="299805" y="872762"/>
            <a:ext cx="8453400" cy="5730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200">
                <a:solidFill>
                  <a:srgbClr val="231F20"/>
                </a:solidFill>
                <a:latin typeface="Trebuchet MS"/>
                <a:ea typeface="Trebuchet MS"/>
                <a:cs typeface="Trebuchet MS"/>
                <a:sym typeface="Trebuchet MS"/>
              </a:rPr>
              <a:t>Remove the soaker bottle and rinse off the pH probe. Remove the top of the pH</a:t>
            </a:r>
            <a:endParaRPr sz="1200">
              <a:latin typeface="Trebuchet MS"/>
              <a:ea typeface="Trebuchet MS"/>
              <a:cs typeface="Trebuchet MS"/>
              <a:sym typeface="Trebuchet MS"/>
            </a:endParaRPr>
          </a:p>
          <a:p>
            <a:pPr indent="0" lvl="0" marL="12700" marR="5080" rtl="0" algn="l">
              <a:lnSpc>
                <a:spcPct val="101899"/>
              </a:lnSpc>
              <a:spcBef>
                <a:spcPts val="0"/>
              </a:spcBef>
              <a:spcAft>
                <a:spcPts val="0"/>
              </a:spcAft>
              <a:buNone/>
            </a:pPr>
            <a:r>
              <a:rPr lang="en" sz="1200">
                <a:solidFill>
                  <a:srgbClr val="231F20"/>
                </a:solidFill>
                <a:latin typeface="Trebuchet MS"/>
                <a:ea typeface="Trebuchet MS"/>
                <a:cs typeface="Trebuchet MS"/>
                <a:sym typeface="Trebuchet MS"/>
              </a:rPr>
              <a:t>7.00 calibration solution pouch. Place the pH probe inside the pouch and let the probe sit in the calibration solution until the readings stabilize. This will take about 1 – 2 mins.</a:t>
            </a:r>
            <a:endParaRPr sz="1200">
              <a:latin typeface="Trebuchet MS"/>
              <a:ea typeface="Trebuchet MS"/>
              <a:cs typeface="Trebuchet MS"/>
              <a:sym typeface="Trebuchet MS"/>
            </a:endParaRPr>
          </a:p>
        </p:txBody>
      </p:sp>
      <p:grpSp>
        <p:nvGrpSpPr>
          <p:cNvPr id="292" name="Google Shape;292;p35"/>
          <p:cNvGrpSpPr/>
          <p:nvPr/>
        </p:nvGrpSpPr>
        <p:grpSpPr>
          <a:xfrm>
            <a:off x="317839" y="3151424"/>
            <a:ext cx="3371854" cy="1639424"/>
            <a:chOff x="228892" y="3442411"/>
            <a:chExt cx="2428240" cy="1711477"/>
          </a:xfrm>
        </p:grpSpPr>
        <p:sp>
          <p:nvSpPr>
            <p:cNvPr id="293" name="Google Shape;293;p35"/>
            <p:cNvSpPr/>
            <p:nvPr/>
          </p:nvSpPr>
          <p:spPr>
            <a:xfrm>
              <a:off x="228892" y="3583470"/>
              <a:ext cx="2428240" cy="1421764"/>
            </a:xfrm>
            <a:custGeom>
              <a:rect b="b" l="l" r="r" t="t"/>
              <a:pathLst>
                <a:path extrusionOk="0" h="1421764" w="2428240">
                  <a:moveTo>
                    <a:pt x="0" y="1421193"/>
                  </a:moveTo>
                  <a:lnTo>
                    <a:pt x="2427922" y="1421193"/>
                  </a:lnTo>
                  <a:lnTo>
                    <a:pt x="2427922" y="0"/>
                  </a:lnTo>
                  <a:lnTo>
                    <a:pt x="0" y="0"/>
                  </a:lnTo>
                  <a:lnTo>
                    <a:pt x="0" y="1421193"/>
                  </a:lnTo>
                  <a:close/>
                </a:path>
              </a:pathLst>
            </a:custGeom>
            <a:solidFill>
              <a:srgbClr val="BEC0C2">
                <a:alpha val="2471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4" name="Google Shape;294;p35"/>
            <p:cNvSpPr/>
            <p:nvPr/>
          </p:nvSpPr>
          <p:spPr>
            <a:xfrm>
              <a:off x="228892" y="3442411"/>
              <a:ext cx="2427605" cy="141604"/>
            </a:xfrm>
            <a:custGeom>
              <a:rect b="b" l="l" r="r" t="t"/>
              <a:pathLst>
                <a:path extrusionOk="0" h="141604" w="2427605">
                  <a:moveTo>
                    <a:pt x="2427109" y="0"/>
                  </a:moveTo>
                  <a:lnTo>
                    <a:pt x="0" y="0"/>
                  </a:lnTo>
                  <a:lnTo>
                    <a:pt x="0" y="141058"/>
                  </a:lnTo>
                  <a:lnTo>
                    <a:pt x="2427109" y="141058"/>
                  </a:lnTo>
                  <a:lnTo>
                    <a:pt x="2427109" y="0"/>
                  </a:lnTo>
                  <a:close/>
                </a:path>
              </a:pathLst>
            </a:custGeom>
            <a:solidFill>
              <a:srgbClr val="D2D3D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5" name="Google Shape;295;p35"/>
            <p:cNvSpPr/>
            <p:nvPr/>
          </p:nvSpPr>
          <p:spPr>
            <a:xfrm>
              <a:off x="1979594" y="3508282"/>
              <a:ext cx="55880" cy="0"/>
            </a:xfrm>
            <a:custGeom>
              <a:rect b="b" l="l" r="r" t="t"/>
              <a:pathLst>
                <a:path extrusionOk="0" h="120000" w="55880">
                  <a:moveTo>
                    <a:pt x="0" y="0"/>
                  </a:moveTo>
                  <a:lnTo>
                    <a:pt x="55803" y="0"/>
                  </a:lnTo>
                </a:path>
              </a:pathLst>
            </a:custGeom>
            <a:noFill/>
            <a:ln cap="flat" cmpd="sng" w="9525">
              <a:solidFill>
                <a:srgbClr val="221E1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6" name="Google Shape;296;p35"/>
            <p:cNvSpPr/>
            <p:nvPr/>
          </p:nvSpPr>
          <p:spPr>
            <a:xfrm>
              <a:off x="2246604" y="3486373"/>
              <a:ext cx="50164" cy="49529"/>
            </a:xfrm>
            <a:custGeom>
              <a:rect b="b" l="l" r="r" t="t"/>
              <a:pathLst>
                <a:path extrusionOk="0" h="49529" w="50164">
                  <a:moveTo>
                    <a:pt x="0" y="0"/>
                  </a:moveTo>
                  <a:lnTo>
                    <a:pt x="50063" y="0"/>
                  </a:lnTo>
                  <a:lnTo>
                    <a:pt x="50063" y="49022"/>
                  </a:lnTo>
                  <a:lnTo>
                    <a:pt x="0" y="49022"/>
                  </a:lnTo>
                  <a:lnTo>
                    <a:pt x="0" y="0"/>
                  </a:lnTo>
                  <a:close/>
                </a:path>
              </a:pathLst>
            </a:custGeom>
            <a:noFill/>
            <a:ln cap="flat" cmpd="sng" w="9525">
              <a:solidFill>
                <a:srgbClr val="221E1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7" name="Google Shape;297;p35"/>
            <p:cNvSpPr/>
            <p:nvPr/>
          </p:nvSpPr>
          <p:spPr>
            <a:xfrm>
              <a:off x="2514123" y="3486381"/>
              <a:ext cx="53975" cy="52070"/>
            </a:xfrm>
            <a:custGeom>
              <a:rect b="b" l="l" r="r" t="t"/>
              <a:pathLst>
                <a:path extrusionOk="0" h="52070" w="53975">
                  <a:moveTo>
                    <a:pt x="0" y="0"/>
                  </a:moveTo>
                  <a:lnTo>
                    <a:pt x="53721" y="51625"/>
                  </a:lnTo>
                </a:path>
              </a:pathLst>
            </a:custGeom>
            <a:noFill/>
            <a:ln cap="flat" cmpd="sng" w="9525">
              <a:solidFill>
                <a:srgbClr val="221E1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8" name="Google Shape;298;p35"/>
            <p:cNvSpPr/>
            <p:nvPr/>
          </p:nvSpPr>
          <p:spPr>
            <a:xfrm>
              <a:off x="2515167" y="3485329"/>
              <a:ext cx="52069" cy="53975"/>
            </a:xfrm>
            <a:custGeom>
              <a:rect b="b" l="l" r="r" t="t"/>
              <a:pathLst>
                <a:path extrusionOk="0" h="53975" w="52069">
                  <a:moveTo>
                    <a:pt x="0" y="53721"/>
                  </a:moveTo>
                  <a:lnTo>
                    <a:pt x="51638" y="0"/>
                  </a:lnTo>
                </a:path>
              </a:pathLst>
            </a:custGeom>
            <a:noFill/>
            <a:ln cap="flat" cmpd="sng" w="9525">
              <a:solidFill>
                <a:srgbClr val="221E1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9" name="Google Shape;299;p35"/>
            <p:cNvSpPr/>
            <p:nvPr/>
          </p:nvSpPr>
          <p:spPr>
            <a:xfrm>
              <a:off x="229730" y="5004663"/>
              <a:ext cx="2424430" cy="149225"/>
            </a:xfrm>
            <a:custGeom>
              <a:rect b="b" l="l" r="r" t="t"/>
              <a:pathLst>
                <a:path extrusionOk="0" h="149225" w="2424430">
                  <a:moveTo>
                    <a:pt x="2424112" y="0"/>
                  </a:moveTo>
                  <a:lnTo>
                    <a:pt x="0" y="0"/>
                  </a:lnTo>
                  <a:lnTo>
                    <a:pt x="0" y="148805"/>
                  </a:lnTo>
                  <a:lnTo>
                    <a:pt x="2424112" y="148805"/>
                  </a:lnTo>
                  <a:lnTo>
                    <a:pt x="2424112" y="0"/>
                  </a:lnTo>
                  <a:close/>
                </a:path>
              </a:pathLst>
            </a:custGeom>
            <a:solidFill>
              <a:srgbClr val="D2D3D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0" name="Google Shape;300;p35"/>
            <p:cNvSpPr/>
            <p:nvPr/>
          </p:nvSpPr>
          <p:spPr>
            <a:xfrm>
              <a:off x="2356320" y="5027434"/>
              <a:ext cx="266064" cy="103504"/>
            </a:xfrm>
            <a:custGeom>
              <a:rect b="b" l="l" r="r" t="t"/>
              <a:pathLst>
                <a:path extrusionOk="0" h="103504" w="266064">
                  <a:moveTo>
                    <a:pt x="265963" y="0"/>
                  </a:moveTo>
                  <a:lnTo>
                    <a:pt x="0" y="0"/>
                  </a:lnTo>
                  <a:lnTo>
                    <a:pt x="0" y="103250"/>
                  </a:lnTo>
                  <a:lnTo>
                    <a:pt x="265963" y="103250"/>
                  </a:lnTo>
                  <a:lnTo>
                    <a:pt x="265963" y="0"/>
                  </a:lnTo>
                  <a:close/>
                </a:path>
              </a:pathLst>
            </a:custGeom>
            <a:solidFill>
              <a:srgbClr val="BDBE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01" name="Google Shape;301;p35"/>
          <p:cNvSpPr txBox="1"/>
          <p:nvPr/>
        </p:nvSpPr>
        <p:spPr>
          <a:xfrm>
            <a:off x="3365137" y="4669641"/>
            <a:ext cx="196500" cy="81300"/>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lang="en" sz="450">
                <a:solidFill>
                  <a:srgbClr val="020303"/>
                </a:solidFill>
                <a:latin typeface="Trebuchet MS"/>
                <a:ea typeface="Trebuchet MS"/>
                <a:cs typeface="Trebuchet MS"/>
                <a:sym typeface="Trebuchet MS"/>
              </a:rPr>
              <a:t>Send</a:t>
            </a:r>
            <a:endParaRPr sz="450">
              <a:latin typeface="Trebuchet MS"/>
              <a:ea typeface="Trebuchet MS"/>
              <a:cs typeface="Trebuchet MS"/>
              <a:sym typeface="Trebuchet MS"/>
            </a:endParaRPr>
          </a:p>
        </p:txBody>
      </p:sp>
      <p:sp>
        <p:nvSpPr>
          <p:cNvPr id="302" name="Google Shape;302;p35"/>
          <p:cNvSpPr/>
          <p:nvPr/>
        </p:nvSpPr>
        <p:spPr>
          <a:xfrm>
            <a:off x="361123" y="4669964"/>
            <a:ext cx="2870502" cy="99623"/>
          </a:xfrm>
          <a:custGeom>
            <a:rect b="b" l="l" r="r" t="t"/>
            <a:pathLst>
              <a:path extrusionOk="0" h="103504" w="2068830">
                <a:moveTo>
                  <a:pt x="2068626" y="0"/>
                </a:moveTo>
                <a:lnTo>
                  <a:pt x="0" y="0"/>
                </a:lnTo>
                <a:lnTo>
                  <a:pt x="0" y="103250"/>
                </a:lnTo>
                <a:lnTo>
                  <a:pt x="2068626" y="103250"/>
                </a:lnTo>
                <a:lnTo>
                  <a:pt x="2068626"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3" name="Google Shape;303;p35"/>
          <p:cNvSpPr txBox="1"/>
          <p:nvPr/>
        </p:nvSpPr>
        <p:spPr>
          <a:xfrm>
            <a:off x="325803" y="3315581"/>
            <a:ext cx="583500" cy="518100"/>
          </a:xfrm>
          <a:prstGeom prst="rect">
            <a:avLst/>
          </a:prstGeom>
          <a:solidFill>
            <a:srgbClr val="BEC0C2">
              <a:alpha val="24710"/>
            </a:srgbClr>
          </a:solidFill>
          <a:ln>
            <a:noFill/>
          </a:ln>
        </p:spPr>
        <p:txBody>
          <a:bodyPr anchorCtr="0" anchor="t" bIns="0" lIns="0" spcFirstLastPara="1" rIns="0" wrap="square" tIns="0">
            <a:spAutoFit/>
          </a:bodyPr>
          <a:lstStyle/>
          <a:p>
            <a:pPr indent="0" lvl="0" marL="22860" rtl="0" algn="l">
              <a:lnSpc>
                <a:spcPct val="114285"/>
              </a:lnSpc>
              <a:spcBef>
                <a:spcPts val="0"/>
              </a:spcBef>
              <a:spcAft>
                <a:spcPts val="0"/>
              </a:spcAft>
              <a:buNone/>
            </a:pPr>
            <a:r>
              <a:rPr lang="en" sz="1050">
                <a:solidFill>
                  <a:srgbClr val="231F20"/>
                </a:solidFill>
                <a:latin typeface="Trebuchet MS"/>
                <a:ea typeface="Trebuchet MS"/>
                <a:cs typeface="Trebuchet MS"/>
                <a:sym typeface="Trebuchet MS"/>
              </a:rPr>
              <a:t>6.917</a:t>
            </a:r>
            <a:endParaRPr sz="1050">
              <a:latin typeface="Trebuchet MS"/>
              <a:ea typeface="Trebuchet MS"/>
              <a:cs typeface="Trebuchet MS"/>
              <a:sym typeface="Trebuchet MS"/>
            </a:endParaRPr>
          </a:p>
          <a:p>
            <a:pPr indent="0" lvl="0" marL="22860" rtl="0" algn="l">
              <a:lnSpc>
                <a:spcPct val="100000"/>
              </a:lnSpc>
              <a:spcBef>
                <a:spcPts val="40"/>
              </a:spcBef>
              <a:spcAft>
                <a:spcPts val="0"/>
              </a:spcAft>
              <a:buNone/>
            </a:pPr>
            <a:r>
              <a:rPr lang="en" sz="1050">
                <a:solidFill>
                  <a:srgbClr val="231F20"/>
                </a:solidFill>
                <a:latin typeface="Trebuchet MS"/>
                <a:ea typeface="Trebuchet MS"/>
                <a:cs typeface="Trebuchet MS"/>
                <a:sym typeface="Trebuchet MS"/>
              </a:rPr>
              <a:t>7.126</a:t>
            </a:r>
            <a:endParaRPr sz="1050">
              <a:latin typeface="Trebuchet MS"/>
              <a:ea typeface="Trebuchet MS"/>
              <a:cs typeface="Trebuchet MS"/>
              <a:sym typeface="Trebuchet MS"/>
            </a:endParaRPr>
          </a:p>
          <a:p>
            <a:pPr indent="0" lvl="0" marL="22860" rtl="0" algn="l">
              <a:lnSpc>
                <a:spcPct val="117142"/>
              </a:lnSpc>
              <a:spcBef>
                <a:spcPts val="40"/>
              </a:spcBef>
              <a:spcAft>
                <a:spcPts val="0"/>
              </a:spcAft>
              <a:buNone/>
            </a:pPr>
            <a:r>
              <a:rPr lang="en" sz="1050">
                <a:solidFill>
                  <a:srgbClr val="231F20"/>
                </a:solidFill>
                <a:latin typeface="Trebuchet MS"/>
                <a:ea typeface="Trebuchet MS"/>
                <a:cs typeface="Trebuchet MS"/>
                <a:sym typeface="Trebuchet MS"/>
              </a:rPr>
              <a:t>7.223</a:t>
            </a:r>
            <a:endParaRPr sz="1050">
              <a:latin typeface="Trebuchet MS"/>
              <a:ea typeface="Trebuchet MS"/>
              <a:cs typeface="Trebuchet MS"/>
              <a:sym typeface="Trebuchet MS"/>
            </a:endParaRPr>
          </a:p>
        </p:txBody>
      </p:sp>
      <p:sp>
        <p:nvSpPr>
          <p:cNvPr id="304" name="Google Shape;304;p35"/>
          <p:cNvSpPr txBox="1"/>
          <p:nvPr/>
        </p:nvSpPr>
        <p:spPr>
          <a:xfrm>
            <a:off x="325803" y="3784436"/>
            <a:ext cx="582900" cy="694200"/>
          </a:xfrm>
          <a:prstGeom prst="rect">
            <a:avLst/>
          </a:prstGeom>
          <a:solidFill>
            <a:srgbClr val="BEC0C2">
              <a:alpha val="24710"/>
            </a:srgbClr>
          </a:solidFill>
          <a:ln>
            <a:noFill/>
          </a:ln>
        </p:spPr>
        <p:txBody>
          <a:bodyPr anchorCtr="0" anchor="t" bIns="0" lIns="0" spcFirstLastPara="1" rIns="0" wrap="square" tIns="0">
            <a:spAutoFit/>
          </a:bodyPr>
          <a:lstStyle/>
          <a:p>
            <a:pPr indent="0" lvl="0" marL="22860" rtl="0" algn="l">
              <a:lnSpc>
                <a:spcPct val="119523"/>
              </a:lnSpc>
              <a:spcBef>
                <a:spcPts val="0"/>
              </a:spcBef>
              <a:spcAft>
                <a:spcPts val="0"/>
              </a:spcAft>
              <a:buNone/>
            </a:pPr>
            <a:r>
              <a:rPr lang="en" sz="1050">
                <a:solidFill>
                  <a:srgbClr val="231F20"/>
                </a:solidFill>
                <a:latin typeface="Trebuchet MS"/>
                <a:ea typeface="Trebuchet MS"/>
                <a:cs typeface="Trebuchet MS"/>
                <a:sym typeface="Trebuchet MS"/>
              </a:rPr>
              <a:t>7.225</a:t>
            </a:r>
            <a:endParaRPr sz="1050">
              <a:latin typeface="Trebuchet MS"/>
              <a:ea typeface="Trebuchet MS"/>
              <a:cs typeface="Trebuchet MS"/>
              <a:sym typeface="Trebuchet MS"/>
            </a:endParaRPr>
          </a:p>
          <a:p>
            <a:pPr indent="0" lvl="0" marL="22860" rtl="0" algn="l">
              <a:lnSpc>
                <a:spcPct val="100000"/>
              </a:lnSpc>
              <a:spcBef>
                <a:spcPts val="40"/>
              </a:spcBef>
              <a:spcAft>
                <a:spcPts val="0"/>
              </a:spcAft>
              <a:buNone/>
            </a:pPr>
            <a:r>
              <a:rPr lang="en" sz="1050">
                <a:solidFill>
                  <a:srgbClr val="231F20"/>
                </a:solidFill>
                <a:latin typeface="Trebuchet MS"/>
                <a:ea typeface="Trebuchet MS"/>
                <a:cs typeface="Trebuchet MS"/>
                <a:sym typeface="Trebuchet MS"/>
              </a:rPr>
              <a:t>7.225</a:t>
            </a:r>
            <a:endParaRPr sz="1050">
              <a:latin typeface="Trebuchet MS"/>
              <a:ea typeface="Trebuchet MS"/>
              <a:cs typeface="Trebuchet MS"/>
              <a:sym typeface="Trebuchet MS"/>
            </a:endParaRPr>
          </a:p>
          <a:p>
            <a:pPr indent="0" lvl="0" marL="22860" rtl="0" algn="l">
              <a:lnSpc>
                <a:spcPct val="100000"/>
              </a:lnSpc>
              <a:spcBef>
                <a:spcPts val="40"/>
              </a:spcBef>
              <a:spcAft>
                <a:spcPts val="0"/>
              </a:spcAft>
              <a:buNone/>
            </a:pPr>
            <a:r>
              <a:rPr lang="en" sz="1050">
                <a:solidFill>
                  <a:srgbClr val="231F20"/>
                </a:solidFill>
                <a:latin typeface="Trebuchet MS"/>
                <a:ea typeface="Trebuchet MS"/>
                <a:cs typeface="Trebuchet MS"/>
                <a:sym typeface="Trebuchet MS"/>
              </a:rPr>
              <a:t>7.225</a:t>
            </a:r>
            <a:endParaRPr sz="1050">
              <a:latin typeface="Trebuchet MS"/>
              <a:ea typeface="Trebuchet MS"/>
              <a:cs typeface="Trebuchet MS"/>
              <a:sym typeface="Trebuchet MS"/>
            </a:endParaRPr>
          </a:p>
          <a:p>
            <a:pPr indent="0" lvl="0" marL="22860" rtl="0" algn="l">
              <a:lnSpc>
                <a:spcPct val="113809"/>
              </a:lnSpc>
              <a:spcBef>
                <a:spcPts val="45"/>
              </a:spcBef>
              <a:spcAft>
                <a:spcPts val="0"/>
              </a:spcAft>
              <a:buNone/>
            </a:pPr>
            <a:r>
              <a:rPr lang="en" sz="1050">
                <a:solidFill>
                  <a:srgbClr val="231F20"/>
                </a:solidFill>
                <a:latin typeface="Trebuchet MS"/>
                <a:ea typeface="Trebuchet MS"/>
                <a:cs typeface="Trebuchet MS"/>
                <a:sym typeface="Trebuchet MS"/>
              </a:rPr>
              <a:t>7.225</a:t>
            </a:r>
            <a:endParaRPr sz="1050">
              <a:latin typeface="Trebuchet MS"/>
              <a:ea typeface="Trebuchet MS"/>
              <a:cs typeface="Trebuchet MS"/>
              <a:sym typeface="Trebuchet MS"/>
            </a:endParaRPr>
          </a:p>
        </p:txBody>
      </p:sp>
      <p:sp>
        <p:nvSpPr>
          <p:cNvPr id="305" name="Google Shape;305;p35"/>
          <p:cNvSpPr txBox="1"/>
          <p:nvPr/>
        </p:nvSpPr>
        <p:spPr>
          <a:xfrm>
            <a:off x="340381" y="4400680"/>
            <a:ext cx="1088100" cy="178800"/>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None/>
            </a:pPr>
            <a:r>
              <a:rPr lang="en" sz="1050">
                <a:solidFill>
                  <a:srgbClr val="231F20"/>
                </a:solidFill>
                <a:latin typeface="Trebuchet MS"/>
                <a:ea typeface="Trebuchet MS"/>
                <a:cs typeface="Trebuchet MS"/>
                <a:sym typeface="Trebuchet MS"/>
              </a:rPr>
              <a:t>ph:cal,mid,7</a:t>
            </a:r>
            <a:endParaRPr sz="1050">
              <a:latin typeface="Trebuchet MS"/>
              <a:ea typeface="Trebuchet MS"/>
              <a:cs typeface="Trebuchet MS"/>
              <a:sym typeface="Trebuchet MS"/>
            </a:endParaRPr>
          </a:p>
        </p:txBody>
      </p:sp>
      <p:grpSp>
        <p:nvGrpSpPr>
          <p:cNvPr id="306" name="Google Shape;306;p35"/>
          <p:cNvGrpSpPr/>
          <p:nvPr/>
        </p:nvGrpSpPr>
        <p:grpSpPr>
          <a:xfrm>
            <a:off x="317834" y="3151417"/>
            <a:ext cx="3371854" cy="1639278"/>
            <a:chOff x="228888" y="3442403"/>
            <a:chExt cx="2428240" cy="1711325"/>
          </a:xfrm>
        </p:grpSpPr>
        <p:sp>
          <p:nvSpPr>
            <p:cNvPr id="307" name="Google Shape;307;p35"/>
            <p:cNvSpPr/>
            <p:nvPr/>
          </p:nvSpPr>
          <p:spPr>
            <a:xfrm>
              <a:off x="228888" y="3442403"/>
              <a:ext cx="2428240" cy="1711325"/>
            </a:xfrm>
            <a:custGeom>
              <a:rect b="b" l="l" r="r" t="t"/>
              <a:pathLst>
                <a:path extrusionOk="0" h="1711325" w="2428240">
                  <a:moveTo>
                    <a:pt x="2427922" y="1711058"/>
                  </a:moveTo>
                  <a:lnTo>
                    <a:pt x="0" y="1711058"/>
                  </a:lnTo>
                  <a:lnTo>
                    <a:pt x="0" y="0"/>
                  </a:lnTo>
                  <a:lnTo>
                    <a:pt x="2427922" y="0"/>
                  </a:lnTo>
                  <a:lnTo>
                    <a:pt x="2427922" y="1711058"/>
                  </a:lnTo>
                  <a:close/>
                </a:path>
              </a:pathLst>
            </a:custGeom>
            <a:noFill/>
            <a:ln cap="flat" cmpd="sng" w="114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8" name="Google Shape;308;p35"/>
            <p:cNvSpPr/>
            <p:nvPr/>
          </p:nvSpPr>
          <p:spPr>
            <a:xfrm>
              <a:off x="535178" y="3608994"/>
              <a:ext cx="125095" cy="479425"/>
            </a:xfrm>
            <a:custGeom>
              <a:rect b="b" l="l" r="r" t="t"/>
              <a:pathLst>
                <a:path extrusionOk="0" h="479425" w="125095">
                  <a:moveTo>
                    <a:pt x="0" y="478993"/>
                  </a:moveTo>
                  <a:lnTo>
                    <a:pt x="124942" y="478993"/>
                  </a:lnTo>
                  <a:lnTo>
                    <a:pt x="124942" y="0"/>
                  </a:lnTo>
                  <a:lnTo>
                    <a:pt x="0" y="0"/>
                  </a:lnTo>
                </a:path>
              </a:pathLst>
            </a:custGeom>
            <a:noFill/>
            <a:ln cap="flat" cmpd="sng" w="9525">
              <a:solidFill>
                <a:srgbClr val="ED1C2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9" name="Google Shape;309;p35"/>
            <p:cNvSpPr/>
            <p:nvPr/>
          </p:nvSpPr>
          <p:spPr>
            <a:xfrm>
              <a:off x="660116" y="3842156"/>
              <a:ext cx="128270" cy="0"/>
            </a:xfrm>
            <a:custGeom>
              <a:rect b="b" l="l" r="r" t="t"/>
              <a:pathLst>
                <a:path extrusionOk="0" h="120000" w="128270">
                  <a:moveTo>
                    <a:pt x="0" y="0"/>
                  </a:moveTo>
                  <a:lnTo>
                    <a:pt x="127838" y="0"/>
                  </a:lnTo>
                </a:path>
              </a:pathLst>
            </a:custGeom>
            <a:noFill/>
            <a:ln cap="flat" cmpd="sng" w="11975">
              <a:solidFill>
                <a:srgbClr val="ED1C2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10" name="Google Shape;310;p35"/>
            <p:cNvPicPr preferRelativeResize="0"/>
            <p:nvPr/>
          </p:nvPicPr>
          <p:blipFill rotWithShape="1">
            <a:blip r:embed="rId3">
              <a:alphaModFix/>
            </a:blip>
            <a:srcRect b="0" l="0" r="0" t="0"/>
            <a:stretch/>
          </p:blipFill>
          <p:spPr>
            <a:xfrm>
              <a:off x="836462" y="3725556"/>
              <a:ext cx="228600" cy="245872"/>
            </a:xfrm>
            <a:prstGeom prst="rect">
              <a:avLst/>
            </a:prstGeom>
            <a:noFill/>
            <a:ln>
              <a:noFill/>
            </a:ln>
          </p:spPr>
        </p:pic>
      </p:grpSp>
      <p:sp>
        <p:nvSpPr>
          <p:cNvPr id="311" name="Google Shape;311;p35"/>
          <p:cNvSpPr txBox="1"/>
          <p:nvPr/>
        </p:nvSpPr>
        <p:spPr>
          <a:xfrm>
            <a:off x="1507595" y="3418367"/>
            <a:ext cx="1562700" cy="24000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 sz="1450">
                <a:solidFill>
                  <a:srgbClr val="ED1C24"/>
                </a:solidFill>
                <a:latin typeface="Trebuchet MS"/>
                <a:ea typeface="Trebuchet MS"/>
                <a:cs typeface="Trebuchet MS"/>
                <a:sym typeface="Trebuchet MS"/>
              </a:rPr>
              <a:t>Unstabilized</a:t>
            </a:r>
            <a:endParaRPr sz="1450">
              <a:latin typeface="Trebuchet MS"/>
              <a:ea typeface="Trebuchet MS"/>
              <a:cs typeface="Trebuchet MS"/>
              <a:sym typeface="Trebuchet MS"/>
            </a:endParaRPr>
          </a:p>
        </p:txBody>
      </p:sp>
      <p:grpSp>
        <p:nvGrpSpPr>
          <p:cNvPr id="312" name="Google Shape;312;p35"/>
          <p:cNvGrpSpPr/>
          <p:nvPr/>
        </p:nvGrpSpPr>
        <p:grpSpPr>
          <a:xfrm>
            <a:off x="743184" y="3788935"/>
            <a:ext cx="355994" cy="619823"/>
            <a:chOff x="535204" y="4107940"/>
            <a:chExt cx="256369" cy="647064"/>
          </a:xfrm>
        </p:grpSpPr>
        <p:sp>
          <p:nvSpPr>
            <p:cNvPr id="313" name="Google Shape;313;p35"/>
            <p:cNvSpPr/>
            <p:nvPr/>
          </p:nvSpPr>
          <p:spPr>
            <a:xfrm>
              <a:off x="535204" y="4107940"/>
              <a:ext cx="123825" cy="647064"/>
            </a:xfrm>
            <a:custGeom>
              <a:rect b="b" l="l" r="r" t="t"/>
              <a:pathLst>
                <a:path extrusionOk="0" h="647064" w="123825">
                  <a:moveTo>
                    <a:pt x="0" y="646760"/>
                  </a:moveTo>
                  <a:lnTo>
                    <a:pt x="123240" y="646760"/>
                  </a:lnTo>
                  <a:lnTo>
                    <a:pt x="123240" y="0"/>
                  </a:lnTo>
                  <a:lnTo>
                    <a:pt x="0" y="0"/>
                  </a:lnTo>
                </a:path>
              </a:pathLst>
            </a:custGeom>
            <a:noFill/>
            <a:ln cap="flat" cmpd="sng" w="9825">
              <a:solidFill>
                <a:srgbClr val="0CB14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4" name="Google Shape;314;p35"/>
            <p:cNvSpPr/>
            <p:nvPr/>
          </p:nvSpPr>
          <p:spPr>
            <a:xfrm>
              <a:off x="655683" y="4441985"/>
              <a:ext cx="135890" cy="0"/>
            </a:xfrm>
            <a:custGeom>
              <a:rect b="b" l="l" r="r" t="t"/>
              <a:pathLst>
                <a:path extrusionOk="0" h="120000" w="135890">
                  <a:moveTo>
                    <a:pt x="0" y="0"/>
                  </a:moveTo>
                  <a:lnTo>
                    <a:pt x="135699" y="0"/>
                  </a:lnTo>
                </a:path>
              </a:pathLst>
            </a:custGeom>
            <a:noFill/>
            <a:ln cap="flat" cmpd="sng" w="11975">
              <a:solidFill>
                <a:srgbClr val="0CB14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15" name="Google Shape;315;p35"/>
          <p:cNvSpPr txBox="1"/>
          <p:nvPr/>
        </p:nvSpPr>
        <p:spPr>
          <a:xfrm>
            <a:off x="1548023" y="4004253"/>
            <a:ext cx="1247700" cy="24000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 sz="1450">
                <a:solidFill>
                  <a:srgbClr val="0CB14B"/>
                </a:solidFill>
                <a:latin typeface="Trebuchet MS"/>
                <a:ea typeface="Trebuchet MS"/>
                <a:cs typeface="Trebuchet MS"/>
                <a:sym typeface="Trebuchet MS"/>
              </a:rPr>
              <a:t>Stabilized</a:t>
            </a:r>
            <a:endParaRPr sz="1450">
              <a:latin typeface="Trebuchet MS"/>
              <a:ea typeface="Trebuchet MS"/>
              <a:cs typeface="Trebuchet MS"/>
              <a:sym typeface="Trebuchet MS"/>
            </a:endParaRPr>
          </a:p>
        </p:txBody>
      </p:sp>
      <p:grpSp>
        <p:nvGrpSpPr>
          <p:cNvPr id="316" name="Google Shape;316;p35"/>
          <p:cNvGrpSpPr/>
          <p:nvPr/>
        </p:nvGrpSpPr>
        <p:grpSpPr>
          <a:xfrm>
            <a:off x="1161522" y="3557028"/>
            <a:ext cx="6457191" cy="1113736"/>
            <a:chOff x="836470" y="3865841"/>
            <a:chExt cx="4650145" cy="1162685"/>
          </a:xfrm>
        </p:grpSpPr>
        <p:sp>
          <p:nvSpPr>
            <p:cNvPr id="317" name="Google Shape;317;p35"/>
            <p:cNvSpPr/>
            <p:nvPr/>
          </p:nvSpPr>
          <p:spPr>
            <a:xfrm>
              <a:off x="836470" y="4303238"/>
              <a:ext cx="291465" cy="260985"/>
            </a:xfrm>
            <a:custGeom>
              <a:rect b="b" l="l" r="r" t="t"/>
              <a:pathLst>
                <a:path extrusionOk="0" h="260985" w="291465">
                  <a:moveTo>
                    <a:pt x="256273" y="0"/>
                  </a:moveTo>
                  <a:lnTo>
                    <a:pt x="222493" y="30991"/>
                  </a:lnTo>
                  <a:lnTo>
                    <a:pt x="190248" y="63217"/>
                  </a:lnTo>
                  <a:lnTo>
                    <a:pt x="159827" y="96974"/>
                  </a:lnTo>
                  <a:lnTo>
                    <a:pt x="131523" y="132559"/>
                  </a:lnTo>
                  <a:lnTo>
                    <a:pt x="105625" y="170268"/>
                  </a:lnTo>
                  <a:lnTo>
                    <a:pt x="72847" y="135991"/>
                  </a:lnTo>
                  <a:lnTo>
                    <a:pt x="64362" y="127707"/>
                  </a:lnTo>
                  <a:lnTo>
                    <a:pt x="55613" y="119741"/>
                  </a:lnTo>
                  <a:lnTo>
                    <a:pt x="46626" y="112110"/>
                  </a:lnTo>
                  <a:lnTo>
                    <a:pt x="37426" y="104825"/>
                  </a:lnTo>
                  <a:lnTo>
                    <a:pt x="0" y="151066"/>
                  </a:lnTo>
                  <a:lnTo>
                    <a:pt x="29492" y="176234"/>
                  </a:lnTo>
                  <a:lnTo>
                    <a:pt x="57669" y="202860"/>
                  </a:lnTo>
                  <a:lnTo>
                    <a:pt x="84519" y="230947"/>
                  </a:lnTo>
                  <a:lnTo>
                    <a:pt x="110032" y="260502"/>
                  </a:lnTo>
                  <a:lnTo>
                    <a:pt x="112075" y="257632"/>
                  </a:lnTo>
                  <a:lnTo>
                    <a:pt x="113831" y="254696"/>
                  </a:lnTo>
                  <a:lnTo>
                    <a:pt x="121221" y="239128"/>
                  </a:lnTo>
                  <a:lnTo>
                    <a:pt x="179402" y="166383"/>
                  </a:lnTo>
                  <a:lnTo>
                    <a:pt x="209432" y="130885"/>
                  </a:lnTo>
                  <a:lnTo>
                    <a:pt x="241194" y="97066"/>
                  </a:lnTo>
                  <a:lnTo>
                    <a:pt x="275513" y="65747"/>
                  </a:lnTo>
                  <a:lnTo>
                    <a:pt x="290982" y="53428"/>
                  </a:lnTo>
                  <a:lnTo>
                    <a:pt x="281328" y="40831"/>
                  </a:lnTo>
                  <a:lnTo>
                    <a:pt x="272270" y="27805"/>
                  </a:lnTo>
                  <a:lnTo>
                    <a:pt x="263891" y="14232"/>
                  </a:lnTo>
                  <a:lnTo>
                    <a:pt x="256273" y="0"/>
                  </a:lnTo>
                  <a:close/>
                </a:path>
              </a:pathLst>
            </a:custGeom>
            <a:solidFill>
              <a:srgbClr val="0CB14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8" name="Google Shape;318;p35"/>
            <p:cNvSpPr/>
            <p:nvPr/>
          </p:nvSpPr>
          <p:spPr>
            <a:xfrm>
              <a:off x="1046060" y="3865841"/>
              <a:ext cx="4440555" cy="1162685"/>
            </a:xfrm>
            <a:custGeom>
              <a:rect b="b" l="l" r="r" t="t"/>
              <a:pathLst>
                <a:path extrusionOk="0" h="1162685" w="4440555">
                  <a:moveTo>
                    <a:pt x="4440339" y="0"/>
                  </a:moveTo>
                  <a:lnTo>
                    <a:pt x="1991334" y="0"/>
                  </a:lnTo>
                  <a:lnTo>
                    <a:pt x="1991334" y="221526"/>
                  </a:lnTo>
                  <a:lnTo>
                    <a:pt x="1878660" y="221526"/>
                  </a:lnTo>
                  <a:lnTo>
                    <a:pt x="1722602" y="221526"/>
                  </a:lnTo>
                  <a:lnTo>
                    <a:pt x="1722602" y="377583"/>
                  </a:lnTo>
                  <a:lnTo>
                    <a:pt x="1722602" y="911263"/>
                  </a:lnTo>
                  <a:lnTo>
                    <a:pt x="173075" y="911263"/>
                  </a:lnTo>
                  <a:lnTo>
                    <a:pt x="173075" y="816203"/>
                  </a:lnTo>
                  <a:lnTo>
                    <a:pt x="0" y="989279"/>
                  </a:lnTo>
                  <a:lnTo>
                    <a:pt x="173088" y="1162367"/>
                  </a:lnTo>
                  <a:lnTo>
                    <a:pt x="173075" y="1067320"/>
                  </a:lnTo>
                  <a:lnTo>
                    <a:pt x="1722602" y="1067320"/>
                  </a:lnTo>
                  <a:lnTo>
                    <a:pt x="1878660" y="1067320"/>
                  </a:lnTo>
                  <a:lnTo>
                    <a:pt x="1878660" y="911263"/>
                  </a:lnTo>
                  <a:lnTo>
                    <a:pt x="1878660" y="377583"/>
                  </a:lnTo>
                  <a:lnTo>
                    <a:pt x="1991334" y="377583"/>
                  </a:lnTo>
                  <a:lnTo>
                    <a:pt x="1991334" y="599097"/>
                  </a:lnTo>
                  <a:lnTo>
                    <a:pt x="4440339" y="599097"/>
                  </a:lnTo>
                  <a:lnTo>
                    <a:pt x="4440339" y="0"/>
                  </a:lnTo>
                  <a:close/>
                </a:path>
              </a:pathLst>
            </a:custGeom>
            <a:solidFill>
              <a:srgbClr val="FCB80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19" name="Google Shape;319;p35"/>
          <p:cNvSpPr txBox="1"/>
          <p:nvPr/>
        </p:nvSpPr>
        <p:spPr>
          <a:xfrm>
            <a:off x="4276369" y="3549148"/>
            <a:ext cx="3283500" cy="385200"/>
          </a:xfrm>
          <a:prstGeom prst="rect">
            <a:avLst/>
          </a:prstGeom>
          <a:noFill/>
          <a:ln>
            <a:noFill/>
          </a:ln>
        </p:spPr>
        <p:txBody>
          <a:bodyPr anchorCtr="0" anchor="t" bIns="0" lIns="0" spcFirstLastPara="1" rIns="0" wrap="square" tIns="12050">
            <a:spAutoFit/>
          </a:bodyPr>
          <a:lstStyle/>
          <a:p>
            <a:pPr indent="0" lvl="0" marL="12700" marR="5080" rtl="0" algn="l">
              <a:lnSpc>
                <a:spcPct val="101899"/>
              </a:lnSpc>
              <a:spcBef>
                <a:spcPts val="0"/>
              </a:spcBef>
              <a:spcAft>
                <a:spcPts val="0"/>
              </a:spcAft>
              <a:buNone/>
            </a:pPr>
            <a:r>
              <a:rPr lang="en" sz="1200">
                <a:latin typeface="Trebuchet MS"/>
                <a:ea typeface="Trebuchet MS"/>
                <a:cs typeface="Trebuchet MS"/>
                <a:sym typeface="Trebuchet MS"/>
              </a:rPr>
              <a:t>Once the readings have stabilized, issue the Mid point calibration</a:t>
            </a:r>
            <a:endParaRPr sz="1200">
              <a:latin typeface="Trebuchet MS"/>
              <a:ea typeface="Trebuchet MS"/>
              <a:cs typeface="Trebuchet MS"/>
              <a:sym typeface="Trebuchet MS"/>
            </a:endParaRPr>
          </a:p>
        </p:txBody>
      </p:sp>
      <p:sp>
        <p:nvSpPr>
          <p:cNvPr id="320" name="Google Shape;320;p35"/>
          <p:cNvSpPr txBox="1"/>
          <p:nvPr/>
        </p:nvSpPr>
        <p:spPr>
          <a:xfrm>
            <a:off x="4276368" y="3885069"/>
            <a:ext cx="2323200" cy="200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 sz="1200">
                <a:latin typeface="Trebuchet MS"/>
                <a:ea typeface="Trebuchet MS"/>
                <a:cs typeface="Trebuchet MS"/>
                <a:sym typeface="Trebuchet MS"/>
              </a:rPr>
              <a:t>command. </a:t>
            </a:r>
            <a:r>
              <a:rPr b="1" lang="en" sz="1200">
                <a:latin typeface="Calibri"/>
                <a:ea typeface="Calibri"/>
                <a:cs typeface="Calibri"/>
                <a:sym typeface="Calibri"/>
              </a:rPr>
              <a:t>ph:cal,mid,7</a:t>
            </a:r>
            <a:endParaRPr sz="1200">
              <a:latin typeface="Calibri"/>
              <a:ea typeface="Calibri"/>
              <a:cs typeface="Calibri"/>
              <a:sym typeface="Calibri"/>
            </a:endParaRPr>
          </a:p>
        </p:txBody>
      </p:sp>
      <p:grpSp>
        <p:nvGrpSpPr>
          <p:cNvPr id="321" name="Google Shape;321;p35"/>
          <p:cNvGrpSpPr/>
          <p:nvPr/>
        </p:nvGrpSpPr>
        <p:grpSpPr>
          <a:xfrm>
            <a:off x="2511290" y="1575624"/>
            <a:ext cx="1828771" cy="1294998"/>
            <a:chOff x="1808505" y="1797354"/>
            <a:chExt cx="1316989" cy="1351914"/>
          </a:xfrm>
        </p:grpSpPr>
        <p:sp>
          <p:nvSpPr>
            <p:cNvPr id="322" name="Google Shape;322;p35"/>
            <p:cNvSpPr/>
            <p:nvPr/>
          </p:nvSpPr>
          <p:spPr>
            <a:xfrm>
              <a:off x="1808505" y="1797354"/>
              <a:ext cx="1316989" cy="1351914"/>
            </a:xfrm>
            <a:custGeom>
              <a:rect b="b" l="l" r="r" t="t"/>
              <a:pathLst>
                <a:path extrusionOk="0" h="1351914" w="1316989">
                  <a:moveTo>
                    <a:pt x="1316901" y="0"/>
                  </a:moveTo>
                  <a:lnTo>
                    <a:pt x="0" y="0"/>
                  </a:lnTo>
                  <a:lnTo>
                    <a:pt x="0" y="1351292"/>
                  </a:lnTo>
                  <a:lnTo>
                    <a:pt x="1316901" y="1351292"/>
                  </a:lnTo>
                  <a:lnTo>
                    <a:pt x="1316901" y="0"/>
                  </a:lnTo>
                  <a:close/>
                </a:path>
              </a:pathLst>
            </a:custGeom>
            <a:solidFill>
              <a:srgbClr val="F051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23" name="Google Shape;323;p35"/>
            <p:cNvPicPr preferRelativeResize="0"/>
            <p:nvPr/>
          </p:nvPicPr>
          <p:blipFill rotWithShape="1">
            <a:blip r:embed="rId4">
              <a:alphaModFix/>
            </a:blip>
            <a:srcRect b="0" l="0" r="0" t="0"/>
            <a:stretch/>
          </p:blipFill>
          <p:spPr>
            <a:xfrm>
              <a:off x="1889107" y="1875257"/>
              <a:ext cx="1177493" cy="1237131"/>
            </a:xfrm>
            <a:prstGeom prst="rect">
              <a:avLst/>
            </a:prstGeom>
            <a:noFill/>
            <a:ln>
              <a:noFill/>
            </a:ln>
          </p:spPr>
        </p:pic>
      </p:grpSp>
      <p:pic>
        <p:nvPicPr>
          <p:cNvPr id="324" name="Google Shape;324;p35"/>
          <p:cNvPicPr preferRelativeResize="0"/>
          <p:nvPr/>
        </p:nvPicPr>
        <p:blipFill rotWithShape="1">
          <a:blip r:embed="rId5">
            <a:alphaModFix/>
          </a:blip>
          <a:srcRect b="0" l="0" r="0" t="0"/>
          <a:stretch/>
        </p:blipFill>
        <p:spPr>
          <a:xfrm>
            <a:off x="4697063" y="1575700"/>
            <a:ext cx="1828750" cy="1294475"/>
          </a:xfrm>
          <a:prstGeom prst="rect">
            <a:avLst/>
          </a:prstGeom>
          <a:noFill/>
          <a:ln>
            <a:noFill/>
          </a:ln>
        </p:spPr>
      </p:pic>
      <p:sp>
        <p:nvSpPr>
          <p:cNvPr id="325" name="Google Shape;325;p35"/>
          <p:cNvSpPr txBox="1"/>
          <p:nvPr/>
        </p:nvSpPr>
        <p:spPr>
          <a:xfrm>
            <a:off x="5779874" y="2054115"/>
            <a:ext cx="685500" cy="135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 sz="800">
                <a:solidFill>
                  <a:srgbClr val="FFFFFF"/>
                </a:solidFill>
                <a:latin typeface="Trebuchet MS"/>
                <a:ea typeface="Trebuchet MS"/>
                <a:cs typeface="Trebuchet MS"/>
                <a:sym typeface="Trebuchet MS"/>
              </a:rPr>
              <a:t>1 − 2 mins</a:t>
            </a:r>
            <a:endParaRPr sz="800">
              <a:latin typeface="Trebuchet MS"/>
              <a:ea typeface="Trebuchet MS"/>
              <a:cs typeface="Trebuchet MS"/>
              <a:sym typeface="Trebuchet MS"/>
            </a:endParaRPr>
          </a:p>
        </p:txBody>
      </p:sp>
      <p:grpSp>
        <p:nvGrpSpPr>
          <p:cNvPr id="326" name="Google Shape;326;p35"/>
          <p:cNvGrpSpPr/>
          <p:nvPr/>
        </p:nvGrpSpPr>
        <p:grpSpPr>
          <a:xfrm>
            <a:off x="6886694" y="1575624"/>
            <a:ext cx="1828789" cy="1294998"/>
            <a:chOff x="4959451" y="1797354"/>
            <a:chExt cx="1317002" cy="1351914"/>
          </a:xfrm>
        </p:grpSpPr>
        <p:sp>
          <p:nvSpPr>
            <p:cNvPr id="327" name="Google Shape;327;p35"/>
            <p:cNvSpPr/>
            <p:nvPr/>
          </p:nvSpPr>
          <p:spPr>
            <a:xfrm>
              <a:off x="4959464" y="1797354"/>
              <a:ext cx="1316989" cy="1351914"/>
            </a:xfrm>
            <a:custGeom>
              <a:rect b="b" l="l" r="r" t="t"/>
              <a:pathLst>
                <a:path extrusionOk="0" h="1351914" w="1316989">
                  <a:moveTo>
                    <a:pt x="1316913" y="0"/>
                  </a:moveTo>
                  <a:lnTo>
                    <a:pt x="0" y="0"/>
                  </a:lnTo>
                  <a:lnTo>
                    <a:pt x="0" y="1351292"/>
                  </a:lnTo>
                  <a:lnTo>
                    <a:pt x="1316913" y="1351292"/>
                  </a:lnTo>
                  <a:lnTo>
                    <a:pt x="1316913" y="0"/>
                  </a:lnTo>
                  <a:close/>
                </a:path>
              </a:pathLst>
            </a:custGeom>
            <a:solidFill>
              <a:srgbClr val="F051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8" name="Google Shape;328;p35"/>
            <p:cNvSpPr/>
            <p:nvPr/>
          </p:nvSpPr>
          <p:spPr>
            <a:xfrm>
              <a:off x="5276640" y="1968414"/>
              <a:ext cx="320675" cy="560069"/>
            </a:xfrm>
            <a:custGeom>
              <a:rect b="b" l="l" r="r" t="t"/>
              <a:pathLst>
                <a:path extrusionOk="0" h="560069" w="320675">
                  <a:moveTo>
                    <a:pt x="299847" y="0"/>
                  </a:moveTo>
                  <a:lnTo>
                    <a:pt x="0" y="553504"/>
                  </a:lnTo>
                  <a:lnTo>
                    <a:pt x="10312" y="559638"/>
                  </a:lnTo>
                  <a:lnTo>
                    <a:pt x="20952" y="554035"/>
                  </a:lnTo>
                  <a:lnTo>
                    <a:pt x="54643" y="523678"/>
                  </a:lnTo>
                  <a:lnTo>
                    <a:pt x="114045" y="448238"/>
                  </a:lnTo>
                  <a:lnTo>
                    <a:pt x="201815" y="307390"/>
                  </a:lnTo>
                  <a:lnTo>
                    <a:pt x="280478" y="167335"/>
                  </a:lnTo>
                  <a:lnTo>
                    <a:pt x="316911" y="88630"/>
                  </a:lnTo>
                  <a:lnTo>
                    <a:pt x="320303" y="42457"/>
                  </a:lnTo>
                  <a:lnTo>
                    <a:pt x="299847" y="0"/>
                  </a:lnTo>
                  <a:close/>
                </a:path>
              </a:pathLst>
            </a:custGeom>
            <a:solidFill>
              <a:srgbClr val="88712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29" name="Google Shape;329;p35"/>
            <p:cNvPicPr preferRelativeResize="0"/>
            <p:nvPr/>
          </p:nvPicPr>
          <p:blipFill rotWithShape="1">
            <a:blip r:embed="rId6">
              <a:alphaModFix/>
            </a:blip>
            <a:srcRect b="0" l="0" r="0" t="0"/>
            <a:stretch/>
          </p:blipFill>
          <p:spPr>
            <a:xfrm>
              <a:off x="5313896" y="2690939"/>
              <a:ext cx="604037" cy="337248"/>
            </a:xfrm>
            <a:prstGeom prst="rect">
              <a:avLst/>
            </a:prstGeom>
            <a:noFill/>
            <a:ln>
              <a:noFill/>
            </a:ln>
          </p:spPr>
        </p:pic>
        <p:sp>
          <p:nvSpPr>
            <p:cNvPr id="330" name="Google Shape;330;p35"/>
            <p:cNvSpPr/>
            <p:nvPr/>
          </p:nvSpPr>
          <p:spPr>
            <a:xfrm>
              <a:off x="5313908" y="2690947"/>
              <a:ext cx="604520" cy="337819"/>
            </a:xfrm>
            <a:custGeom>
              <a:rect b="b" l="l" r="r" t="t"/>
              <a:pathLst>
                <a:path extrusionOk="0" h="337819" w="604520">
                  <a:moveTo>
                    <a:pt x="604050" y="168617"/>
                  </a:moveTo>
                  <a:lnTo>
                    <a:pt x="580315" y="234251"/>
                  </a:lnTo>
                  <a:lnTo>
                    <a:pt x="552469" y="262891"/>
                  </a:lnTo>
                  <a:lnTo>
                    <a:pt x="515589" y="287843"/>
                  </a:lnTo>
                  <a:lnTo>
                    <a:pt x="470890" y="308430"/>
                  </a:lnTo>
                  <a:lnTo>
                    <a:pt x="419585" y="323974"/>
                  </a:lnTo>
                  <a:lnTo>
                    <a:pt x="362890" y="333798"/>
                  </a:lnTo>
                  <a:lnTo>
                    <a:pt x="302018" y="337223"/>
                  </a:lnTo>
                  <a:lnTo>
                    <a:pt x="241150" y="333798"/>
                  </a:lnTo>
                  <a:lnTo>
                    <a:pt x="184458" y="323974"/>
                  </a:lnTo>
                  <a:lnTo>
                    <a:pt x="133156" y="308430"/>
                  </a:lnTo>
                  <a:lnTo>
                    <a:pt x="88458" y="287843"/>
                  </a:lnTo>
                  <a:lnTo>
                    <a:pt x="51579" y="262891"/>
                  </a:lnTo>
                  <a:lnTo>
                    <a:pt x="23733" y="234251"/>
                  </a:lnTo>
                  <a:lnTo>
                    <a:pt x="0" y="168617"/>
                  </a:lnTo>
                  <a:lnTo>
                    <a:pt x="6135" y="134630"/>
                  </a:lnTo>
                  <a:lnTo>
                    <a:pt x="51579" y="74334"/>
                  </a:lnTo>
                  <a:lnTo>
                    <a:pt x="88458" y="49380"/>
                  </a:lnTo>
                  <a:lnTo>
                    <a:pt x="133156" y="28792"/>
                  </a:lnTo>
                  <a:lnTo>
                    <a:pt x="184458" y="13248"/>
                  </a:lnTo>
                  <a:lnTo>
                    <a:pt x="241150" y="3425"/>
                  </a:lnTo>
                  <a:lnTo>
                    <a:pt x="302018" y="0"/>
                  </a:lnTo>
                  <a:lnTo>
                    <a:pt x="362890" y="3425"/>
                  </a:lnTo>
                  <a:lnTo>
                    <a:pt x="419585" y="13248"/>
                  </a:lnTo>
                  <a:lnTo>
                    <a:pt x="470890" y="28792"/>
                  </a:lnTo>
                  <a:lnTo>
                    <a:pt x="515589" y="49380"/>
                  </a:lnTo>
                  <a:lnTo>
                    <a:pt x="552469" y="74334"/>
                  </a:lnTo>
                  <a:lnTo>
                    <a:pt x="580315" y="102977"/>
                  </a:lnTo>
                  <a:lnTo>
                    <a:pt x="604050" y="168617"/>
                  </a:lnTo>
                  <a:close/>
                </a:path>
              </a:pathLst>
            </a:custGeom>
            <a:noFill/>
            <a:ln cap="flat" cmpd="sng" w="9525">
              <a:solidFill>
                <a:srgbClr val="02030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1" name="Google Shape;331;p35"/>
            <p:cNvSpPr/>
            <p:nvPr/>
          </p:nvSpPr>
          <p:spPr>
            <a:xfrm>
              <a:off x="5379376" y="2733497"/>
              <a:ext cx="476885" cy="248919"/>
            </a:xfrm>
            <a:custGeom>
              <a:rect b="b" l="l" r="r" t="t"/>
              <a:pathLst>
                <a:path extrusionOk="0" h="248919" w="476885">
                  <a:moveTo>
                    <a:pt x="238417" y="0"/>
                  </a:moveTo>
                  <a:lnTo>
                    <a:pt x="175032" y="4445"/>
                  </a:lnTo>
                  <a:lnTo>
                    <a:pt x="118078" y="16990"/>
                  </a:lnTo>
                  <a:lnTo>
                    <a:pt x="69826" y="36448"/>
                  </a:lnTo>
                  <a:lnTo>
                    <a:pt x="32548" y="61635"/>
                  </a:lnTo>
                  <a:lnTo>
                    <a:pt x="8515" y="91363"/>
                  </a:lnTo>
                  <a:lnTo>
                    <a:pt x="0" y="124447"/>
                  </a:lnTo>
                  <a:lnTo>
                    <a:pt x="8515" y="157531"/>
                  </a:lnTo>
                  <a:lnTo>
                    <a:pt x="32548" y="187259"/>
                  </a:lnTo>
                  <a:lnTo>
                    <a:pt x="69826" y="212445"/>
                  </a:lnTo>
                  <a:lnTo>
                    <a:pt x="118078" y="231904"/>
                  </a:lnTo>
                  <a:lnTo>
                    <a:pt x="175032" y="244449"/>
                  </a:lnTo>
                  <a:lnTo>
                    <a:pt x="238417" y="248894"/>
                  </a:lnTo>
                  <a:lnTo>
                    <a:pt x="301808" y="244449"/>
                  </a:lnTo>
                  <a:lnTo>
                    <a:pt x="358768" y="231904"/>
                  </a:lnTo>
                  <a:lnTo>
                    <a:pt x="407025" y="212445"/>
                  </a:lnTo>
                  <a:lnTo>
                    <a:pt x="444307" y="187259"/>
                  </a:lnTo>
                  <a:lnTo>
                    <a:pt x="468342" y="157531"/>
                  </a:lnTo>
                  <a:lnTo>
                    <a:pt x="476859" y="124447"/>
                  </a:lnTo>
                  <a:lnTo>
                    <a:pt x="468342" y="91363"/>
                  </a:lnTo>
                  <a:lnTo>
                    <a:pt x="444307" y="61635"/>
                  </a:lnTo>
                  <a:lnTo>
                    <a:pt x="407025" y="36448"/>
                  </a:lnTo>
                  <a:lnTo>
                    <a:pt x="358768" y="16990"/>
                  </a:lnTo>
                  <a:lnTo>
                    <a:pt x="301808" y="4445"/>
                  </a:lnTo>
                  <a:lnTo>
                    <a:pt x="238417" y="0"/>
                  </a:lnTo>
                  <a:close/>
                </a:path>
              </a:pathLst>
            </a:custGeom>
            <a:solidFill>
              <a:srgbClr val="BEBFC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2" name="Google Shape;332;p35"/>
            <p:cNvSpPr/>
            <p:nvPr/>
          </p:nvSpPr>
          <p:spPr>
            <a:xfrm>
              <a:off x="5379376" y="2733497"/>
              <a:ext cx="476885" cy="248919"/>
            </a:xfrm>
            <a:custGeom>
              <a:rect b="b" l="l" r="r" t="t"/>
              <a:pathLst>
                <a:path extrusionOk="0" h="248919" w="476885">
                  <a:moveTo>
                    <a:pt x="476859" y="124447"/>
                  </a:moveTo>
                  <a:lnTo>
                    <a:pt x="444307" y="187259"/>
                  </a:lnTo>
                  <a:lnTo>
                    <a:pt x="407025" y="212445"/>
                  </a:lnTo>
                  <a:lnTo>
                    <a:pt x="358768" y="231904"/>
                  </a:lnTo>
                  <a:lnTo>
                    <a:pt x="301808" y="244449"/>
                  </a:lnTo>
                  <a:lnTo>
                    <a:pt x="238417" y="248894"/>
                  </a:lnTo>
                  <a:lnTo>
                    <a:pt x="175032" y="244449"/>
                  </a:lnTo>
                  <a:lnTo>
                    <a:pt x="118078" y="231904"/>
                  </a:lnTo>
                  <a:lnTo>
                    <a:pt x="69826" y="212445"/>
                  </a:lnTo>
                  <a:lnTo>
                    <a:pt x="32548" y="187259"/>
                  </a:lnTo>
                  <a:lnTo>
                    <a:pt x="8515" y="157531"/>
                  </a:lnTo>
                  <a:lnTo>
                    <a:pt x="0" y="124447"/>
                  </a:lnTo>
                  <a:lnTo>
                    <a:pt x="8515" y="91363"/>
                  </a:lnTo>
                  <a:lnTo>
                    <a:pt x="32548" y="61635"/>
                  </a:lnTo>
                  <a:lnTo>
                    <a:pt x="69826" y="36448"/>
                  </a:lnTo>
                  <a:lnTo>
                    <a:pt x="118078" y="16990"/>
                  </a:lnTo>
                  <a:lnTo>
                    <a:pt x="175032" y="4445"/>
                  </a:lnTo>
                  <a:lnTo>
                    <a:pt x="238417" y="0"/>
                  </a:lnTo>
                  <a:lnTo>
                    <a:pt x="301808" y="4445"/>
                  </a:lnTo>
                  <a:lnTo>
                    <a:pt x="358768" y="16990"/>
                  </a:lnTo>
                  <a:lnTo>
                    <a:pt x="407025" y="36448"/>
                  </a:lnTo>
                  <a:lnTo>
                    <a:pt x="444307" y="61635"/>
                  </a:lnTo>
                  <a:lnTo>
                    <a:pt x="468342" y="91363"/>
                  </a:lnTo>
                  <a:lnTo>
                    <a:pt x="476859" y="124447"/>
                  </a:lnTo>
                  <a:close/>
                </a:path>
              </a:pathLst>
            </a:custGeom>
            <a:noFill/>
            <a:ln cap="flat" cmpd="sng" w="9525">
              <a:solidFill>
                <a:srgbClr val="02030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33" name="Google Shape;333;p35"/>
            <p:cNvPicPr preferRelativeResize="0"/>
            <p:nvPr/>
          </p:nvPicPr>
          <p:blipFill rotWithShape="1">
            <a:blip r:embed="rId7">
              <a:alphaModFix/>
            </a:blip>
            <a:srcRect b="0" l="0" r="0" t="0"/>
            <a:stretch/>
          </p:blipFill>
          <p:spPr>
            <a:xfrm>
              <a:off x="5461444" y="2777134"/>
              <a:ext cx="307327" cy="160718"/>
            </a:xfrm>
            <a:prstGeom prst="rect">
              <a:avLst/>
            </a:prstGeom>
            <a:noFill/>
            <a:ln>
              <a:noFill/>
            </a:ln>
          </p:spPr>
        </p:pic>
        <p:sp>
          <p:nvSpPr>
            <p:cNvPr id="334" name="Google Shape;334;p35"/>
            <p:cNvSpPr/>
            <p:nvPr/>
          </p:nvSpPr>
          <p:spPr>
            <a:xfrm>
              <a:off x="5239118" y="2324099"/>
              <a:ext cx="390525" cy="492760"/>
            </a:xfrm>
            <a:custGeom>
              <a:rect b="b" l="l" r="r" t="t"/>
              <a:pathLst>
                <a:path extrusionOk="0" h="492760" w="390525">
                  <a:moveTo>
                    <a:pt x="390144" y="370789"/>
                  </a:moveTo>
                  <a:lnTo>
                    <a:pt x="385013" y="323951"/>
                  </a:lnTo>
                  <a:lnTo>
                    <a:pt x="367474" y="286639"/>
                  </a:lnTo>
                  <a:lnTo>
                    <a:pt x="352259" y="265811"/>
                  </a:lnTo>
                  <a:lnTo>
                    <a:pt x="348068" y="258559"/>
                  </a:lnTo>
                  <a:lnTo>
                    <a:pt x="346125" y="251104"/>
                  </a:lnTo>
                  <a:lnTo>
                    <a:pt x="345452" y="243230"/>
                  </a:lnTo>
                  <a:lnTo>
                    <a:pt x="344932" y="231508"/>
                  </a:lnTo>
                  <a:lnTo>
                    <a:pt x="345897" y="228269"/>
                  </a:lnTo>
                  <a:lnTo>
                    <a:pt x="355587" y="215442"/>
                  </a:lnTo>
                  <a:lnTo>
                    <a:pt x="362826" y="203974"/>
                  </a:lnTo>
                  <a:lnTo>
                    <a:pt x="368401" y="191808"/>
                  </a:lnTo>
                  <a:lnTo>
                    <a:pt x="370865" y="179755"/>
                  </a:lnTo>
                  <a:lnTo>
                    <a:pt x="370344" y="173101"/>
                  </a:lnTo>
                  <a:lnTo>
                    <a:pt x="349415" y="138696"/>
                  </a:lnTo>
                  <a:lnTo>
                    <a:pt x="320611" y="109410"/>
                  </a:lnTo>
                  <a:lnTo>
                    <a:pt x="288925" y="82143"/>
                  </a:lnTo>
                  <a:lnTo>
                    <a:pt x="271018" y="94576"/>
                  </a:lnTo>
                  <a:lnTo>
                    <a:pt x="252895" y="106705"/>
                  </a:lnTo>
                  <a:lnTo>
                    <a:pt x="243370" y="112826"/>
                  </a:lnTo>
                  <a:lnTo>
                    <a:pt x="288925" y="82143"/>
                  </a:lnTo>
                  <a:lnTo>
                    <a:pt x="272122" y="68732"/>
                  </a:lnTo>
                  <a:lnTo>
                    <a:pt x="255092" y="55651"/>
                  </a:lnTo>
                  <a:lnTo>
                    <a:pt x="240385" y="44780"/>
                  </a:lnTo>
                  <a:lnTo>
                    <a:pt x="240385" y="114731"/>
                  </a:lnTo>
                  <a:lnTo>
                    <a:pt x="234556" y="118478"/>
                  </a:lnTo>
                  <a:lnTo>
                    <a:pt x="216001" y="129908"/>
                  </a:lnTo>
                  <a:lnTo>
                    <a:pt x="199326" y="139738"/>
                  </a:lnTo>
                  <a:lnTo>
                    <a:pt x="196900" y="141109"/>
                  </a:lnTo>
                  <a:lnTo>
                    <a:pt x="240385" y="114731"/>
                  </a:lnTo>
                  <a:lnTo>
                    <a:pt x="240385" y="44780"/>
                  </a:lnTo>
                  <a:lnTo>
                    <a:pt x="208724" y="21805"/>
                  </a:lnTo>
                  <a:lnTo>
                    <a:pt x="195262" y="14185"/>
                  </a:lnTo>
                  <a:lnTo>
                    <a:pt x="195262" y="142036"/>
                  </a:lnTo>
                  <a:lnTo>
                    <a:pt x="182473" y="149237"/>
                  </a:lnTo>
                  <a:lnTo>
                    <a:pt x="165404" y="158356"/>
                  </a:lnTo>
                  <a:lnTo>
                    <a:pt x="155244" y="163487"/>
                  </a:lnTo>
                  <a:lnTo>
                    <a:pt x="195262" y="142036"/>
                  </a:lnTo>
                  <a:lnTo>
                    <a:pt x="195262" y="14185"/>
                  </a:lnTo>
                  <a:lnTo>
                    <a:pt x="182245" y="8255"/>
                  </a:lnTo>
                  <a:lnTo>
                    <a:pt x="167322" y="3530"/>
                  </a:lnTo>
                  <a:lnTo>
                    <a:pt x="151650" y="736"/>
                  </a:lnTo>
                  <a:lnTo>
                    <a:pt x="135064" y="0"/>
                  </a:lnTo>
                  <a:lnTo>
                    <a:pt x="86652" y="44145"/>
                  </a:lnTo>
                  <a:lnTo>
                    <a:pt x="47155" y="85940"/>
                  </a:lnTo>
                  <a:lnTo>
                    <a:pt x="17843" y="123825"/>
                  </a:lnTo>
                  <a:lnTo>
                    <a:pt x="0" y="156286"/>
                  </a:lnTo>
                  <a:lnTo>
                    <a:pt x="2667" y="159512"/>
                  </a:lnTo>
                  <a:lnTo>
                    <a:pt x="35102" y="182486"/>
                  </a:lnTo>
                  <a:lnTo>
                    <a:pt x="78003" y="195859"/>
                  </a:lnTo>
                  <a:lnTo>
                    <a:pt x="113474" y="182829"/>
                  </a:lnTo>
                  <a:lnTo>
                    <a:pt x="151790" y="165239"/>
                  </a:lnTo>
                  <a:lnTo>
                    <a:pt x="148132" y="167081"/>
                  </a:lnTo>
                  <a:lnTo>
                    <a:pt x="133565" y="174040"/>
                  </a:lnTo>
                  <a:lnTo>
                    <a:pt x="118821" y="180644"/>
                  </a:lnTo>
                  <a:lnTo>
                    <a:pt x="103873" y="186791"/>
                  </a:lnTo>
                  <a:lnTo>
                    <a:pt x="80314" y="195249"/>
                  </a:lnTo>
                  <a:lnTo>
                    <a:pt x="85496" y="197053"/>
                  </a:lnTo>
                  <a:lnTo>
                    <a:pt x="127330" y="212915"/>
                  </a:lnTo>
                  <a:lnTo>
                    <a:pt x="158496" y="236359"/>
                  </a:lnTo>
                  <a:lnTo>
                    <a:pt x="167957" y="246202"/>
                  </a:lnTo>
                  <a:lnTo>
                    <a:pt x="172999" y="250863"/>
                  </a:lnTo>
                  <a:lnTo>
                    <a:pt x="188772" y="262293"/>
                  </a:lnTo>
                  <a:lnTo>
                    <a:pt x="205232" y="272656"/>
                  </a:lnTo>
                  <a:lnTo>
                    <a:pt x="220980" y="283895"/>
                  </a:lnTo>
                  <a:lnTo>
                    <a:pt x="234619" y="297942"/>
                  </a:lnTo>
                  <a:lnTo>
                    <a:pt x="239636" y="304723"/>
                  </a:lnTo>
                  <a:lnTo>
                    <a:pt x="245338" y="304965"/>
                  </a:lnTo>
                  <a:lnTo>
                    <a:pt x="247103" y="304253"/>
                  </a:lnTo>
                  <a:lnTo>
                    <a:pt x="251650" y="304673"/>
                  </a:lnTo>
                  <a:lnTo>
                    <a:pt x="253796" y="306959"/>
                  </a:lnTo>
                  <a:lnTo>
                    <a:pt x="258229" y="315950"/>
                  </a:lnTo>
                  <a:lnTo>
                    <a:pt x="266992" y="336003"/>
                  </a:lnTo>
                  <a:lnTo>
                    <a:pt x="270471" y="342785"/>
                  </a:lnTo>
                  <a:lnTo>
                    <a:pt x="304330" y="381000"/>
                  </a:lnTo>
                  <a:lnTo>
                    <a:pt x="314121" y="391350"/>
                  </a:lnTo>
                  <a:lnTo>
                    <a:pt x="320535" y="403491"/>
                  </a:lnTo>
                  <a:lnTo>
                    <a:pt x="323342" y="421970"/>
                  </a:lnTo>
                  <a:lnTo>
                    <a:pt x="321945" y="440944"/>
                  </a:lnTo>
                  <a:lnTo>
                    <a:pt x="317779" y="459816"/>
                  </a:lnTo>
                  <a:lnTo>
                    <a:pt x="312597" y="476961"/>
                  </a:lnTo>
                  <a:lnTo>
                    <a:pt x="311594" y="478447"/>
                  </a:lnTo>
                  <a:lnTo>
                    <a:pt x="312293" y="480301"/>
                  </a:lnTo>
                  <a:lnTo>
                    <a:pt x="312966" y="482168"/>
                  </a:lnTo>
                  <a:lnTo>
                    <a:pt x="311099" y="481660"/>
                  </a:lnTo>
                  <a:lnTo>
                    <a:pt x="319595" y="488797"/>
                  </a:lnTo>
                  <a:lnTo>
                    <a:pt x="318744" y="488670"/>
                  </a:lnTo>
                  <a:lnTo>
                    <a:pt x="333362" y="491286"/>
                  </a:lnTo>
                  <a:lnTo>
                    <a:pt x="340144" y="490740"/>
                  </a:lnTo>
                  <a:lnTo>
                    <a:pt x="346252" y="491845"/>
                  </a:lnTo>
                  <a:lnTo>
                    <a:pt x="347611" y="491667"/>
                  </a:lnTo>
                  <a:lnTo>
                    <a:pt x="348894" y="492366"/>
                  </a:lnTo>
                  <a:lnTo>
                    <a:pt x="351193" y="491744"/>
                  </a:lnTo>
                  <a:lnTo>
                    <a:pt x="354457" y="487527"/>
                  </a:lnTo>
                  <a:lnTo>
                    <a:pt x="359549" y="481761"/>
                  </a:lnTo>
                  <a:lnTo>
                    <a:pt x="364959" y="476351"/>
                  </a:lnTo>
                  <a:lnTo>
                    <a:pt x="370078" y="470725"/>
                  </a:lnTo>
                  <a:lnTo>
                    <a:pt x="382879" y="433298"/>
                  </a:lnTo>
                  <a:lnTo>
                    <a:pt x="389267" y="386486"/>
                  </a:lnTo>
                  <a:lnTo>
                    <a:pt x="390144" y="370789"/>
                  </a:lnTo>
                  <a:close/>
                </a:path>
              </a:pathLst>
            </a:custGeom>
            <a:solidFill>
              <a:srgbClr val="FDB71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35" name="Google Shape;335;p35"/>
            <p:cNvPicPr preferRelativeResize="0"/>
            <p:nvPr/>
          </p:nvPicPr>
          <p:blipFill rotWithShape="1">
            <a:blip r:embed="rId8">
              <a:alphaModFix/>
            </a:blip>
            <a:srcRect b="0" l="0" r="0" t="0"/>
            <a:stretch/>
          </p:blipFill>
          <p:spPr>
            <a:xfrm>
              <a:off x="5514230" y="2483186"/>
              <a:ext cx="118629" cy="216215"/>
            </a:xfrm>
            <a:prstGeom prst="rect">
              <a:avLst/>
            </a:prstGeom>
            <a:noFill/>
            <a:ln>
              <a:noFill/>
            </a:ln>
          </p:spPr>
        </p:pic>
        <p:sp>
          <p:nvSpPr>
            <p:cNvPr id="336" name="Google Shape;336;p35"/>
            <p:cNvSpPr/>
            <p:nvPr/>
          </p:nvSpPr>
          <p:spPr>
            <a:xfrm>
              <a:off x="4959464" y="1797354"/>
              <a:ext cx="617220" cy="727710"/>
            </a:xfrm>
            <a:custGeom>
              <a:rect b="b" l="l" r="r" t="t"/>
              <a:pathLst>
                <a:path extrusionOk="0" h="727710" w="617220">
                  <a:moveTo>
                    <a:pt x="328302" y="0"/>
                  </a:moveTo>
                  <a:lnTo>
                    <a:pt x="0" y="0"/>
                  </a:lnTo>
                  <a:lnTo>
                    <a:pt x="0" y="536654"/>
                  </a:lnTo>
                  <a:lnTo>
                    <a:pt x="322281" y="727603"/>
                  </a:lnTo>
                  <a:lnTo>
                    <a:pt x="430948" y="552802"/>
                  </a:lnTo>
                  <a:lnTo>
                    <a:pt x="540335" y="340909"/>
                  </a:lnTo>
                  <a:lnTo>
                    <a:pt x="612063" y="182685"/>
                  </a:lnTo>
                  <a:lnTo>
                    <a:pt x="616907" y="170994"/>
                  </a:lnTo>
                  <a:lnTo>
                    <a:pt x="328302" y="0"/>
                  </a:lnTo>
                  <a:close/>
                </a:path>
              </a:pathLst>
            </a:custGeom>
            <a:solidFill>
              <a:srgbClr val="FDD20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7" name="Google Shape;337;p35"/>
            <p:cNvSpPr/>
            <p:nvPr/>
          </p:nvSpPr>
          <p:spPr>
            <a:xfrm>
              <a:off x="4959451" y="1797354"/>
              <a:ext cx="201295" cy="356235"/>
            </a:xfrm>
            <a:custGeom>
              <a:rect b="b" l="l" r="r" t="t"/>
              <a:pathLst>
                <a:path extrusionOk="0" h="356235" w="201295">
                  <a:moveTo>
                    <a:pt x="8077" y="198348"/>
                  </a:moveTo>
                  <a:lnTo>
                    <a:pt x="12" y="193560"/>
                  </a:lnTo>
                  <a:lnTo>
                    <a:pt x="12" y="200037"/>
                  </a:lnTo>
                  <a:lnTo>
                    <a:pt x="609" y="200901"/>
                  </a:lnTo>
                  <a:lnTo>
                    <a:pt x="698" y="202298"/>
                  </a:lnTo>
                  <a:lnTo>
                    <a:pt x="508" y="202895"/>
                  </a:lnTo>
                  <a:lnTo>
                    <a:pt x="12" y="203708"/>
                  </a:lnTo>
                  <a:lnTo>
                    <a:pt x="12" y="210273"/>
                  </a:lnTo>
                  <a:lnTo>
                    <a:pt x="4203" y="205206"/>
                  </a:lnTo>
                  <a:lnTo>
                    <a:pt x="4152" y="203174"/>
                  </a:lnTo>
                  <a:lnTo>
                    <a:pt x="3911" y="202298"/>
                  </a:lnTo>
                  <a:lnTo>
                    <a:pt x="3467" y="201574"/>
                  </a:lnTo>
                  <a:lnTo>
                    <a:pt x="5511" y="202679"/>
                  </a:lnTo>
                  <a:lnTo>
                    <a:pt x="6210" y="201498"/>
                  </a:lnTo>
                  <a:lnTo>
                    <a:pt x="8077" y="198348"/>
                  </a:lnTo>
                  <a:close/>
                </a:path>
                <a:path extrusionOk="0" h="356235" w="201295">
                  <a:moveTo>
                    <a:pt x="16344" y="181102"/>
                  </a:moveTo>
                  <a:lnTo>
                    <a:pt x="11709" y="174904"/>
                  </a:lnTo>
                  <a:lnTo>
                    <a:pt x="11709" y="183197"/>
                  </a:lnTo>
                  <a:lnTo>
                    <a:pt x="11531" y="184289"/>
                  </a:lnTo>
                  <a:lnTo>
                    <a:pt x="10210" y="186512"/>
                  </a:lnTo>
                  <a:lnTo>
                    <a:pt x="9347" y="187210"/>
                  </a:lnTo>
                  <a:lnTo>
                    <a:pt x="7226" y="187693"/>
                  </a:lnTo>
                  <a:lnTo>
                    <a:pt x="6134" y="187477"/>
                  </a:lnTo>
                  <a:lnTo>
                    <a:pt x="3898" y="186156"/>
                  </a:lnTo>
                  <a:lnTo>
                    <a:pt x="3187" y="185305"/>
                  </a:lnTo>
                  <a:lnTo>
                    <a:pt x="2603" y="183184"/>
                  </a:lnTo>
                  <a:lnTo>
                    <a:pt x="2768" y="182130"/>
                  </a:lnTo>
                  <a:lnTo>
                    <a:pt x="4114" y="179895"/>
                  </a:lnTo>
                  <a:lnTo>
                    <a:pt x="4965" y="179197"/>
                  </a:lnTo>
                  <a:lnTo>
                    <a:pt x="7099" y="178714"/>
                  </a:lnTo>
                  <a:lnTo>
                    <a:pt x="8178" y="178917"/>
                  </a:lnTo>
                  <a:lnTo>
                    <a:pt x="10414" y="180251"/>
                  </a:lnTo>
                  <a:lnTo>
                    <a:pt x="11125" y="181102"/>
                  </a:lnTo>
                  <a:lnTo>
                    <a:pt x="11709" y="183197"/>
                  </a:lnTo>
                  <a:lnTo>
                    <a:pt x="11709" y="174904"/>
                  </a:lnTo>
                  <a:lnTo>
                    <a:pt x="10452" y="174155"/>
                  </a:lnTo>
                  <a:lnTo>
                    <a:pt x="8902" y="173723"/>
                  </a:lnTo>
                  <a:lnTo>
                    <a:pt x="5676" y="173799"/>
                  </a:lnTo>
                  <a:lnTo>
                    <a:pt x="4178" y="174231"/>
                  </a:lnTo>
                  <a:lnTo>
                    <a:pt x="1447" y="175958"/>
                  </a:lnTo>
                  <a:lnTo>
                    <a:pt x="355" y="177126"/>
                  </a:lnTo>
                  <a:lnTo>
                    <a:pt x="12" y="177711"/>
                  </a:lnTo>
                  <a:lnTo>
                    <a:pt x="12" y="189623"/>
                  </a:lnTo>
                  <a:lnTo>
                    <a:pt x="838" y="190449"/>
                  </a:lnTo>
                  <a:lnTo>
                    <a:pt x="3860" y="192252"/>
                  </a:lnTo>
                  <a:lnTo>
                    <a:pt x="5422" y="192684"/>
                  </a:lnTo>
                  <a:lnTo>
                    <a:pt x="8636" y="192620"/>
                  </a:lnTo>
                  <a:lnTo>
                    <a:pt x="16332" y="183184"/>
                  </a:lnTo>
                  <a:lnTo>
                    <a:pt x="16344" y="181102"/>
                  </a:lnTo>
                  <a:close/>
                </a:path>
                <a:path extrusionOk="0" h="356235" w="201295">
                  <a:moveTo>
                    <a:pt x="23583" y="172173"/>
                  </a:moveTo>
                  <a:lnTo>
                    <a:pt x="8928" y="163499"/>
                  </a:lnTo>
                  <a:lnTo>
                    <a:pt x="6248" y="168021"/>
                  </a:lnTo>
                  <a:lnTo>
                    <a:pt x="20891" y="176707"/>
                  </a:lnTo>
                  <a:lnTo>
                    <a:pt x="23583" y="172173"/>
                  </a:lnTo>
                  <a:close/>
                </a:path>
                <a:path extrusionOk="0" h="356235" w="201295">
                  <a:moveTo>
                    <a:pt x="25158" y="86956"/>
                  </a:moveTo>
                  <a:lnTo>
                    <a:pt x="10502" y="78270"/>
                  </a:lnTo>
                  <a:lnTo>
                    <a:pt x="7823" y="82804"/>
                  </a:lnTo>
                  <a:lnTo>
                    <a:pt x="15138" y="87122"/>
                  </a:lnTo>
                  <a:lnTo>
                    <a:pt x="16129" y="87744"/>
                  </a:lnTo>
                  <a:lnTo>
                    <a:pt x="16840" y="88353"/>
                  </a:lnTo>
                  <a:lnTo>
                    <a:pt x="17145" y="88709"/>
                  </a:lnTo>
                  <a:lnTo>
                    <a:pt x="17691" y="89509"/>
                  </a:lnTo>
                  <a:lnTo>
                    <a:pt x="17818" y="89979"/>
                  </a:lnTo>
                  <a:lnTo>
                    <a:pt x="17780" y="90957"/>
                  </a:lnTo>
                  <a:lnTo>
                    <a:pt x="15024" y="93370"/>
                  </a:lnTo>
                  <a:lnTo>
                    <a:pt x="14490" y="93319"/>
                  </a:lnTo>
                  <a:lnTo>
                    <a:pt x="14160" y="93230"/>
                  </a:lnTo>
                  <a:lnTo>
                    <a:pt x="13119" y="92748"/>
                  </a:lnTo>
                  <a:lnTo>
                    <a:pt x="4838" y="87871"/>
                  </a:lnTo>
                  <a:lnTo>
                    <a:pt x="2146" y="92379"/>
                  </a:lnTo>
                  <a:lnTo>
                    <a:pt x="15455" y="99148"/>
                  </a:lnTo>
                  <a:lnTo>
                    <a:pt x="16141" y="99136"/>
                  </a:lnTo>
                  <a:lnTo>
                    <a:pt x="21285" y="93814"/>
                  </a:lnTo>
                  <a:lnTo>
                    <a:pt x="21234" y="91782"/>
                  </a:lnTo>
                  <a:lnTo>
                    <a:pt x="21005" y="90906"/>
                  </a:lnTo>
                  <a:lnTo>
                    <a:pt x="20561" y="90182"/>
                  </a:lnTo>
                  <a:lnTo>
                    <a:pt x="22593" y="91287"/>
                  </a:lnTo>
                  <a:lnTo>
                    <a:pt x="25158" y="86956"/>
                  </a:lnTo>
                  <a:close/>
                </a:path>
                <a:path extrusionOk="0" h="356235" w="201295">
                  <a:moveTo>
                    <a:pt x="29984" y="177088"/>
                  </a:moveTo>
                  <a:lnTo>
                    <a:pt x="26911" y="174002"/>
                  </a:lnTo>
                  <a:lnTo>
                    <a:pt x="25273" y="174421"/>
                  </a:lnTo>
                  <a:lnTo>
                    <a:pt x="24663" y="174891"/>
                  </a:lnTo>
                  <a:lnTo>
                    <a:pt x="23799" y="176326"/>
                  </a:lnTo>
                  <a:lnTo>
                    <a:pt x="23736" y="177215"/>
                  </a:lnTo>
                  <a:lnTo>
                    <a:pt x="24117" y="178727"/>
                  </a:lnTo>
                  <a:lnTo>
                    <a:pt x="24587" y="179349"/>
                  </a:lnTo>
                  <a:lnTo>
                    <a:pt x="26022" y="180213"/>
                  </a:lnTo>
                  <a:lnTo>
                    <a:pt x="26797" y="180327"/>
                  </a:lnTo>
                  <a:lnTo>
                    <a:pt x="28435" y="179908"/>
                  </a:lnTo>
                  <a:lnTo>
                    <a:pt x="29057" y="179438"/>
                  </a:lnTo>
                  <a:lnTo>
                    <a:pt x="29933" y="177990"/>
                  </a:lnTo>
                  <a:lnTo>
                    <a:pt x="29984" y="177088"/>
                  </a:lnTo>
                  <a:close/>
                </a:path>
                <a:path extrusionOk="0" h="356235" w="201295">
                  <a:moveTo>
                    <a:pt x="33439" y="69723"/>
                  </a:moveTo>
                  <a:lnTo>
                    <a:pt x="28790" y="63525"/>
                  </a:lnTo>
                  <a:lnTo>
                    <a:pt x="28790" y="71818"/>
                  </a:lnTo>
                  <a:lnTo>
                    <a:pt x="28613" y="72910"/>
                  </a:lnTo>
                  <a:lnTo>
                    <a:pt x="27279" y="75133"/>
                  </a:lnTo>
                  <a:lnTo>
                    <a:pt x="26428" y="75831"/>
                  </a:lnTo>
                  <a:lnTo>
                    <a:pt x="24307" y="76301"/>
                  </a:lnTo>
                  <a:lnTo>
                    <a:pt x="23215" y="76098"/>
                  </a:lnTo>
                  <a:lnTo>
                    <a:pt x="20993" y="74764"/>
                  </a:lnTo>
                  <a:lnTo>
                    <a:pt x="20269" y="73914"/>
                  </a:lnTo>
                  <a:lnTo>
                    <a:pt x="19697" y="71805"/>
                  </a:lnTo>
                  <a:lnTo>
                    <a:pt x="19850" y="70739"/>
                  </a:lnTo>
                  <a:lnTo>
                    <a:pt x="21196" y="68516"/>
                  </a:lnTo>
                  <a:lnTo>
                    <a:pt x="22047" y="67818"/>
                  </a:lnTo>
                  <a:lnTo>
                    <a:pt x="24180" y="67335"/>
                  </a:lnTo>
                  <a:lnTo>
                    <a:pt x="25260" y="67538"/>
                  </a:lnTo>
                  <a:lnTo>
                    <a:pt x="27495" y="68872"/>
                  </a:lnTo>
                  <a:lnTo>
                    <a:pt x="28206" y="69723"/>
                  </a:lnTo>
                  <a:lnTo>
                    <a:pt x="28790" y="71818"/>
                  </a:lnTo>
                  <a:lnTo>
                    <a:pt x="28790" y="63525"/>
                  </a:lnTo>
                  <a:lnTo>
                    <a:pt x="27533" y="62776"/>
                  </a:lnTo>
                  <a:lnTo>
                    <a:pt x="25984" y="62344"/>
                  </a:lnTo>
                  <a:lnTo>
                    <a:pt x="24358" y="62369"/>
                  </a:lnTo>
                  <a:lnTo>
                    <a:pt x="15036" y="73914"/>
                  </a:lnTo>
                  <a:lnTo>
                    <a:pt x="15227" y="74764"/>
                  </a:lnTo>
                  <a:lnTo>
                    <a:pt x="22504" y="81305"/>
                  </a:lnTo>
                  <a:lnTo>
                    <a:pt x="25717" y="81241"/>
                  </a:lnTo>
                  <a:lnTo>
                    <a:pt x="33413" y="71805"/>
                  </a:lnTo>
                  <a:lnTo>
                    <a:pt x="33439" y="69723"/>
                  </a:lnTo>
                  <a:close/>
                </a:path>
                <a:path extrusionOk="0" h="356235" w="201295">
                  <a:moveTo>
                    <a:pt x="34353" y="163880"/>
                  </a:moveTo>
                  <a:lnTo>
                    <a:pt x="30010" y="161302"/>
                  </a:lnTo>
                  <a:lnTo>
                    <a:pt x="31724" y="158419"/>
                  </a:lnTo>
                  <a:lnTo>
                    <a:pt x="28130" y="156273"/>
                  </a:lnTo>
                  <a:lnTo>
                    <a:pt x="26403" y="159169"/>
                  </a:lnTo>
                  <a:lnTo>
                    <a:pt x="18643" y="154584"/>
                  </a:lnTo>
                  <a:lnTo>
                    <a:pt x="17894" y="154305"/>
                  </a:lnTo>
                  <a:lnTo>
                    <a:pt x="16408" y="154165"/>
                  </a:lnTo>
                  <a:lnTo>
                    <a:pt x="15735" y="154266"/>
                  </a:lnTo>
                  <a:lnTo>
                    <a:pt x="14465" y="154838"/>
                  </a:lnTo>
                  <a:lnTo>
                    <a:pt x="10426" y="161175"/>
                  </a:lnTo>
                  <a:lnTo>
                    <a:pt x="14185" y="163423"/>
                  </a:lnTo>
                  <a:lnTo>
                    <a:pt x="14084" y="162941"/>
                  </a:lnTo>
                  <a:lnTo>
                    <a:pt x="14300" y="162242"/>
                  </a:lnTo>
                  <a:lnTo>
                    <a:pt x="15113" y="160858"/>
                  </a:lnTo>
                  <a:lnTo>
                    <a:pt x="15430" y="160515"/>
                  </a:lnTo>
                  <a:lnTo>
                    <a:pt x="16027" y="160070"/>
                  </a:lnTo>
                  <a:lnTo>
                    <a:pt x="16344" y="159969"/>
                  </a:lnTo>
                  <a:lnTo>
                    <a:pt x="17068" y="160020"/>
                  </a:lnTo>
                  <a:lnTo>
                    <a:pt x="17399" y="160096"/>
                  </a:lnTo>
                  <a:lnTo>
                    <a:pt x="18389" y="160528"/>
                  </a:lnTo>
                  <a:lnTo>
                    <a:pt x="23723" y="163703"/>
                  </a:lnTo>
                  <a:lnTo>
                    <a:pt x="21374" y="167665"/>
                  </a:lnTo>
                  <a:lnTo>
                    <a:pt x="24980" y="169799"/>
                  </a:lnTo>
                  <a:lnTo>
                    <a:pt x="27317" y="165823"/>
                  </a:lnTo>
                  <a:lnTo>
                    <a:pt x="31686" y="168402"/>
                  </a:lnTo>
                  <a:lnTo>
                    <a:pt x="34353" y="163880"/>
                  </a:lnTo>
                  <a:close/>
                </a:path>
                <a:path extrusionOk="0" h="356235" w="201295">
                  <a:moveTo>
                    <a:pt x="38633" y="145364"/>
                  </a:moveTo>
                  <a:lnTo>
                    <a:pt x="38569" y="143637"/>
                  </a:lnTo>
                  <a:lnTo>
                    <a:pt x="38366" y="142684"/>
                  </a:lnTo>
                  <a:lnTo>
                    <a:pt x="34467" y="143637"/>
                  </a:lnTo>
                  <a:lnTo>
                    <a:pt x="34848" y="144868"/>
                  </a:lnTo>
                  <a:lnTo>
                    <a:pt x="34937" y="146151"/>
                  </a:lnTo>
                  <a:lnTo>
                    <a:pt x="34874" y="146939"/>
                  </a:lnTo>
                  <a:lnTo>
                    <a:pt x="33553" y="149148"/>
                  </a:lnTo>
                  <a:lnTo>
                    <a:pt x="32918" y="149694"/>
                  </a:lnTo>
                  <a:lnTo>
                    <a:pt x="31280" y="150241"/>
                  </a:lnTo>
                  <a:lnTo>
                    <a:pt x="30492" y="150152"/>
                  </a:lnTo>
                  <a:lnTo>
                    <a:pt x="29692" y="149682"/>
                  </a:lnTo>
                  <a:lnTo>
                    <a:pt x="30010" y="149136"/>
                  </a:lnTo>
                  <a:lnTo>
                    <a:pt x="30302" y="148691"/>
                  </a:lnTo>
                  <a:lnTo>
                    <a:pt x="30708" y="147967"/>
                  </a:lnTo>
                  <a:lnTo>
                    <a:pt x="32994" y="140830"/>
                  </a:lnTo>
                  <a:lnTo>
                    <a:pt x="32956" y="140030"/>
                  </a:lnTo>
                  <a:lnTo>
                    <a:pt x="29413" y="136105"/>
                  </a:lnTo>
                  <a:lnTo>
                    <a:pt x="29413" y="141973"/>
                  </a:lnTo>
                  <a:lnTo>
                    <a:pt x="29298" y="143116"/>
                  </a:lnTo>
                  <a:lnTo>
                    <a:pt x="29184" y="143954"/>
                  </a:lnTo>
                  <a:lnTo>
                    <a:pt x="26822" y="147967"/>
                  </a:lnTo>
                  <a:lnTo>
                    <a:pt x="25069" y="146939"/>
                  </a:lnTo>
                  <a:lnTo>
                    <a:pt x="24511" y="146151"/>
                  </a:lnTo>
                  <a:lnTo>
                    <a:pt x="24422" y="145249"/>
                  </a:lnTo>
                  <a:lnTo>
                    <a:pt x="24485" y="143637"/>
                  </a:lnTo>
                  <a:lnTo>
                    <a:pt x="24574" y="143281"/>
                  </a:lnTo>
                  <a:lnTo>
                    <a:pt x="25463" y="141782"/>
                  </a:lnTo>
                  <a:lnTo>
                    <a:pt x="25895" y="141363"/>
                  </a:lnTo>
                  <a:lnTo>
                    <a:pt x="26974" y="140830"/>
                  </a:lnTo>
                  <a:lnTo>
                    <a:pt x="27495" y="140843"/>
                  </a:lnTo>
                  <a:lnTo>
                    <a:pt x="29413" y="141973"/>
                  </a:lnTo>
                  <a:lnTo>
                    <a:pt x="29413" y="136105"/>
                  </a:lnTo>
                  <a:lnTo>
                    <a:pt x="29019" y="135864"/>
                  </a:lnTo>
                  <a:lnTo>
                    <a:pt x="27609" y="135737"/>
                  </a:lnTo>
                  <a:lnTo>
                    <a:pt x="24790" y="136791"/>
                  </a:lnTo>
                  <a:lnTo>
                    <a:pt x="21691" y="143637"/>
                  </a:lnTo>
                  <a:lnTo>
                    <a:pt x="21805" y="144272"/>
                  </a:lnTo>
                  <a:lnTo>
                    <a:pt x="22098" y="144868"/>
                  </a:lnTo>
                  <a:lnTo>
                    <a:pt x="22225" y="145249"/>
                  </a:lnTo>
                  <a:lnTo>
                    <a:pt x="20383" y="144170"/>
                  </a:lnTo>
                  <a:lnTo>
                    <a:pt x="17932" y="148336"/>
                  </a:lnTo>
                  <a:lnTo>
                    <a:pt x="26670" y="153517"/>
                  </a:lnTo>
                  <a:lnTo>
                    <a:pt x="27787" y="154038"/>
                  </a:lnTo>
                  <a:lnTo>
                    <a:pt x="29819" y="154686"/>
                  </a:lnTo>
                  <a:lnTo>
                    <a:pt x="30810" y="154800"/>
                  </a:lnTo>
                  <a:lnTo>
                    <a:pt x="32740" y="154584"/>
                  </a:lnTo>
                  <a:lnTo>
                    <a:pt x="37071" y="150241"/>
                  </a:lnTo>
                  <a:lnTo>
                    <a:pt x="37630" y="149313"/>
                  </a:lnTo>
                  <a:lnTo>
                    <a:pt x="38125" y="147967"/>
                  </a:lnTo>
                  <a:lnTo>
                    <a:pt x="38633" y="145364"/>
                  </a:lnTo>
                  <a:close/>
                </a:path>
                <a:path extrusionOk="0" h="356235" w="201295">
                  <a:moveTo>
                    <a:pt x="40678" y="60794"/>
                  </a:moveTo>
                  <a:lnTo>
                    <a:pt x="26022" y="52108"/>
                  </a:lnTo>
                  <a:lnTo>
                    <a:pt x="23342" y="56629"/>
                  </a:lnTo>
                  <a:lnTo>
                    <a:pt x="37985" y="65328"/>
                  </a:lnTo>
                  <a:lnTo>
                    <a:pt x="40678" y="60794"/>
                  </a:lnTo>
                  <a:close/>
                </a:path>
                <a:path extrusionOk="0" h="356235" w="201295">
                  <a:moveTo>
                    <a:pt x="47078" y="65709"/>
                  </a:moveTo>
                  <a:lnTo>
                    <a:pt x="44005" y="62623"/>
                  </a:lnTo>
                  <a:lnTo>
                    <a:pt x="42367" y="63042"/>
                  </a:lnTo>
                  <a:lnTo>
                    <a:pt x="41757" y="63512"/>
                  </a:lnTo>
                  <a:lnTo>
                    <a:pt x="40894" y="64947"/>
                  </a:lnTo>
                  <a:lnTo>
                    <a:pt x="40830" y="65836"/>
                  </a:lnTo>
                  <a:lnTo>
                    <a:pt x="41211" y="67348"/>
                  </a:lnTo>
                  <a:lnTo>
                    <a:pt x="41694" y="67970"/>
                  </a:lnTo>
                  <a:lnTo>
                    <a:pt x="43116" y="68834"/>
                  </a:lnTo>
                  <a:lnTo>
                    <a:pt x="43903" y="68948"/>
                  </a:lnTo>
                  <a:lnTo>
                    <a:pt x="45529" y="68529"/>
                  </a:lnTo>
                  <a:lnTo>
                    <a:pt x="46164" y="68059"/>
                  </a:lnTo>
                  <a:lnTo>
                    <a:pt x="47028" y="66611"/>
                  </a:lnTo>
                  <a:lnTo>
                    <a:pt x="47078" y="65709"/>
                  </a:lnTo>
                  <a:close/>
                </a:path>
                <a:path extrusionOk="0" h="356235" w="201295">
                  <a:moveTo>
                    <a:pt x="47739" y="131381"/>
                  </a:moveTo>
                  <a:lnTo>
                    <a:pt x="33083" y="122694"/>
                  </a:lnTo>
                  <a:lnTo>
                    <a:pt x="30403" y="127228"/>
                  </a:lnTo>
                  <a:lnTo>
                    <a:pt x="37185" y="131229"/>
                  </a:lnTo>
                  <a:lnTo>
                    <a:pt x="38569" y="132219"/>
                  </a:lnTo>
                  <a:lnTo>
                    <a:pt x="38950" y="132588"/>
                  </a:lnTo>
                  <a:lnTo>
                    <a:pt x="39649" y="133413"/>
                  </a:lnTo>
                  <a:lnTo>
                    <a:pt x="39890" y="133832"/>
                  </a:lnTo>
                  <a:lnTo>
                    <a:pt x="40081" y="134696"/>
                  </a:lnTo>
                  <a:lnTo>
                    <a:pt x="40068" y="135191"/>
                  </a:lnTo>
                  <a:lnTo>
                    <a:pt x="37719" y="139369"/>
                  </a:lnTo>
                  <a:lnTo>
                    <a:pt x="41859" y="141820"/>
                  </a:lnTo>
                  <a:lnTo>
                    <a:pt x="42164" y="141528"/>
                  </a:lnTo>
                  <a:lnTo>
                    <a:pt x="42506" y="141046"/>
                  </a:lnTo>
                  <a:lnTo>
                    <a:pt x="43472" y="139446"/>
                  </a:lnTo>
                  <a:lnTo>
                    <a:pt x="43738" y="138480"/>
                  </a:lnTo>
                  <a:lnTo>
                    <a:pt x="43637" y="136601"/>
                  </a:lnTo>
                  <a:lnTo>
                    <a:pt x="43294" y="135610"/>
                  </a:lnTo>
                  <a:lnTo>
                    <a:pt x="42684" y="134581"/>
                  </a:lnTo>
                  <a:lnTo>
                    <a:pt x="45059" y="135915"/>
                  </a:lnTo>
                  <a:lnTo>
                    <a:pt x="47739" y="131381"/>
                  </a:lnTo>
                  <a:close/>
                </a:path>
                <a:path extrusionOk="0" h="356235" w="201295">
                  <a:moveTo>
                    <a:pt x="51447" y="52501"/>
                  </a:moveTo>
                  <a:lnTo>
                    <a:pt x="47104" y="49936"/>
                  </a:lnTo>
                  <a:lnTo>
                    <a:pt x="48818" y="47040"/>
                  </a:lnTo>
                  <a:lnTo>
                    <a:pt x="45224" y="44894"/>
                  </a:lnTo>
                  <a:lnTo>
                    <a:pt x="43510" y="47790"/>
                  </a:lnTo>
                  <a:lnTo>
                    <a:pt x="35750" y="43205"/>
                  </a:lnTo>
                  <a:lnTo>
                    <a:pt x="34988" y="42938"/>
                  </a:lnTo>
                  <a:lnTo>
                    <a:pt x="33502" y="42786"/>
                  </a:lnTo>
                  <a:lnTo>
                    <a:pt x="32829" y="42900"/>
                  </a:lnTo>
                  <a:lnTo>
                    <a:pt x="31559" y="43459"/>
                  </a:lnTo>
                  <a:lnTo>
                    <a:pt x="27520" y="49796"/>
                  </a:lnTo>
                  <a:lnTo>
                    <a:pt x="31280" y="52044"/>
                  </a:lnTo>
                  <a:lnTo>
                    <a:pt x="31178" y="51562"/>
                  </a:lnTo>
                  <a:lnTo>
                    <a:pt x="31394" y="50863"/>
                  </a:lnTo>
                  <a:lnTo>
                    <a:pt x="32219" y="49479"/>
                  </a:lnTo>
                  <a:lnTo>
                    <a:pt x="32524" y="49136"/>
                  </a:lnTo>
                  <a:lnTo>
                    <a:pt x="33121" y="48691"/>
                  </a:lnTo>
                  <a:lnTo>
                    <a:pt x="33439" y="48590"/>
                  </a:lnTo>
                  <a:lnTo>
                    <a:pt x="34163" y="48641"/>
                  </a:lnTo>
                  <a:lnTo>
                    <a:pt x="34493" y="48717"/>
                  </a:lnTo>
                  <a:lnTo>
                    <a:pt x="35483" y="49149"/>
                  </a:lnTo>
                  <a:lnTo>
                    <a:pt x="40817" y="52311"/>
                  </a:lnTo>
                  <a:lnTo>
                    <a:pt x="38468" y="56286"/>
                  </a:lnTo>
                  <a:lnTo>
                    <a:pt x="42075" y="58420"/>
                  </a:lnTo>
                  <a:lnTo>
                    <a:pt x="44424" y="54444"/>
                  </a:lnTo>
                  <a:lnTo>
                    <a:pt x="48780" y="57023"/>
                  </a:lnTo>
                  <a:lnTo>
                    <a:pt x="51447" y="52501"/>
                  </a:lnTo>
                  <a:close/>
                </a:path>
                <a:path extrusionOk="0" h="356235" w="201295">
                  <a:moveTo>
                    <a:pt x="58216" y="31153"/>
                  </a:moveTo>
                  <a:lnTo>
                    <a:pt x="44907" y="24384"/>
                  </a:lnTo>
                  <a:lnTo>
                    <a:pt x="44221" y="24396"/>
                  </a:lnTo>
                  <a:lnTo>
                    <a:pt x="39090" y="29718"/>
                  </a:lnTo>
                  <a:lnTo>
                    <a:pt x="39141" y="31750"/>
                  </a:lnTo>
                  <a:lnTo>
                    <a:pt x="39370" y="32626"/>
                  </a:lnTo>
                  <a:lnTo>
                    <a:pt x="39814" y="33350"/>
                  </a:lnTo>
                  <a:lnTo>
                    <a:pt x="37782" y="32232"/>
                  </a:lnTo>
                  <a:lnTo>
                    <a:pt x="35217" y="36576"/>
                  </a:lnTo>
                  <a:lnTo>
                    <a:pt x="49872" y="45262"/>
                  </a:lnTo>
                  <a:lnTo>
                    <a:pt x="52552" y="40741"/>
                  </a:lnTo>
                  <a:lnTo>
                    <a:pt x="44462" y="35941"/>
                  </a:lnTo>
                  <a:lnTo>
                    <a:pt x="43573" y="35204"/>
                  </a:lnTo>
                  <a:lnTo>
                    <a:pt x="43027" y="34569"/>
                  </a:lnTo>
                  <a:lnTo>
                    <a:pt x="42837" y="34239"/>
                  </a:lnTo>
                  <a:lnTo>
                    <a:pt x="42608" y="33591"/>
                  </a:lnTo>
                  <a:lnTo>
                    <a:pt x="42583" y="33210"/>
                  </a:lnTo>
                  <a:lnTo>
                    <a:pt x="42697" y="32372"/>
                  </a:lnTo>
                  <a:lnTo>
                    <a:pt x="44958" y="30149"/>
                  </a:lnTo>
                  <a:lnTo>
                    <a:pt x="46240" y="30327"/>
                  </a:lnTo>
                  <a:lnTo>
                    <a:pt x="47180" y="30759"/>
                  </a:lnTo>
                  <a:lnTo>
                    <a:pt x="55537" y="35687"/>
                  </a:lnTo>
                  <a:lnTo>
                    <a:pt x="58216" y="31153"/>
                  </a:lnTo>
                  <a:close/>
                </a:path>
                <a:path extrusionOk="0" h="356235" w="201295">
                  <a:moveTo>
                    <a:pt x="60312" y="332765"/>
                  </a:moveTo>
                  <a:lnTo>
                    <a:pt x="46774" y="310248"/>
                  </a:lnTo>
                  <a:lnTo>
                    <a:pt x="46774" y="332765"/>
                  </a:lnTo>
                  <a:lnTo>
                    <a:pt x="46609" y="335267"/>
                  </a:lnTo>
                  <a:lnTo>
                    <a:pt x="46202" y="336511"/>
                  </a:lnTo>
                  <a:lnTo>
                    <a:pt x="45478" y="337705"/>
                  </a:lnTo>
                  <a:lnTo>
                    <a:pt x="41948" y="341045"/>
                  </a:lnTo>
                  <a:lnTo>
                    <a:pt x="36779" y="341858"/>
                  </a:lnTo>
                  <a:lnTo>
                    <a:pt x="29972" y="340156"/>
                  </a:lnTo>
                  <a:lnTo>
                    <a:pt x="21539" y="335940"/>
                  </a:lnTo>
                  <a:lnTo>
                    <a:pt x="13792" y="330568"/>
                  </a:lnTo>
                  <a:lnTo>
                    <a:pt x="9029" y="325424"/>
                  </a:lnTo>
                  <a:lnTo>
                    <a:pt x="7264" y="320497"/>
                  </a:lnTo>
                  <a:lnTo>
                    <a:pt x="8483" y="315798"/>
                  </a:lnTo>
                  <a:lnTo>
                    <a:pt x="15544" y="311518"/>
                  </a:lnTo>
                  <a:lnTo>
                    <a:pt x="16814" y="311531"/>
                  </a:lnTo>
                  <a:lnTo>
                    <a:pt x="46774" y="332765"/>
                  </a:lnTo>
                  <a:lnTo>
                    <a:pt x="46774" y="310248"/>
                  </a:lnTo>
                  <a:lnTo>
                    <a:pt x="16078" y="297776"/>
                  </a:lnTo>
                  <a:lnTo>
                    <a:pt x="11658" y="298234"/>
                  </a:lnTo>
                  <a:lnTo>
                    <a:pt x="0" y="305117"/>
                  </a:lnTo>
                  <a:lnTo>
                    <a:pt x="0" y="336588"/>
                  </a:lnTo>
                  <a:lnTo>
                    <a:pt x="34353" y="355638"/>
                  </a:lnTo>
                  <a:lnTo>
                    <a:pt x="39484" y="355638"/>
                  </a:lnTo>
                  <a:lnTo>
                    <a:pt x="58153" y="341858"/>
                  </a:lnTo>
                  <a:lnTo>
                    <a:pt x="59080" y="339610"/>
                  </a:lnTo>
                  <a:lnTo>
                    <a:pt x="60159" y="334899"/>
                  </a:lnTo>
                  <a:lnTo>
                    <a:pt x="60312" y="332765"/>
                  </a:lnTo>
                  <a:close/>
                </a:path>
                <a:path extrusionOk="0" h="356235" w="201295">
                  <a:moveTo>
                    <a:pt x="63614" y="104609"/>
                  </a:moveTo>
                  <a:lnTo>
                    <a:pt x="48958" y="95923"/>
                  </a:lnTo>
                  <a:lnTo>
                    <a:pt x="46278" y="100457"/>
                  </a:lnTo>
                  <a:lnTo>
                    <a:pt x="60921" y="109143"/>
                  </a:lnTo>
                  <a:lnTo>
                    <a:pt x="63614" y="104609"/>
                  </a:lnTo>
                  <a:close/>
                </a:path>
                <a:path extrusionOk="0" h="356235" w="201295">
                  <a:moveTo>
                    <a:pt x="64033" y="230022"/>
                  </a:moveTo>
                  <a:lnTo>
                    <a:pt x="63423" y="227698"/>
                  </a:lnTo>
                  <a:lnTo>
                    <a:pt x="62826" y="225374"/>
                  </a:lnTo>
                  <a:lnTo>
                    <a:pt x="61480" y="223608"/>
                  </a:lnTo>
                  <a:lnTo>
                    <a:pt x="57378" y="221157"/>
                  </a:lnTo>
                  <a:lnTo>
                    <a:pt x="55181" y="220853"/>
                  </a:lnTo>
                  <a:lnTo>
                    <a:pt x="50546" y="222034"/>
                  </a:lnTo>
                  <a:lnTo>
                    <a:pt x="48780" y="223367"/>
                  </a:lnTo>
                  <a:lnTo>
                    <a:pt x="46342" y="227482"/>
                  </a:lnTo>
                  <a:lnTo>
                    <a:pt x="46024" y="229679"/>
                  </a:lnTo>
                  <a:lnTo>
                    <a:pt x="47193" y="234327"/>
                  </a:lnTo>
                  <a:lnTo>
                    <a:pt x="48526" y="236105"/>
                  </a:lnTo>
                  <a:lnTo>
                    <a:pt x="52628" y="238544"/>
                  </a:lnTo>
                  <a:lnTo>
                    <a:pt x="54838" y="238861"/>
                  </a:lnTo>
                  <a:lnTo>
                    <a:pt x="59499" y="237667"/>
                  </a:lnTo>
                  <a:lnTo>
                    <a:pt x="61290" y="236334"/>
                  </a:lnTo>
                  <a:lnTo>
                    <a:pt x="63715" y="232219"/>
                  </a:lnTo>
                  <a:lnTo>
                    <a:pt x="64033" y="230022"/>
                  </a:lnTo>
                  <a:close/>
                </a:path>
                <a:path extrusionOk="0" h="356235" w="201295">
                  <a:moveTo>
                    <a:pt x="66890" y="117614"/>
                  </a:moveTo>
                  <a:lnTo>
                    <a:pt x="64820" y="116382"/>
                  </a:lnTo>
                  <a:lnTo>
                    <a:pt x="57010" y="111760"/>
                  </a:lnTo>
                  <a:lnTo>
                    <a:pt x="51384" y="108432"/>
                  </a:lnTo>
                  <a:lnTo>
                    <a:pt x="51384" y="116243"/>
                  </a:lnTo>
                  <a:lnTo>
                    <a:pt x="51206" y="117335"/>
                  </a:lnTo>
                  <a:lnTo>
                    <a:pt x="49872" y="119570"/>
                  </a:lnTo>
                  <a:lnTo>
                    <a:pt x="49009" y="120256"/>
                  </a:lnTo>
                  <a:lnTo>
                    <a:pt x="46888" y="120726"/>
                  </a:lnTo>
                  <a:lnTo>
                    <a:pt x="45808" y="120523"/>
                  </a:lnTo>
                  <a:lnTo>
                    <a:pt x="43573" y="119189"/>
                  </a:lnTo>
                  <a:lnTo>
                    <a:pt x="42849" y="118351"/>
                  </a:lnTo>
                  <a:lnTo>
                    <a:pt x="42265" y="116243"/>
                  </a:lnTo>
                  <a:lnTo>
                    <a:pt x="42443" y="115176"/>
                  </a:lnTo>
                  <a:lnTo>
                    <a:pt x="43776" y="112941"/>
                  </a:lnTo>
                  <a:lnTo>
                    <a:pt x="44627" y="112242"/>
                  </a:lnTo>
                  <a:lnTo>
                    <a:pt x="46761" y="111760"/>
                  </a:lnTo>
                  <a:lnTo>
                    <a:pt x="47853" y="111963"/>
                  </a:lnTo>
                  <a:lnTo>
                    <a:pt x="50076" y="113296"/>
                  </a:lnTo>
                  <a:lnTo>
                    <a:pt x="50787" y="114147"/>
                  </a:lnTo>
                  <a:lnTo>
                    <a:pt x="51384" y="116243"/>
                  </a:lnTo>
                  <a:lnTo>
                    <a:pt x="51384" y="108432"/>
                  </a:lnTo>
                  <a:lnTo>
                    <a:pt x="44107" y="104114"/>
                  </a:lnTo>
                  <a:lnTo>
                    <a:pt x="41643" y="108280"/>
                  </a:lnTo>
                  <a:lnTo>
                    <a:pt x="43573" y="109423"/>
                  </a:lnTo>
                  <a:lnTo>
                    <a:pt x="37071" y="116243"/>
                  </a:lnTo>
                  <a:lnTo>
                    <a:pt x="37071" y="117335"/>
                  </a:lnTo>
                  <a:lnTo>
                    <a:pt x="47294" y="125869"/>
                  </a:lnTo>
                  <a:lnTo>
                    <a:pt x="49415" y="125628"/>
                  </a:lnTo>
                  <a:lnTo>
                    <a:pt x="50406" y="125260"/>
                  </a:lnTo>
                  <a:lnTo>
                    <a:pt x="51333" y="124650"/>
                  </a:lnTo>
                  <a:lnTo>
                    <a:pt x="52285" y="124066"/>
                  </a:lnTo>
                  <a:lnTo>
                    <a:pt x="53047" y="123240"/>
                  </a:lnTo>
                  <a:lnTo>
                    <a:pt x="54559" y="120726"/>
                  </a:lnTo>
                  <a:lnTo>
                    <a:pt x="54927" y="120103"/>
                  </a:lnTo>
                  <a:lnTo>
                    <a:pt x="55181" y="118160"/>
                  </a:lnTo>
                  <a:lnTo>
                    <a:pt x="54470" y="116471"/>
                  </a:lnTo>
                  <a:lnTo>
                    <a:pt x="64211" y="122148"/>
                  </a:lnTo>
                  <a:lnTo>
                    <a:pt x="66890" y="117614"/>
                  </a:lnTo>
                  <a:close/>
                </a:path>
                <a:path extrusionOk="0" h="356235" w="201295">
                  <a:moveTo>
                    <a:pt x="70015" y="109524"/>
                  </a:moveTo>
                  <a:lnTo>
                    <a:pt x="66941" y="106438"/>
                  </a:lnTo>
                  <a:lnTo>
                    <a:pt x="65303" y="106857"/>
                  </a:lnTo>
                  <a:lnTo>
                    <a:pt x="64693" y="107327"/>
                  </a:lnTo>
                  <a:lnTo>
                    <a:pt x="63830" y="108762"/>
                  </a:lnTo>
                  <a:lnTo>
                    <a:pt x="63779" y="109664"/>
                  </a:lnTo>
                  <a:lnTo>
                    <a:pt x="64147" y="111163"/>
                  </a:lnTo>
                  <a:lnTo>
                    <a:pt x="64630" y="111798"/>
                  </a:lnTo>
                  <a:lnTo>
                    <a:pt x="66052" y="112649"/>
                  </a:lnTo>
                  <a:lnTo>
                    <a:pt x="66840" y="112763"/>
                  </a:lnTo>
                  <a:lnTo>
                    <a:pt x="68465" y="112344"/>
                  </a:lnTo>
                  <a:lnTo>
                    <a:pt x="69100" y="111887"/>
                  </a:lnTo>
                  <a:lnTo>
                    <a:pt x="69964" y="110426"/>
                  </a:lnTo>
                  <a:lnTo>
                    <a:pt x="70015" y="109524"/>
                  </a:lnTo>
                  <a:close/>
                </a:path>
                <a:path extrusionOk="0" h="356235" w="201295">
                  <a:moveTo>
                    <a:pt x="70980" y="28194"/>
                  </a:moveTo>
                  <a:lnTo>
                    <a:pt x="48196" y="14693"/>
                  </a:lnTo>
                  <a:lnTo>
                    <a:pt x="45529" y="19202"/>
                  </a:lnTo>
                  <a:lnTo>
                    <a:pt x="68300" y="32727"/>
                  </a:lnTo>
                  <a:lnTo>
                    <a:pt x="70980" y="28194"/>
                  </a:lnTo>
                  <a:close/>
                </a:path>
                <a:path extrusionOk="0" h="356235" w="201295">
                  <a:moveTo>
                    <a:pt x="71158" y="6083"/>
                  </a:moveTo>
                  <a:lnTo>
                    <a:pt x="66700" y="0"/>
                  </a:lnTo>
                  <a:lnTo>
                    <a:pt x="66509" y="0"/>
                  </a:lnTo>
                  <a:lnTo>
                    <a:pt x="66509" y="8178"/>
                  </a:lnTo>
                  <a:lnTo>
                    <a:pt x="66332" y="9271"/>
                  </a:lnTo>
                  <a:lnTo>
                    <a:pt x="64985" y="11493"/>
                  </a:lnTo>
                  <a:lnTo>
                    <a:pt x="64135" y="12192"/>
                  </a:lnTo>
                  <a:lnTo>
                    <a:pt x="62014" y="12674"/>
                  </a:lnTo>
                  <a:lnTo>
                    <a:pt x="60934" y="12458"/>
                  </a:lnTo>
                  <a:lnTo>
                    <a:pt x="58699" y="11125"/>
                  </a:lnTo>
                  <a:lnTo>
                    <a:pt x="57975" y="10287"/>
                  </a:lnTo>
                  <a:lnTo>
                    <a:pt x="57391" y="8178"/>
                  </a:lnTo>
                  <a:lnTo>
                    <a:pt x="57569" y="7112"/>
                  </a:lnTo>
                  <a:lnTo>
                    <a:pt x="58902" y="4876"/>
                  </a:lnTo>
                  <a:lnTo>
                    <a:pt x="59753" y="4178"/>
                  </a:lnTo>
                  <a:lnTo>
                    <a:pt x="61887" y="3695"/>
                  </a:lnTo>
                  <a:lnTo>
                    <a:pt x="62979" y="3898"/>
                  </a:lnTo>
                  <a:lnTo>
                    <a:pt x="65201" y="5232"/>
                  </a:lnTo>
                  <a:lnTo>
                    <a:pt x="65913" y="6083"/>
                  </a:lnTo>
                  <a:lnTo>
                    <a:pt x="66509" y="8178"/>
                  </a:lnTo>
                  <a:lnTo>
                    <a:pt x="66509" y="0"/>
                  </a:lnTo>
                  <a:lnTo>
                    <a:pt x="57708" y="0"/>
                  </a:lnTo>
                  <a:lnTo>
                    <a:pt x="56248" y="939"/>
                  </a:lnTo>
                  <a:lnTo>
                    <a:pt x="52768" y="10388"/>
                  </a:lnTo>
                  <a:lnTo>
                    <a:pt x="52933" y="11125"/>
                  </a:lnTo>
                  <a:lnTo>
                    <a:pt x="60210" y="17665"/>
                  </a:lnTo>
                  <a:lnTo>
                    <a:pt x="63423" y="17602"/>
                  </a:lnTo>
                  <a:lnTo>
                    <a:pt x="71145" y="8077"/>
                  </a:lnTo>
                  <a:lnTo>
                    <a:pt x="71158" y="6083"/>
                  </a:lnTo>
                  <a:close/>
                </a:path>
                <a:path extrusionOk="0" h="356235" w="201295">
                  <a:moveTo>
                    <a:pt x="76047" y="82232"/>
                  </a:moveTo>
                  <a:lnTo>
                    <a:pt x="75984" y="80505"/>
                  </a:lnTo>
                  <a:lnTo>
                    <a:pt x="75755" y="79552"/>
                  </a:lnTo>
                  <a:lnTo>
                    <a:pt x="71856" y="80505"/>
                  </a:lnTo>
                  <a:lnTo>
                    <a:pt x="72250" y="81737"/>
                  </a:lnTo>
                  <a:lnTo>
                    <a:pt x="72339" y="83032"/>
                  </a:lnTo>
                  <a:lnTo>
                    <a:pt x="72275" y="83807"/>
                  </a:lnTo>
                  <a:lnTo>
                    <a:pt x="70954" y="86017"/>
                  </a:lnTo>
                  <a:lnTo>
                    <a:pt x="70319" y="86575"/>
                  </a:lnTo>
                  <a:lnTo>
                    <a:pt x="68681" y="87109"/>
                  </a:lnTo>
                  <a:lnTo>
                    <a:pt x="67894" y="87020"/>
                  </a:lnTo>
                  <a:lnTo>
                    <a:pt x="67094" y="86550"/>
                  </a:lnTo>
                  <a:lnTo>
                    <a:pt x="67411" y="86004"/>
                  </a:lnTo>
                  <a:lnTo>
                    <a:pt x="67703" y="85559"/>
                  </a:lnTo>
                  <a:lnTo>
                    <a:pt x="68110" y="84848"/>
                  </a:lnTo>
                  <a:lnTo>
                    <a:pt x="70396" y="77698"/>
                  </a:lnTo>
                  <a:lnTo>
                    <a:pt x="70358" y="76911"/>
                  </a:lnTo>
                  <a:lnTo>
                    <a:pt x="66814" y="72974"/>
                  </a:lnTo>
                  <a:lnTo>
                    <a:pt x="66814" y="78841"/>
                  </a:lnTo>
                  <a:lnTo>
                    <a:pt x="66700" y="79984"/>
                  </a:lnTo>
                  <a:lnTo>
                    <a:pt x="66573" y="80822"/>
                  </a:lnTo>
                  <a:lnTo>
                    <a:pt x="64223" y="84848"/>
                  </a:lnTo>
                  <a:lnTo>
                    <a:pt x="62484" y="83807"/>
                  </a:lnTo>
                  <a:lnTo>
                    <a:pt x="61912" y="83032"/>
                  </a:lnTo>
                  <a:lnTo>
                    <a:pt x="61823" y="82118"/>
                  </a:lnTo>
                  <a:lnTo>
                    <a:pt x="61874" y="80505"/>
                  </a:lnTo>
                  <a:lnTo>
                    <a:pt x="61963" y="80149"/>
                  </a:lnTo>
                  <a:lnTo>
                    <a:pt x="62865" y="78651"/>
                  </a:lnTo>
                  <a:lnTo>
                    <a:pt x="63296" y="78232"/>
                  </a:lnTo>
                  <a:lnTo>
                    <a:pt x="64376" y="77698"/>
                  </a:lnTo>
                  <a:lnTo>
                    <a:pt x="64897" y="77711"/>
                  </a:lnTo>
                  <a:lnTo>
                    <a:pt x="66814" y="78841"/>
                  </a:lnTo>
                  <a:lnTo>
                    <a:pt x="66814" y="72974"/>
                  </a:lnTo>
                  <a:lnTo>
                    <a:pt x="66421" y="72732"/>
                  </a:lnTo>
                  <a:lnTo>
                    <a:pt x="65011" y="72593"/>
                  </a:lnTo>
                  <a:lnTo>
                    <a:pt x="62191" y="73672"/>
                  </a:lnTo>
                  <a:lnTo>
                    <a:pt x="59093" y="80505"/>
                  </a:lnTo>
                  <a:lnTo>
                    <a:pt x="59207" y="81140"/>
                  </a:lnTo>
                  <a:lnTo>
                    <a:pt x="59499" y="81737"/>
                  </a:lnTo>
                  <a:lnTo>
                    <a:pt x="59626" y="82118"/>
                  </a:lnTo>
                  <a:lnTo>
                    <a:pt x="57785" y="81038"/>
                  </a:lnTo>
                  <a:lnTo>
                    <a:pt x="55333" y="85204"/>
                  </a:lnTo>
                  <a:lnTo>
                    <a:pt x="64071" y="90385"/>
                  </a:lnTo>
                  <a:lnTo>
                    <a:pt x="65189" y="90906"/>
                  </a:lnTo>
                  <a:lnTo>
                    <a:pt x="67221" y="91554"/>
                  </a:lnTo>
                  <a:lnTo>
                    <a:pt x="68211" y="91668"/>
                  </a:lnTo>
                  <a:lnTo>
                    <a:pt x="70142" y="91452"/>
                  </a:lnTo>
                  <a:lnTo>
                    <a:pt x="75526" y="84848"/>
                  </a:lnTo>
                  <a:lnTo>
                    <a:pt x="76047" y="82232"/>
                  </a:lnTo>
                  <a:close/>
                </a:path>
                <a:path extrusionOk="0" h="356235" w="201295">
                  <a:moveTo>
                    <a:pt x="76390" y="101600"/>
                  </a:moveTo>
                  <a:lnTo>
                    <a:pt x="53606" y="88099"/>
                  </a:lnTo>
                  <a:lnTo>
                    <a:pt x="50927" y="92608"/>
                  </a:lnTo>
                  <a:lnTo>
                    <a:pt x="73710" y="106121"/>
                  </a:lnTo>
                  <a:lnTo>
                    <a:pt x="76390" y="101600"/>
                  </a:lnTo>
                  <a:close/>
                </a:path>
                <a:path extrusionOk="0" h="356235" w="201295">
                  <a:moveTo>
                    <a:pt x="86461" y="0"/>
                  </a:moveTo>
                  <a:lnTo>
                    <a:pt x="79044" y="0"/>
                  </a:lnTo>
                  <a:lnTo>
                    <a:pt x="80543" y="4914"/>
                  </a:lnTo>
                  <a:lnTo>
                    <a:pt x="83032" y="4114"/>
                  </a:lnTo>
                  <a:lnTo>
                    <a:pt x="85064" y="2387"/>
                  </a:lnTo>
                  <a:lnTo>
                    <a:pt x="86461" y="0"/>
                  </a:lnTo>
                  <a:close/>
                </a:path>
                <a:path extrusionOk="0" h="356235" w="201295">
                  <a:moveTo>
                    <a:pt x="88658" y="286143"/>
                  </a:moveTo>
                  <a:lnTo>
                    <a:pt x="88544" y="282511"/>
                  </a:lnTo>
                  <a:lnTo>
                    <a:pt x="88341" y="280517"/>
                  </a:lnTo>
                  <a:lnTo>
                    <a:pt x="87807" y="278447"/>
                  </a:lnTo>
                  <a:lnTo>
                    <a:pt x="86931" y="276428"/>
                  </a:lnTo>
                  <a:lnTo>
                    <a:pt x="86080" y="274370"/>
                  </a:lnTo>
                  <a:lnTo>
                    <a:pt x="76784" y="263486"/>
                  </a:lnTo>
                  <a:lnTo>
                    <a:pt x="75666" y="262547"/>
                  </a:lnTo>
                  <a:lnTo>
                    <a:pt x="75120" y="262153"/>
                  </a:lnTo>
                  <a:lnTo>
                    <a:pt x="75120" y="286143"/>
                  </a:lnTo>
                  <a:lnTo>
                    <a:pt x="75057" y="287248"/>
                  </a:lnTo>
                  <a:lnTo>
                    <a:pt x="74650" y="288480"/>
                  </a:lnTo>
                  <a:lnTo>
                    <a:pt x="73939" y="289687"/>
                  </a:lnTo>
                  <a:lnTo>
                    <a:pt x="70396" y="293039"/>
                  </a:lnTo>
                  <a:lnTo>
                    <a:pt x="65227" y="293852"/>
                  </a:lnTo>
                  <a:lnTo>
                    <a:pt x="58420" y="292150"/>
                  </a:lnTo>
                  <a:lnTo>
                    <a:pt x="49999" y="287921"/>
                  </a:lnTo>
                  <a:lnTo>
                    <a:pt x="42202" y="282511"/>
                  </a:lnTo>
                  <a:lnTo>
                    <a:pt x="37477" y="277406"/>
                  </a:lnTo>
                  <a:lnTo>
                    <a:pt x="35775" y="272656"/>
                  </a:lnTo>
                  <a:lnTo>
                    <a:pt x="35852" y="271919"/>
                  </a:lnTo>
                  <a:lnTo>
                    <a:pt x="43992" y="263486"/>
                  </a:lnTo>
                  <a:lnTo>
                    <a:pt x="45262" y="263512"/>
                  </a:lnTo>
                  <a:lnTo>
                    <a:pt x="74688" y="282562"/>
                  </a:lnTo>
                  <a:lnTo>
                    <a:pt x="75082" y="283578"/>
                  </a:lnTo>
                  <a:lnTo>
                    <a:pt x="53200" y="250913"/>
                  </a:lnTo>
                  <a:lnTo>
                    <a:pt x="44526" y="249758"/>
                  </a:lnTo>
                  <a:lnTo>
                    <a:pt x="40119" y="250215"/>
                  </a:lnTo>
                  <a:lnTo>
                    <a:pt x="22021" y="271919"/>
                  </a:lnTo>
                  <a:lnTo>
                    <a:pt x="22034" y="274637"/>
                  </a:lnTo>
                  <a:lnTo>
                    <a:pt x="52476" y="304863"/>
                  </a:lnTo>
                  <a:lnTo>
                    <a:pt x="62814" y="307619"/>
                  </a:lnTo>
                  <a:lnTo>
                    <a:pt x="67932" y="307619"/>
                  </a:lnTo>
                  <a:lnTo>
                    <a:pt x="88607" y="286880"/>
                  </a:lnTo>
                  <a:lnTo>
                    <a:pt x="88658" y="286143"/>
                  </a:lnTo>
                  <a:close/>
                </a:path>
                <a:path extrusionOk="0" h="356235" w="201295">
                  <a:moveTo>
                    <a:pt x="93154" y="66090"/>
                  </a:moveTo>
                  <a:lnTo>
                    <a:pt x="77381" y="54902"/>
                  </a:lnTo>
                  <a:lnTo>
                    <a:pt x="75247" y="55486"/>
                  </a:lnTo>
                  <a:lnTo>
                    <a:pt x="66598" y="68478"/>
                  </a:lnTo>
                  <a:lnTo>
                    <a:pt x="66865" y="70142"/>
                  </a:lnTo>
                  <a:lnTo>
                    <a:pt x="67564" y="71716"/>
                  </a:lnTo>
                  <a:lnTo>
                    <a:pt x="72809" y="69545"/>
                  </a:lnTo>
                  <a:lnTo>
                    <a:pt x="72377" y="68605"/>
                  </a:lnTo>
                  <a:lnTo>
                    <a:pt x="72186" y="67652"/>
                  </a:lnTo>
                  <a:lnTo>
                    <a:pt x="79629" y="60261"/>
                  </a:lnTo>
                  <a:lnTo>
                    <a:pt x="81610" y="60655"/>
                  </a:lnTo>
                  <a:lnTo>
                    <a:pt x="85572" y="62992"/>
                  </a:lnTo>
                  <a:lnTo>
                    <a:pt x="86868" y="64554"/>
                  </a:lnTo>
                  <a:lnTo>
                    <a:pt x="88087" y="68414"/>
                  </a:lnTo>
                  <a:lnTo>
                    <a:pt x="87858" y="70281"/>
                  </a:lnTo>
                  <a:lnTo>
                    <a:pt x="85788" y="73787"/>
                  </a:lnTo>
                  <a:lnTo>
                    <a:pt x="84391" y="74815"/>
                  </a:lnTo>
                  <a:lnTo>
                    <a:pt x="82651" y="75082"/>
                  </a:lnTo>
                  <a:lnTo>
                    <a:pt x="83477" y="80441"/>
                  </a:lnTo>
                  <a:lnTo>
                    <a:pt x="92925" y="70650"/>
                  </a:lnTo>
                  <a:lnTo>
                    <a:pt x="93154" y="66090"/>
                  </a:lnTo>
                  <a:close/>
                </a:path>
                <a:path extrusionOk="0" h="356235" w="201295">
                  <a:moveTo>
                    <a:pt x="115328" y="32588"/>
                  </a:moveTo>
                  <a:lnTo>
                    <a:pt x="93980" y="19939"/>
                  </a:lnTo>
                  <a:lnTo>
                    <a:pt x="91186" y="24650"/>
                  </a:lnTo>
                  <a:lnTo>
                    <a:pt x="100431" y="30124"/>
                  </a:lnTo>
                  <a:lnTo>
                    <a:pt x="95021" y="39243"/>
                  </a:lnTo>
                  <a:lnTo>
                    <a:pt x="85788" y="33782"/>
                  </a:lnTo>
                  <a:lnTo>
                    <a:pt x="82994" y="38481"/>
                  </a:lnTo>
                  <a:lnTo>
                    <a:pt x="104343" y="51142"/>
                  </a:lnTo>
                  <a:lnTo>
                    <a:pt x="107124" y="46431"/>
                  </a:lnTo>
                  <a:lnTo>
                    <a:pt x="99174" y="41694"/>
                  </a:lnTo>
                  <a:lnTo>
                    <a:pt x="104571" y="32575"/>
                  </a:lnTo>
                  <a:lnTo>
                    <a:pt x="112534" y="37299"/>
                  </a:lnTo>
                  <a:lnTo>
                    <a:pt x="115328" y="32588"/>
                  </a:lnTo>
                  <a:close/>
                </a:path>
                <a:path extrusionOk="0" h="356235" w="201295">
                  <a:moveTo>
                    <a:pt x="119964" y="9461"/>
                  </a:moveTo>
                  <a:lnTo>
                    <a:pt x="118237" y="8432"/>
                  </a:lnTo>
                  <a:lnTo>
                    <a:pt x="112483" y="5029"/>
                  </a:lnTo>
                  <a:lnTo>
                    <a:pt x="112483" y="12484"/>
                  </a:lnTo>
                  <a:lnTo>
                    <a:pt x="112483" y="13639"/>
                  </a:lnTo>
                  <a:lnTo>
                    <a:pt x="112369" y="14097"/>
                  </a:lnTo>
                  <a:lnTo>
                    <a:pt x="111099" y="16230"/>
                  </a:lnTo>
                  <a:lnTo>
                    <a:pt x="110223" y="16929"/>
                  </a:lnTo>
                  <a:lnTo>
                    <a:pt x="108115" y="17399"/>
                  </a:lnTo>
                  <a:lnTo>
                    <a:pt x="107022" y="17195"/>
                  </a:lnTo>
                  <a:lnTo>
                    <a:pt x="104787" y="15862"/>
                  </a:lnTo>
                  <a:lnTo>
                    <a:pt x="104076" y="15011"/>
                  </a:lnTo>
                  <a:lnTo>
                    <a:pt x="103593" y="13296"/>
                  </a:lnTo>
                  <a:lnTo>
                    <a:pt x="103657" y="11849"/>
                  </a:lnTo>
                  <a:lnTo>
                    <a:pt x="105003" y="9613"/>
                  </a:lnTo>
                  <a:lnTo>
                    <a:pt x="105854" y="8915"/>
                  </a:lnTo>
                  <a:lnTo>
                    <a:pt x="107988" y="8432"/>
                  </a:lnTo>
                  <a:lnTo>
                    <a:pt x="109067" y="8636"/>
                  </a:lnTo>
                  <a:lnTo>
                    <a:pt x="111302" y="9969"/>
                  </a:lnTo>
                  <a:lnTo>
                    <a:pt x="112014" y="10820"/>
                  </a:lnTo>
                  <a:lnTo>
                    <a:pt x="112483" y="12484"/>
                  </a:lnTo>
                  <a:lnTo>
                    <a:pt x="112483" y="5029"/>
                  </a:lnTo>
                  <a:lnTo>
                    <a:pt x="104000" y="0"/>
                  </a:lnTo>
                  <a:lnTo>
                    <a:pt x="96494" y="0"/>
                  </a:lnTo>
                  <a:lnTo>
                    <a:pt x="95770" y="1231"/>
                  </a:lnTo>
                  <a:lnTo>
                    <a:pt x="104203" y="6235"/>
                  </a:lnTo>
                  <a:lnTo>
                    <a:pt x="98425" y="14224"/>
                  </a:lnTo>
                  <a:lnTo>
                    <a:pt x="98564" y="15151"/>
                  </a:lnTo>
                  <a:lnTo>
                    <a:pt x="107772" y="22860"/>
                  </a:lnTo>
                  <a:lnTo>
                    <a:pt x="112166" y="21882"/>
                  </a:lnTo>
                  <a:lnTo>
                    <a:pt x="113893" y="20574"/>
                  </a:lnTo>
                  <a:lnTo>
                    <a:pt x="115735" y="17449"/>
                  </a:lnTo>
                  <a:lnTo>
                    <a:pt x="116027" y="16421"/>
                  </a:lnTo>
                  <a:lnTo>
                    <a:pt x="115912" y="13296"/>
                  </a:lnTo>
                  <a:lnTo>
                    <a:pt x="115544" y="12547"/>
                  </a:lnTo>
                  <a:lnTo>
                    <a:pt x="117500" y="13639"/>
                  </a:lnTo>
                  <a:lnTo>
                    <a:pt x="118186" y="12484"/>
                  </a:lnTo>
                  <a:lnTo>
                    <a:pt x="119964" y="9461"/>
                  </a:lnTo>
                  <a:close/>
                </a:path>
                <a:path extrusionOk="0" h="356235" w="201295">
                  <a:moveTo>
                    <a:pt x="139268" y="202730"/>
                  </a:moveTo>
                  <a:lnTo>
                    <a:pt x="128054" y="196088"/>
                  </a:lnTo>
                  <a:lnTo>
                    <a:pt x="111226" y="224497"/>
                  </a:lnTo>
                  <a:lnTo>
                    <a:pt x="78930" y="173570"/>
                  </a:lnTo>
                  <a:lnTo>
                    <a:pt x="70523" y="187744"/>
                  </a:lnTo>
                  <a:lnTo>
                    <a:pt x="103670" y="238429"/>
                  </a:lnTo>
                  <a:lnTo>
                    <a:pt x="114363" y="244767"/>
                  </a:lnTo>
                  <a:lnTo>
                    <a:pt x="139268" y="202730"/>
                  </a:lnTo>
                  <a:close/>
                </a:path>
                <a:path extrusionOk="0" h="356235" w="201295">
                  <a:moveTo>
                    <a:pt x="188302" y="119976"/>
                  </a:moveTo>
                  <a:lnTo>
                    <a:pt x="130860" y="85940"/>
                  </a:lnTo>
                  <a:lnTo>
                    <a:pt x="123329" y="98615"/>
                  </a:lnTo>
                  <a:lnTo>
                    <a:pt x="148170" y="113334"/>
                  </a:lnTo>
                  <a:lnTo>
                    <a:pt x="133629" y="137896"/>
                  </a:lnTo>
                  <a:lnTo>
                    <a:pt x="108788" y="123177"/>
                  </a:lnTo>
                  <a:lnTo>
                    <a:pt x="101282" y="135851"/>
                  </a:lnTo>
                  <a:lnTo>
                    <a:pt x="158711" y="169900"/>
                  </a:lnTo>
                  <a:lnTo>
                    <a:pt x="166243" y="157213"/>
                  </a:lnTo>
                  <a:lnTo>
                    <a:pt x="144805" y="144513"/>
                  </a:lnTo>
                  <a:lnTo>
                    <a:pt x="159372" y="119951"/>
                  </a:lnTo>
                  <a:lnTo>
                    <a:pt x="180797" y="132651"/>
                  </a:lnTo>
                  <a:lnTo>
                    <a:pt x="188302" y="119976"/>
                  </a:lnTo>
                  <a:close/>
                </a:path>
                <a:path extrusionOk="0" h="356235" w="201295">
                  <a:moveTo>
                    <a:pt x="200787" y="57785"/>
                  </a:moveTo>
                  <a:lnTo>
                    <a:pt x="196100" y="55003"/>
                  </a:lnTo>
                  <a:lnTo>
                    <a:pt x="180949" y="46037"/>
                  </a:lnTo>
                  <a:lnTo>
                    <a:pt x="180949" y="67068"/>
                  </a:lnTo>
                  <a:lnTo>
                    <a:pt x="180428" y="69977"/>
                  </a:lnTo>
                  <a:lnTo>
                    <a:pt x="176885" y="76009"/>
                  </a:lnTo>
                  <a:lnTo>
                    <a:pt x="174561" y="77838"/>
                  </a:lnTo>
                  <a:lnTo>
                    <a:pt x="168871" y="79146"/>
                  </a:lnTo>
                  <a:lnTo>
                    <a:pt x="165925" y="78574"/>
                  </a:lnTo>
                  <a:lnTo>
                    <a:pt x="159918" y="75006"/>
                  </a:lnTo>
                  <a:lnTo>
                    <a:pt x="158013" y="72707"/>
                  </a:lnTo>
                  <a:lnTo>
                    <a:pt x="156425" y="67068"/>
                  </a:lnTo>
                  <a:lnTo>
                    <a:pt x="156908" y="64173"/>
                  </a:lnTo>
                  <a:lnTo>
                    <a:pt x="160477" y="58153"/>
                  </a:lnTo>
                  <a:lnTo>
                    <a:pt x="162788" y="56299"/>
                  </a:lnTo>
                  <a:lnTo>
                    <a:pt x="168516" y="55003"/>
                  </a:lnTo>
                  <a:lnTo>
                    <a:pt x="171437" y="55549"/>
                  </a:lnTo>
                  <a:lnTo>
                    <a:pt x="177457" y="59118"/>
                  </a:lnTo>
                  <a:lnTo>
                    <a:pt x="179374" y="61417"/>
                  </a:lnTo>
                  <a:lnTo>
                    <a:pt x="180949" y="67068"/>
                  </a:lnTo>
                  <a:lnTo>
                    <a:pt x="180949" y="46037"/>
                  </a:lnTo>
                  <a:lnTo>
                    <a:pt x="142862" y="23469"/>
                  </a:lnTo>
                  <a:lnTo>
                    <a:pt x="135648" y="35636"/>
                  </a:lnTo>
                  <a:lnTo>
                    <a:pt x="158369" y="49072"/>
                  </a:lnTo>
                  <a:lnTo>
                    <a:pt x="158254" y="49276"/>
                  </a:lnTo>
                  <a:lnTo>
                    <a:pt x="142786" y="70573"/>
                  </a:lnTo>
                  <a:lnTo>
                    <a:pt x="143167" y="73050"/>
                  </a:lnTo>
                  <a:lnTo>
                    <a:pt x="167957" y="93853"/>
                  </a:lnTo>
                  <a:lnTo>
                    <a:pt x="179768" y="91211"/>
                  </a:lnTo>
                  <a:lnTo>
                    <a:pt x="190207" y="69977"/>
                  </a:lnTo>
                  <a:lnTo>
                    <a:pt x="189852" y="68097"/>
                  </a:lnTo>
                  <a:lnTo>
                    <a:pt x="188849" y="66090"/>
                  </a:lnTo>
                  <a:lnTo>
                    <a:pt x="188950" y="65925"/>
                  </a:lnTo>
                  <a:lnTo>
                    <a:pt x="194144" y="69011"/>
                  </a:lnTo>
                  <a:lnTo>
                    <a:pt x="195973" y="65925"/>
                  </a:lnTo>
                  <a:lnTo>
                    <a:pt x="200787" y="57785"/>
                  </a:lnTo>
                  <a:close/>
                </a:path>
              </a:pathLst>
            </a:custGeom>
            <a:solidFill>
              <a:srgbClr val="02030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8" name="Google Shape;338;p35"/>
            <p:cNvSpPr/>
            <p:nvPr/>
          </p:nvSpPr>
          <p:spPr>
            <a:xfrm>
              <a:off x="5150472" y="2011438"/>
              <a:ext cx="321310" cy="344805"/>
            </a:xfrm>
            <a:custGeom>
              <a:rect b="b" l="l" r="r" t="t"/>
              <a:pathLst>
                <a:path extrusionOk="0" h="344805" w="321310">
                  <a:moveTo>
                    <a:pt x="145262" y="156286"/>
                  </a:moveTo>
                  <a:lnTo>
                    <a:pt x="134594" y="35750"/>
                  </a:lnTo>
                  <a:lnTo>
                    <a:pt x="0" y="70154"/>
                  </a:lnTo>
                  <a:lnTo>
                    <a:pt x="34671" y="205562"/>
                  </a:lnTo>
                  <a:lnTo>
                    <a:pt x="145262" y="156286"/>
                  </a:lnTo>
                  <a:close/>
                </a:path>
                <a:path extrusionOk="0" h="344805" w="321310">
                  <a:moveTo>
                    <a:pt x="265226" y="289725"/>
                  </a:moveTo>
                  <a:lnTo>
                    <a:pt x="240182" y="286766"/>
                  </a:lnTo>
                  <a:lnTo>
                    <a:pt x="204076" y="272249"/>
                  </a:lnTo>
                  <a:lnTo>
                    <a:pt x="174256" y="244043"/>
                  </a:lnTo>
                  <a:lnTo>
                    <a:pt x="155384" y="198462"/>
                  </a:lnTo>
                  <a:lnTo>
                    <a:pt x="45935" y="249682"/>
                  </a:lnTo>
                  <a:lnTo>
                    <a:pt x="70167" y="344385"/>
                  </a:lnTo>
                  <a:lnTo>
                    <a:pt x="262407" y="295198"/>
                  </a:lnTo>
                  <a:lnTo>
                    <a:pt x="265226" y="289725"/>
                  </a:lnTo>
                  <a:close/>
                </a:path>
                <a:path extrusionOk="0" h="344805" w="321310">
                  <a:moveTo>
                    <a:pt x="311226" y="200634"/>
                  </a:moveTo>
                  <a:lnTo>
                    <a:pt x="292493" y="176479"/>
                  </a:lnTo>
                  <a:lnTo>
                    <a:pt x="257784" y="172745"/>
                  </a:lnTo>
                  <a:lnTo>
                    <a:pt x="198462" y="187769"/>
                  </a:lnTo>
                  <a:lnTo>
                    <a:pt x="208483" y="212585"/>
                  </a:lnTo>
                  <a:lnTo>
                    <a:pt x="231279" y="244144"/>
                  </a:lnTo>
                  <a:lnTo>
                    <a:pt x="273519" y="268490"/>
                  </a:lnTo>
                  <a:lnTo>
                    <a:pt x="276136" y="268605"/>
                  </a:lnTo>
                  <a:lnTo>
                    <a:pt x="311226" y="200634"/>
                  </a:lnTo>
                  <a:close/>
                </a:path>
                <a:path extrusionOk="0" h="344805" w="321310">
                  <a:moveTo>
                    <a:pt x="320814" y="182041"/>
                  </a:moveTo>
                  <a:lnTo>
                    <a:pt x="307263" y="129070"/>
                  </a:lnTo>
                  <a:lnTo>
                    <a:pt x="274218" y="0"/>
                  </a:lnTo>
                  <a:lnTo>
                    <a:pt x="177165" y="24841"/>
                  </a:lnTo>
                  <a:lnTo>
                    <a:pt x="185254" y="143256"/>
                  </a:lnTo>
                  <a:lnTo>
                    <a:pt x="236778" y="129070"/>
                  </a:lnTo>
                  <a:lnTo>
                    <a:pt x="268859" y="131432"/>
                  </a:lnTo>
                  <a:lnTo>
                    <a:pt x="294894" y="156679"/>
                  </a:lnTo>
                  <a:lnTo>
                    <a:pt x="316064" y="191249"/>
                  </a:lnTo>
                  <a:lnTo>
                    <a:pt x="320814" y="182041"/>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339" name="Google Shape;339;p35"/>
          <p:cNvGrpSpPr/>
          <p:nvPr/>
        </p:nvGrpSpPr>
        <p:grpSpPr>
          <a:xfrm>
            <a:off x="317434" y="1571053"/>
            <a:ext cx="1828772" cy="1299570"/>
            <a:chOff x="228600" y="1792582"/>
            <a:chExt cx="1316990" cy="1356686"/>
          </a:xfrm>
        </p:grpSpPr>
        <p:sp>
          <p:nvSpPr>
            <p:cNvPr id="340" name="Google Shape;340;p35"/>
            <p:cNvSpPr/>
            <p:nvPr/>
          </p:nvSpPr>
          <p:spPr>
            <a:xfrm>
              <a:off x="228600" y="1797354"/>
              <a:ext cx="1316990" cy="1351914"/>
            </a:xfrm>
            <a:custGeom>
              <a:rect b="b" l="l" r="r" t="t"/>
              <a:pathLst>
                <a:path extrusionOk="0" h="1351914" w="1316990">
                  <a:moveTo>
                    <a:pt x="1316901" y="0"/>
                  </a:moveTo>
                  <a:lnTo>
                    <a:pt x="0" y="0"/>
                  </a:lnTo>
                  <a:lnTo>
                    <a:pt x="0" y="1351292"/>
                  </a:lnTo>
                  <a:lnTo>
                    <a:pt x="1316901" y="1351292"/>
                  </a:lnTo>
                  <a:lnTo>
                    <a:pt x="1316901" y="0"/>
                  </a:lnTo>
                  <a:close/>
                </a:path>
              </a:pathLst>
            </a:custGeom>
            <a:solidFill>
              <a:srgbClr val="F051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41" name="Google Shape;341;p35"/>
            <p:cNvPicPr preferRelativeResize="0"/>
            <p:nvPr/>
          </p:nvPicPr>
          <p:blipFill rotWithShape="1">
            <a:blip r:embed="rId9">
              <a:alphaModFix/>
            </a:blip>
            <a:srcRect b="0" l="0" r="0" t="0"/>
            <a:stretch/>
          </p:blipFill>
          <p:spPr>
            <a:xfrm>
              <a:off x="1267160" y="1842684"/>
              <a:ext cx="170590" cy="101263"/>
            </a:xfrm>
            <a:prstGeom prst="rect">
              <a:avLst/>
            </a:prstGeom>
            <a:noFill/>
            <a:ln>
              <a:noFill/>
            </a:ln>
          </p:spPr>
        </p:pic>
        <p:sp>
          <p:nvSpPr>
            <p:cNvPr id="342" name="Google Shape;342;p35"/>
            <p:cNvSpPr/>
            <p:nvPr/>
          </p:nvSpPr>
          <p:spPr>
            <a:xfrm>
              <a:off x="1510436" y="1925706"/>
              <a:ext cx="33655" cy="141605"/>
            </a:xfrm>
            <a:custGeom>
              <a:rect b="b" l="l" r="r" t="t"/>
              <a:pathLst>
                <a:path extrusionOk="0" h="141605" w="33655">
                  <a:moveTo>
                    <a:pt x="19632" y="0"/>
                  </a:moveTo>
                  <a:lnTo>
                    <a:pt x="0" y="136581"/>
                  </a:lnTo>
                  <a:lnTo>
                    <a:pt x="4254" y="141382"/>
                  </a:lnTo>
                  <a:lnTo>
                    <a:pt x="28524" y="141471"/>
                  </a:lnTo>
                  <a:lnTo>
                    <a:pt x="33235" y="136492"/>
                  </a:lnTo>
                  <a:lnTo>
                    <a:pt x="33261" y="19525"/>
                  </a:lnTo>
                  <a:lnTo>
                    <a:pt x="31625" y="9523"/>
                  </a:lnTo>
                  <a:lnTo>
                    <a:pt x="26992" y="2921"/>
                  </a:lnTo>
                  <a:lnTo>
                    <a:pt x="19632" y="0"/>
                  </a:lnTo>
                  <a:close/>
                </a:path>
              </a:pathLst>
            </a:custGeom>
            <a:solidFill>
              <a:srgbClr val="58595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43" name="Google Shape;343;p35"/>
            <p:cNvPicPr preferRelativeResize="0"/>
            <p:nvPr/>
          </p:nvPicPr>
          <p:blipFill rotWithShape="1">
            <a:blip r:embed="rId10">
              <a:alphaModFix/>
            </a:blip>
            <a:srcRect b="0" l="0" r="0" t="0"/>
            <a:stretch/>
          </p:blipFill>
          <p:spPr>
            <a:xfrm>
              <a:off x="311721" y="1797350"/>
              <a:ext cx="79095" cy="457407"/>
            </a:xfrm>
            <a:prstGeom prst="rect">
              <a:avLst/>
            </a:prstGeom>
            <a:noFill/>
            <a:ln>
              <a:noFill/>
            </a:ln>
          </p:spPr>
        </p:pic>
        <p:sp>
          <p:nvSpPr>
            <p:cNvPr id="344" name="Google Shape;344;p35"/>
            <p:cNvSpPr/>
            <p:nvPr/>
          </p:nvSpPr>
          <p:spPr>
            <a:xfrm>
              <a:off x="336364" y="2793898"/>
              <a:ext cx="30479" cy="14605"/>
            </a:xfrm>
            <a:custGeom>
              <a:rect b="b" l="l" r="r" t="t"/>
              <a:pathLst>
                <a:path extrusionOk="0" h="14605" w="30479">
                  <a:moveTo>
                    <a:pt x="30099" y="0"/>
                  </a:moveTo>
                  <a:lnTo>
                    <a:pt x="0" y="0"/>
                  </a:lnTo>
                  <a:lnTo>
                    <a:pt x="419" y="7962"/>
                  </a:lnTo>
                  <a:lnTo>
                    <a:pt x="6985" y="14300"/>
                  </a:lnTo>
                  <a:lnTo>
                    <a:pt x="23114" y="14300"/>
                  </a:lnTo>
                  <a:lnTo>
                    <a:pt x="29692" y="7962"/>
                  </a:lnTo>
                  <a:lnTo>
                    <a:pt x="30099" y="0"/>
                  </a:lnTo>
                  <a:close/>
                </a:path>
              </a:pathLst>
            </a:custGeom>
            <a:solidFill>
              <a:srgbClr val="298F4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5" name="Google Shape;345;p35"/>
            <p:cNvSpPr/>
            <p:nvPr/>
          </p:nvSpPr>
          <p:spPr>
            <a:xfrm>
              <a:off x="336295" y="2765844"/>
              <a:ext cx="30479" cy="28575"/>
            </a:xfrm>
            <a:custGeom>
              <a:rect b="b" l="l" r="r" t="t"/>
              <a:pathLst>
                <a:path extrusionOk="0" h="28575" w="30479">
                  <a:moveTo>
                    <a:pt x="30175" y="0"/>
                  </a:moveTo>
                  <a:lnTo>
                    <a:pt x="0" y="0"/>
                  </a:lnTo>
                  <a:lnTo>
                    <a:pt x="0" y="28067"/>
                  </a:lnTo>
                  <a:lnTo>
                    <a:pt x="30175" y="28067"/>
                  </a:lnTo>
                  <a:lnTo>
                    <a:pt x="30175" y="0"/>
                  </a:lnTo>
                  <a:close/>
                </a:path>
              </a:pathLst>
            </a:custGeom>
            <a:solidFill>
              <a:srgbClr val="BEBFC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6" name="Google Shape;346;p35"/>
            <p:cNvSpPr/>
            <p:nvPr/>
          </p:nvSpPr>
          <p:spPr>
            <a:xfrm>
              <a:off x="320950" y="2254747"/>
              <a:ext cx="60960" cy="562610"/>
            </a:xfrm>
            <a:custGeom>
              <a:rect b="b" l="l" r="r" t="t"/>
              <a:pathLst>
                <a:path extrusionOk="0" h="562610" w="60960">
                  <a:moveTo>
                    <a:pt x="60528" y="0"/>
                  </a:moveTo>
                  <a:lnTo>
                    <a:pt x="0" y="0"/>
                  </a:lnTo>
                  <a:lnTo>
                    <a:pt x="0" y="562317"/>
                  </a:lnTo>
                  <a:lnTo>
                    <a:pt x="5511" y="562317"/>
                  </a:lnTo>
                  <a:lnTo>
                    <a:pt x="5549" y="522566"/>
                  </a:lnTo>
                  <a:lnTo>
                    <a:pt x="5384" y="521182"/>
                  </a:lnTo>
                  <a:lnTo>
                    <a:pt x="6172" y="516864"/>
                  </a:lnTo>
                  <a:lnTo>
                    <a:pt x="8229" y="513880"/>
                  </a:lnTo>
                  <a:lnTo>
                    <a:pt x="12738" y="512610"/>
                  </a:lnTo>
                  <a:lnTo>
                    <a:pt x="17068" y="512610"/>
                  </a:lnTo>
                  <a:lnTo>
                    <a:pt x="20078" y="515035"/>
                  </a:lnTo>
                  <a:lnTo>
                    <a:pt x="21424" y="519391"/>
                  </a:lnTo>
                  <a:lnTo>
                    <a:pt x="21780" y="521182"/>
                  </a:lnTo>
                  <a:lnTo>
                    <a:pt x="21602" y="562317"/>
                  </a:lnTo>
                  <a:lnTo>
                    <a:pt x="39154" y="562317"/>
                  </a:lnTo>
                  <a:lnTo>
                    <a:pt x="39065" y="520357"/>
                  </a:lnTo>
                  <a:lnTo>
                    <a:pt x="48260" y="512508"/>
                  </a:lnTo>
                  <a:lnTo>
                    <a:pt x="50558" y="513041"/>
                  </a:lnTo>
                  <a:lnTo>
                    <a:pt x="53860" y="515746"/>
                  </a:lnTo>
                  <a:lnTo>
                    <a:pt x="54876" y="517474"/>
                  </a:lnTo>
                  <a:lnTo>
                    <a:pt x="55156" y="519379"/>
                  </a:lnTo>
                  <a:lnTo>
                    <a:pt x="55244" y="562571"/>
                  </a:lnTo>
                  <a:lnTo>
                    <a:pt x="60553" y="562571"/>
                  </a:lnTo>
                  <a:lnTo>
                    <a:pt x="60528" y="0"/>
                  </a:lnTo>
                  <a:close/>
                </a:path>
              </a:pathLst>
            </a:custGeom>
            <a:solidFill>
              <a:srgbClr val="D0D2D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7" name="Google Shape;347;p35"/>
            <p:cNvSpPr/>
            <p:nvPr/>
          </p:nvSpPr>
          <p:spPr>
            <a:xfrm>
              <a:off x="326980" y="2260930"/>
              <a:ext cx="12700" cy="500380"/>
            </a:xfrm>
            <a:custGeom>
              <a:rect b="b" l="l" r="r" t="t"/>
              <a:pathLst>
                <a:path extrusionOk="0" h="500380" w="12700">
                  <a:moveTo>
                    <a:pt x="10553" y="0"/>
                  </a:moveTo>
                  <a:lnTo>
                    <a:pt x="0" y="50"/>
                  </a:lnTo>
                  <a:lnTo>
                    <a:pt x="2006" y="500214"/>
                  </a:lnTo>
                  <a:lnTo>
                    <a:pt x="12560" y="500176"/>
                  </a:lnTo>
                  <a:lnTo>
                    <a:pt x="10553" y="0"/>
                  </a:lnTo>
                  <a:close/>
                </a:path>
              </a:pathLst>
            </a:custGeom>
            <a:solidFill>
              <a:srgbClr val="FFFFFF">
                <a:alpha val="4980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48" name="Google Shape;348;p35"/>
            <p:cNvPicPr preferRelativeResize="0"/>
            <p:nvPr/>
          </p:nvPicPr>
          <p:blipFill rotWithShape="1">
            <a:blip r:embed="rId11">
              <a:alphaModFix/>
            </a:blip>
            <a:srcRect b="0" l="0" r="0" t="0"/>
            <a:stretch/>
          </p:blipFill>
          <p:spPr>
            <a:xfrm>
              <a:off x="297169" y="2636650"/>
              <a:ext cx="108635" cy="222150"/>
            </a:xfrm>
            <a:prstGeom prst="rect">
              <a:avLst/>
            </a:prstGeom>
            <a:noFill/>
            <a:ln>
              <a:noFill/>
            </a:ln>
          </p:spPr>
        </p:pic>
        <p:pic>
          <p:nvPicPr>
            <p:cNvPr id="349" name="Google Shape;349;p35"/>
            <p:cNvPicPr preferRelativeResize="0"/>
            <p:nvPr/>
          </p:nvPicPr>
          <p:blipFill rotWithShape="1">
            <a:blip r:embed="rId12">
              <a:alphaModFix/>
            </a:blip>
            <a:srcRect b="0" l="0" r="0" t="0"/>
            <a:stretch/>
          </p:blipFill>
          <p:spPr>
            <a:xfrm>
              <a:off x="551370" y="1797350"/>
              <a:ext cx="79095" cy="457407"/>
            </a:xfrm>
            <a:prstGeom prst="rect">
              <a:avLst/>
            </a:prstGeom>
            <a:noFill/>
            <a:ln>
              <a:noFill/>
            </a:ln>
          </p:spPr>
        </p:pic>
        <p:sp>
          <p:nvSpPr>
            <p:cNvPr id="350" name="Google Shape;350;p35"/>
            <p:cNvSpPr/>
            <p:nvPr/>
          </p:nvSpPr>
          <p:spPr>
            <a:xfrm>
              <a:off x="576012" y="2793898"/>
              <a:ext cx="30479" cy="14605"/>
            </a:xfrm>
            <a:custGeom>
              <a:rect b="b" l="l" r="r" t="t"/>
              <a:pathLst>
                <a:path extrusionOk="0" h="14605" w="30479">
                  <a:moveTo>
                    <a:pt x="30098" y="0"/>
                  </a:moveTo>
                  <a:lnTo>
                    <a:pt x="0" y="0"/>
                  </a:lnTo>
                  <a:lnTo>
                    <a:pt x="406" y="7962"/>
                  </a:lnTo>
                  <a:lnTo>
                    <a:pt x="6972" y="14300"/>
                  </a:lnTo>
                  <a:lnTo>
                    <a:pt x="23113" y="14300"/>
                  </a:lnTo>
                  <a:lnTo>
                    <a:pt x="29679" y="7962"/>
                  </a:lnTo>
                  <a:lnTo>
                    <a:pt x="30098" y="0"/>
                  </a:lnTo>
                  <a:close/>
                </a:path>
              </a:pathLst>
            </a:custGeom>
            <a:solidFill>
              <a:srgbClr val="298F4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1" name="Google Shape;351;p35"/>
            <p:cNvSpPr/>
            <p:nvPr/>
          </p:nvSpPr>
          <p:spPr>
            <a:xfrm>
              <a:off x="575945" y="2765844"/>
              <a:ext cx="30479" cy="28575"/>
            </a:xfrm>
            <a:custGeom>
              <a:rect b="b" l="l" r="r" t="t"/>
              <a:pathLst>
                <a:path extrusionOk="0" h="28575" w="30479">
                  <a:moveTo>
                    <a:pt x="30175" y="0"/>
                  </a:moveTo>
                  <a:lnTo>
                    <a:pt x="0" y="0"/>
                  </a:lnTo>
                  <a:lnTo>
                    <a:pt x="0" y="28067"/>
                  </a:lnTo>
                  <a:lnTo>
                    <a:pt x="30175" y="28067"/>
                  </a:lnTo>
                  <a:lnTo>
                    <a:pt x="30175" y="0"/>
                  </a:lnTo>
                  <a:close/>
                </a:path>
              </a:pathLst>
            </a:custGeom>
            <a:solidFill>
              <a:srgbClr val="BEBFC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2" name="Google Shape;352;p35"/>
            <p:cNvSpPr/>
            <p:nvPr/>
          </p:nvSpPr>
          <p:spPr>
            <a:xfrm>
              <a:off x="560599" y="2254747"/>
              <a:ext cx="60959" cy="562610"/>
            </a:xfrm>
            <a:custGeom>
              <a:rect b="b" l="l" r="r" t="t"/>
              <a:pathLst>
                <a:path extrusionOk="0" h="562610" w="60959">
                  <a:moveTo>
                    <a:pt x="60528" y="0"/>
                  </a:moveTo>
                  <a:lnTo>
                    <a:pt x="0" y="0"/>
                  </a:lnTo>
                  <a:lnTo>
                    <a:pt x="0" y="562317"/>
                  </a:lnTo>
                  <a:lnTo>
                    <a:pt x="5511" y="562317"/>
                  </a:lnTo>
                  <a:lnTo>
                    <a:pt x="5537" y="522566"/>
                  </a:lnTo>
                  <a:lnTo>
                    <a:pt x="5372" y="521182"/>
                  </a:lnTo>
                  <a:lnTo>
                    <a:pt x="6172" y="516864"/>
                  </a:lnTo>
                  <a:lnTo>
                    <a:pt x="8229" y="513880"/>
                  </a:lnTo>
                  <a:lnTo>
                    <a:pt x="12738" y="512610"/>
                  </a:lnTo>
                  <a:lnTo>
                    <a:pt x="17068" y="512610"/>
                  </a:lnTo>
                  <a:lnTo>
                    <a:pt x="20078" y="515035"/>
                  </a:lnTo>
                  <a:lnTo>
                    <a:pt x="21424" y="519391"/>
                  </a:lnTo>
                  <a:lnTo>
                    <a:pt x="21780" y="521182"/>
                  </a:lnTo>
                  <a:lnTo>
                    <a:pt x="21602" y="562317"/>
                  </a:lnTo>
                  <a:lnTo>
                    <a:pt x="39154" y="562317"/>
                  </a:lnTo>
                  <a:lnTo>
                    <a:pt x="39065" y="520357"/>
                  </a:lnTo>
                  <a:lnTo>
                    <a:pt x="48259" y="512508"/>
                  </a:lnTo>
                  <a:lnTo>
                    <a:pt x="50558" y="513041"/>
                  </a:lnTo>
                  <a:lnTo>
                    <a:pt x="53860" y="515746"/>
                  </a:lnTo>
                  <a:lnTo>
                    <a:pt x="54876" y="517474"/>
                  </a:lnTo>
                  <a:lnTo>
                    <a:pt x="55156" y="519379"/>
                  </a:lnTo>
                  <a:lnTo>
                    <a:pt x="55244" y="562571"/>
                  </a:lnTo>
                  <a:lnTo>
                    <a:pt x="60553" y="562571"/>
                  </a:lnTo>
                  <a:lnTo>
                    <a:pt x="60528" y="0"/>
                  </a:lnTo>
                  <a:close/>
                </a:path>
              </a:pathLst>
            </a:custGeom>
            <a:solidFill>
              <a:srgbClr val="D0D2D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3" name="Google Shape;353;p35"/>
            <p:cNvSpPr/>
            <p:nvPr/>
          </p:nvSpPr>
          <p:spPr>
            <a:xfrm>
              <a:off x="566624" y="2260930"/>
              <a:ext cx="12700" cy="500380"/>
            </a:xfrm>
            <a:custGeom>
              <a:rect b="b" l="l" r="r" t="t"/>
              <a:pathLst>
                <a:path extrusionOk="0" h="500380" w="12700">
                  <a:moveTo>
                    <a:pt x="10553" y="0"/>
                  </a:moveTo>
                  <a:lnTo>
                    <a:pt x="0" y="50"/>
                  </a:lnTo>
                  <a:lnTo>
                    <a:pt x="2006" y="500214"/>
                  </a:lnTo>
                  <a:lnTo>
                    <a:pt x="12560" y="500176"/>
                  </a:lnTo>
                  <a:lnTo>
                    <a:pt x="10553" y="0"/>
                  </a:lnTo>
                  <a:close/>
                </a:path>
              </a:pathLst>
            </a:custGeom>
            <a:solidFill>
              <a:srgbClr val="FFFFFF">
                <a:alpha val="4980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54" name="Google Shape;354;p35"/>
            <p:cNvPicPr preferRelativeResize="0"/>
            <p:nvPr/>
          </p:nvPicPr>
          <p:blipFill rotWithShape="1">
            <a:blip r:embed="rId13">
              <a:alphaModFix/>
            </a:blip>
            <a:srcRect b="0" l="0" r="0" t="0"/>
            <a:stretch/>
          </p:blipFill>
          <p:spPr>
            <a:xfrm>
              <a:off x="536804" y="2853769"/>
              <a:ext cx="108648" cy="222150"/>
            </a:xfrm>
            <a:prstGeom prst="rect">
              <a:avLst/>
            </a:prstGeom>
            <a:noFill/>
            <a:ln>
              <a:noFill/>
            </a:ln>
          </p:spPr>
        </p:pic>
        <p:pic>
          <p:nvPicPr>
            <p:cNvPr id="355" name="Google Shape;355;p35"/>
            <p:cNvPicPr preferRelativeResize="0"/>
            <p:nvPr/>
          </p:nvPicPr>
          <p:blipFill rotWithShape="1">
            <a:blip r:embed="rId14">
              <a:alphaModFix/>
            </a:blip>
            <a:srcRect b="0" l="0" r="0" t="0"/>
            <a:stretch/>
          </p:blipFill>
          <p:spPr>
            <a:xfrm>
              <a:off x="249163" y="2659089"/>
              <a:ext cx="214845" cy="81895"/>
            </a:xfrm>
            <a:prstGeom prst="rect">
              <a:avLst/>
            </a:prstGeom>
            <a:noFill/>
            <a:ln>
              <a:noFill/>
            </a:ln>
          </p:spPr>
        </p:pic>
        <p:pic>
          <p:nvPicPr>
            <p:cNvPr id="356" name="Google Shape;356;p35"/>
            <p:cNvPicPr preferRelativeResize="0"/>
            <p:nvPr/>
          </p:nvPicPr>
          <p:blipFill rotWithShape="1">
            <a:blip r:embed="rId15">
              <a:alphaModFix/>
            </a:blip>
            <a:srcRect b="0" l="0" r="0" t="0"/>
            <a:stretch/>
          </p:blipFill>
          <p:spPr>
            <a:xfrm>
              <a:off x="704203" y="1792582"/>
              <a:ext cx="215276" cy="427874"/>
            </a:xfrm>
            <a:prstGeom prst="rect">
              <a:avLst/>
            </a:prstGeom>
            <a:noFill/>
            <a:ln>
              <a:noFill/>
            </a:ln>
          </p:spPr>
        </p:pic>
        <p:sp>
          <p:nvSpPr>
            <p:cNvPr id="357" name="Google Shape;357;p35"/>
            <p:cNvSpPr/>
            <p:nvPr/>
          </p:nvSpPr>
          <p:spPr>
            <a:xfrm>
              <a:off x="1165423" y="2617726"/>
              <a:ext cx="27940" cy="24130"/>
            </a:xfrm>
            <a:custGeom>
              <a:rect b="b" l="l" r="r" t="t"/>
              <a:pathLst>
                <a:path extrusionOk="0" h="24130" w="27940">
                  <a:moveTo>
                    <a:pt x="23799" y="0"/>
                  </a:moveTo>
                  <a:lnTo>
                    <a:pt x="0" y="16129"/>
                  </a:lnTo>
                  <a:lnTo>
                    <a:pt x="4571" y="22225"/>
                  </a:lnTo>
                  <a:lnTo>
                    <a:pt x="13169" y="23685"/>
                  </a:lnTo>
                  <a:lnTo>
                    <a:pt x="25933" y="15062"/>
                  </a:lnTo>
                  <a:lnTo>
                    <a:pt x="27736" y="6515"/>
                  </a:lnTo>
                  <a:lnTo>
                    <a:pt x="23799" y="0"/>
                  </a:lnTo>
                  <a:close/>
                </a:path>
              </a:pathLst>
            </a:custGeom>
            <a:solidFill>
              <a:srgbClr val="298F4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8" name="Google Shape;358;p35"/>
            <p:cNvSpPr/>
            <p:nvPr/>
          </p:nvSpPr>
          <p:spPr>
            <a:xfrm>
              <a:off x="1150316" y="2595516"/>
              <a:ext cx="39369" cy="38735"/>
            </a:xfrm>
            <a:custGeom>
              <a:rect b="b" l="l" r="r" t="t"/>
              <a:pathLst>
                <a:path extrusionOk="0" h="38735" w="39369">
                  <a:moveTo>
                    <a:pt x="23863" y="0"/>
                  </a:moveTo>
                  <a:lnTo>
                    <a:pt x="0" y="16179"/>
                  </a:lnTo>
                  <a:lnTo>
                    <a:pt x="15024" y="38379"/>
                  </a:lnTo>
                  <a:lnTo>
                    <a:pt x="38900" y="22212"/>
                  </a:lnTo>
                  <a:lnTo>
                    <a:pt x="23863" y="0"/>
                  </a:lnTo>
                  <a:close/>
                </a:path>
              </a:pathLst>
            </a:custGeom>
            <a:solidFill>
              <a:srgbClr val="BEBFC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9" name="Google Shape;359;p35"/>
            <p:cNvSpPr/>
            <p:nvPr/>
          </p:nvSpPr>
          <p:spPr>
            <a:xfrm>
              <a:off x="864208" y="2183061"/>
              <a:ext cx="349884" cy="477519"/>
            </a:xfrm>
            <a:custGeom>
              <a:rect b="b" l="l" r="r" t="t"/>
              <a:pathLst>
                <a:path extrusionOk="0" h="477519" w="349884">
                  <a:moveTo>
                    <a:pt x="47891" y="0"/>
                  </a:moveTo>
                  <a:lnTo>
                    <a:pt x="0" y="32448"/>
                  </a:lnTo>
                  <a:lnTo>
                    <a:pt x="301421" y="477393"/>
                  </a:lnTo>
                  <a:lnTo>
                    <a:pt x="305777" y="474433"/>
                  </a:lnTo>
                  <a:lnTo>
                    <a:pt x="284492" y="442950"/>
                  </a:lnTo>
                  <a:lnTo>
                    <a:pt x="283616" y="441947"/>
                  </a:lnTo>
                  <a:lnTo>
                    <a:pt x="281927" y="438111"/>
                  </a:lnTo>
                  <a:lnTo>
                    <a:pt x="281965" y="434657"/>
                  </a:lnTo>
                  <a:lnTo>
                    <a:pt x="284848" y="431241"/>
                  </a:lnTo>
                  <a:lnTo>
                    <a:pt x="288290" y="428917"/>
                  </a:lnTo>
                  <a:lnTo>
                    <a:pt x="291960" y="429221"/>
                  </a:lnTo>
                  <a:lnTo>
                    <a:pt x="295363" y="431939"/>
                  </a:lnTo>
                  <a:lnTo>
                    <a:pt x="296608" y="433171"/>
                  </a:lnTo>
                  <a:lnTo>
                    <a:pt x="318414" y="465670"/>
                  </a:lnTo>
                  <a:lnTo>
                    <a:pt x="332409" y="456399"/>
                  </a:lnTo>
                  <a:lnTo>
                    <a:pt x="309829" y="423240"/>
                  </a:lnTo>
                  <a:lnTo>
                    <a:pt x="308698" y="420928"/>
                  </a:lnTo>
                  <a:lnTo>
                    <a:pt x="308610" y="418998"/>
                  </a:lnTo>
                  <a:lnTo>
                    <a:pt x="309295" y="415937"/>
                  </a:lnTo>
                  <a:lnTo>
                    <a:pt x="310108" y="414553"/>
                  </a:lnTo>
                  <a:lnTo>
                    <a:pt x="312902" y="412102"/>
                  </a:lnTo>
                  <a:lnTo>
                    <a:pt x="315010" y="411314"/>
                  </a:lnTo>
                  <a:lnTo>
                    <a:pt x="319087" y="411670"/>
                  </a:lnTo>
                  <a:lnTo>
                    <a:pt x="320802" y="412496"/>
                  </a:lnTo>
                  <a:lnTo>
                    <a:pt x="322046" y="413842"/>
                  </a:lnTo>
                  <a:lnTo>
                    <a:pt x="345198" y="447878"/>
                  </a:lnTo>
                  <a:lnTo>
                    <a:pt x="349465" y="445135"/>
                  </a:lnTo>
                  <a:lnTo>
                    <a:pt x="47891" y="0"/>
                  </a:lnTo>
                  <a:close/>
                </a:path>
              </a:pathLst>
            </a:custGeom>
            <a:solidFill>
              <a:srgbClr val="D0D2D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0" name="Google Shape;360;p35"/>
            <p:cNvSpPr/>
            <p:nvPr/>
          </p:nvSpPr>
          <p:spPr>
            <a:xfrm>
              <a:off x="872299" y="2211501"/>
              <a:ext cx="278130" cy="400685"/>
            </a:xfrm>
            <a:custGeom>
              <a:rect b="b" l="l" r="r" t="t"/>
              <a:pathLst>
                <a:path extrusionOk="0" h="400685" w="278130">
                  <a:moveTo>
                    <a:pt x="8343" y="0"/>
                  </a:moveTo>
                  <a:lnTo>
                    <a:pt x="0" y="5689"/>
                  </a:lnTo>
                  <a:lnTo>
                    <a:pt x="269709" y="400392"/>
                  </a:lnTo>
                  <a:lnTo>
                    <a:pt x="278041" y="394703"/>
                  </a:lnTo>
                  <a:lnTo>
                    <a:pt x="8343" y="0"/>
                  </a:lnTo>
                  <a:close/>
                </a:path>
              </a:pathLst>
            </a:custGeom>
            <a:solidFill>
              <a:srgbClr val="FFFFFF">
                <a:alpha val="4980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1" name="Google Shape;361;p35"/>
            <p:cNvSpPr/>
            <p:nvPr/>
          </p:nvSpPr>
          <p:spPr>
            <a:xfrm>
              <a:off x="1124267" y="2154923"/>
              <a:ext cx="91440" cy="993775"/>
            </a:xfrm>
            <a:custGeom>
              <a:rect b="b" l="l" r="r" t="t"/>
              <a:pathLst>
                <a:path extrusionOk="0" h="993775" w="91440">
                  <a:moveTo>
                    <a:pt x="91033" y="0"/>
                  </a:moveTo>
                  <a:lnTo>
                    <a:pt x="0" y="0"/>
                  </a:lnTo>
                  <a:lnTo>
                    <a:pt x="0" y="993724"/>
                  </a:lnTo>
                  <a:lnTo>
                    <a:pt x="91033" y="993724"/>
                  </a:lnTo>
                  <a:lnTo>
                    <a:pt x="91033" y="0"/>
                  </a:lnTo>
                  <a:close/>
                </a:path>
              </a:pathLst>
            </a:custGeom>
            <a:solidFill>
              <a:srgbClr val="1993CE">
                <a:alpha val="8471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2" name="Google Shape;362;p35"/>
            <p:cNvSpPr/>
            <p:nvPr/>
          </p:nvSpPr>
          <p:spPr>
            <a:xfrm>
              <a:off x="1097724" y="1946223"/>
              <a:ext cx="410209" cy="219075"/>
            </a:xfrm>
            <a:custGeom>
              <a:rect b="b" l="l" r="r" t="t"/>
              <a:pathLst>
                <a:path extrusionOk="0" h="219075" w="410209">
                  <a:moveTo>
                    <a:pt x="140601" y="190614"/>
                  </a:moveTo>
                  <a:lnTo>
                    <a:pt x="140322" y="180708"/>
                  </a:lnTo>
                  <a:lnTo>
                    <a:pt x="135280" y="175031"/>
                  </a:lnTo>
                  <a:lnTo>
                    <a:pt x="125488" y="173659"/>
                  </a:lnTo>
                  <a:lnTo>
                    <a:pt x="124142" y="173469"/>
                  </a:lnTo>
                  <a:lnTo>
                    <a:pt x="122745" y="173405"/>
                  </a:lnTo>
                  <a:lnTo>
                    <a:pt x="121640" y="173304"/>
                  </a:lnTo>
                  <a:lnTo>
                    <a:pt x="119595" y="173113"/>
                  </a:lnTo>
                  <a:lnTo>
                    <a:pt x="22961" y="173659"/>
                  </a:lnTo>
                  <a:lnTo>
                    <a:pt x="20751" y="173659"/>
                  </a:lnTo>
                  <a:lnTo>
                    <a:pt x="19138" y="173647"/>
                  </a:lnTo>
                  <a:lnTo>
                    <a:pt x="17538" y="173609"/>
                  </a:lnTo>
                  <a:lnTo>
                    <a:pt x="6870" y="173723"/>
                  </a:lnTo>
                  <a:lnTo>
                    <a:pt x="660" y="179755"/>
                  </a:lnTo>
                  <a:lnTo>
                    <a:pt x="50" y="188760"/>
                  </a:lnTo>
                  <a:lnTo>
                    <a:pt x="0" y="204216"/>
                  </a:lnTo>
                  <a:lnTo>
                    <a:pt x="3568" y="213233"/>
                  </a:lnTo>
                  <a:lnTo>
                    <a:pt x="12230" y="217436"/>
                  </a:lnTo>
                  <a:lnTo>
                    <a:pt x="27495" y="218465"/>
                  </a:lnTo>
                  <a:lnTo>
                    <a:pt x="48996" y="218465"/>
                  </a:lnTo>
                  <a:lnTo>
                    <a:pt x="113525" y="218490"/>
                  </a:lnTo>
                  <a:lnTo>
                    <a:pt x="114046" y="218465"/>
                  </a:lnTo>
                  <a:lnTo>
                    <a:pt x="128168" y="217601"/>
                  </a:lnTo>
                  <a:lnTo>
                    <a:pt x="136486" y="213753"/>
                  </a:lnTo>
                  <a:lnTo>
                    <a:pt x="140106" y="205320"/>
                  </a:lnTo>
                  <a:lnTo>
                    <a:pt x="140601" y="190614"/>
                  </a:lnTo>
                  <a:close/>
                </a:path>
                <a:path extrusionOk="0" h="219075" w="410209">
                  <a:moveTo>
                    <a:pt x="410032" y="99377"/>
                  </a:moveTo>
                  <a:lnTo>
                    <a:pt x="410006" y="1828"/>
                  </a:lnTo>
                  <a:lnTo>
                    <a:pt x="410006" y="1092"/>
                  </a:lnTo>
                  <a:lnTo>
                    <a:pt x="410006" y="330"/>
                  </a:lnTo>
                  <a:lnTo>
                    <a:pt x="405688" y="330"/>
                  </a:lnTo>
                  <a:lnTo>
                    <a:pt x="402907" y="330"/>
                  </a:lnTo>
                  <a:lnTo>
                    <a:pt x="254368" y="0"/>
                  </a:lnTo>
                  <a:lnTo>
                    <a:pt x="204635" y="266"/>
                  </a:lnTo>
                  <a:lnTo>
                    <a:pt x="154914" y="1079"/>
                  </a:lnTo>
                  <a:lnTo>
                    <a:pt x="88569" y="16598"/>
                  </a:lnTo>
                  <a:lnTo>
                    <a:pt x="37592" y="62941"/>
                  </a:lnTo>
                  <a:lnTo>
                    <a:pt x="21069" y="108381"/>
                  </a:lnTo>
                  <a:lnTo>
                    <a:pt x="20485" y="133959"/>
                  </a:lnTo>
                  <a:lnTo>
                    <a:pt x="20739" y="171005"/>
                  </a:lnTo>
                  <a:lnTo>
                    <a:pt x="119735" y="171005"/>
                  </a:lnTo>
                  <a:lnTo>
                    <a:pt x="120497" y="150025"/>
                  </a:lnTo>
                  <a:lnTo>
                    <a:pt x="121208" y="139611"/>
                  </a:lnTo>
                  <a:lnTo>
                    <a:pt x="145326" y="104203"/>
                  </a:lnTo>
                  <a:lnTo>
                    <a:pt x="194767" y="101142"/>
                  </a:lnTo>
                  <a:lnTo>
                    <a:pt x="404050" y="101028"/>
                  </a:lnTo>
                  <a:lnTo>
                    <a:pt x="410032" y="101028"/>
                  </a:lnTo>
                  <a:lnTo>
                    <a:pt x="410032" y="99377"/>
                  </a:lnTo>
                  <a:close/>
                </a:path>
              </a:pathLst>
            </a:custGeom>
            <a:solidFill>
              <a:srgbClr val="58595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63" name="Google Shape;363;p35"/>
          <p:cNvSpPr txBox="1"/>
          <p:nvPr/>
        </p:nvSpPr>
        <p:spPr>
          <a:xfrm>
            <a:off x="4984194" y="2695154"/>
            <a:ext cx="114600" cy="69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t/>
            </a:r>
            <a:endParaRPr sz="100">
              <a:latin typeface="Times New Roman"/>
              <a:ea typeface="Times New Roman"/>
              <a:cs typeface="Times New Roman"/>
              <a:sym typeface="Times New Roman"/>
            </a:endParaRPr>
          </a:p>
          <a:p>
            <a:pPr indent="0" lvl="0" marL="12700" rtl="0" algn="l">
              <a:lnSpc>
                <a:spcPct val="100000"/>
              </a:lnSpc>
              <a:spcBef>
                <a:spcPts val="5"/>
              </a:spcBef>
              <a:spcAft>
                <a:spcPts val="0"/>
              </a:spcAft>
              <a:buNone/>
            </a:pPr>
            <a:r>
              <a:rPr lang="en" sz="100">
                <a:solidFill>
                  <a:srgbClr val="020303"/>
                </a:solidFill>
                <a:latin typeface="Trebuchet MS"/>
                <a:ea typeface="Trebuchet MS"/>
                <a:cs typeface="Trebuchet MS"/>
                <a:sym typeface="Trebuchet MS"/>
              </a:rPr>
              <a:t>ASPH7P</a:t>
            </a:r>
            <a:endParaRPr sz="100">
              <a:latin typeface="Trebuchet MS"/>
              <a:ea typeface="Trebuchet MS"/>
              <a:cs typeface="Trebuchet MS"/>
              <a:sym typeface="Trebuchet MS"/>
            </a:endParaRPr>
          </a:p>
        </p:txBody>
      </p:sp>
      <p:grpSp>
        <p:nvGrpSpPr>
          <p:cNvPr id="364" name="Google Shape;364;p35"/>
          <p:cNvGrpSpPr/>
          <p:nvPr/>
        </p:nvGrpSpPr>
        <p:grpSpPr>
          <a:xfrm>
            <a:off x="2511271" y="1866383"/>
            <a:ext cx="1829308" cy="0"/>
            <a:chOff x="1808491" y="2100892"/>
            <a:chExt cx="1317376" cy="0"/>
          </a:xfrm>
        </p:grpSpPr>
        <p:sp>
          <p:nvSpPr>
            <p:cNvPr id="365" name="Google Shape;365;p35"/>
            <p:cNvSpPr/>
            <p:nvPr/>
          </p:nvSpPr>
          <p:spPr>
            <a:xfrm>
              <a:off x="1808491" y="2100892"/>
              <a:ext cx="37464" cy="0"/>
            </a:xfrm>
            <a:custGeom>
              <a:rect b="b" l="l" r="r" t="t"/>
              <a:pathLst>
                <a:path extrusionOk="0" h="120000" w="37464">
                  <a:moveTo>
                    <a:pt x="0" y="0"/>
                  </a:moveTo>
                  <a:lnTo>
                    <a:pt x="37007" y="0"/>
                  </a:lnTo>
                </a:path>
              </a:pathLst>
            </a:custGeom>
            <a:noFill/>
            <a:ln cap="flat" cmpd="sng" w="105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6" name="Google Shape;366;p35"/>
            <p:cNvSpPr/>
            <p:nvPr/>
          </p:nvSpPr>
          <p:spPr>
            <a:xfrm>
              <a:off x="3088403" y="2100892"/>
              <a:ext cx="37464" cy="0"/>
            </a:xfrm>
            <a:custGeom>
              <a:rect b="b" l="l" r="r" t="t"/>
              <a:pathLst>
                <a:path extrusionOk="0" h="120000" w="37464">
                  <a:moveTo>
                    <a:pt x="0" y="0"/>
                  </a:moveTo>
                  <a:lnTo>
                    <a:pt x="37007" y="0"/>
                  </a:lnTo>
                </a:path>
              </a:pathLst>
            </a:custGeom>
            <a:noFill/>
            <a:ln cap="flat" cmpd="sng" w="10575">
              <a:solidFill>
                <a:srgbClr val="231F2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67" name="Google Shape;367;p35"/>
          <p:cNvSpPr txBox="1"/>
          <p:nvPr/>
        </p:nvSpPr>
        <p:spPr>
          <a:xfrm>
            <a:off x="6886864" y="1584071"/>
            <a:ext cx="1828800" cy="306600"/>
          </a:xfrm>
          <a:prstGeom prst="rect">
            <a:avLst/>
          </a:prstGeom>
          <a:noFill/>
          <a:ln>
            <a:noFill/>
          </a:ln>
        </p:spPr>
        <p:txBody>
          <a:bodyPr anchorCtr="0" anchor="t" bIns="0" lIns="0" spcFirstLastPara="1" rIns="0" wrap="square" tIns="24750">
            <a:spAutoFit/>
          </a:bodyPr>
          <a:lstStyle/>
          <a:p>
            <a:pPr indent="298450" lvl="0" marL="693420" marR="36195" rtl="0" algn="l">
              <a:lnSpc>
                <a:spcPct val="115294"/>
              </a:lnSpc>
              <a:spcBef>
                <a:spcPts val="0"/>
              </a:spcBef>
              <a:spcAft>
                <a:spcPts val="0"/>
              </a:spcAft>
              <a:buNone/>
            </a:pPr>
            <a:r>
              <a:rPr b="1" lang="en" sz="850">
                <a:solidFill>
                  <a:srgbClr val="FFFFFF"/>
                </a:solidFill>
                <a:latin typeface="Trebuchet MS"/>
                <a:ea typeface="Trebuchet MS"/>
                <a:cs typeface="Trebuchet MS"/>
                <a:sym typeface="Trebuchet MS"/>
              </a:rPr>
              <a:t>After Calibration</a:t>
            </a:r>
            <a:endParaRPr sz="850">
              <a:latin typeface="Trebuchet MS"/>
              <a:ea typeface="Trebuchet MS"/>
              <a:cs typeface="Trebuchet MS"/>
              <a:sym typeface="Trebuchet MS"/>
            </a:endParaRPr>
          </a:p>
        </p:txBody>
      </p:sp>
      <p:sp>
        <p:nvSpPr>
          <p:cNvPr id="368" name="Google Shape;368;p35"/>
          <p:cNvSpPr txBox="1"/>
          <p:nvPr/>
        </p:nvSpPr>
        <p:spPr>
          <a:xfrm>
            <a:off x="4572007" y="4525050"/>
            <a:ext cx="4446900" cy="370500"/>
          </a:xfrm>
          <a:prstGeom prst="rect">
            <a:avLst/>
          </a:prstGeom>
          <a:noFill/>
          <a:ln>
            <a:noFill/>
          </a:ln>
        </p:spPr>
        <p:txBody>
          <a:bodyPr anchorCtr="0" anchor="t" bIns="0" lIns="0" spcFirstLastPara="1" rIns="0" wrap="square" tIns="11425">
            <a:spAutoFit/>
          </a:bodyPr>
          <a:lstStyle/>
          <a:p>
            <a:pPr indent="0" lvl="0" marL="12700" marR="5080" rtl="0" algn="l">
              <a:lnSpc>
                <a:spcPct val="102800"/>
              </a:lnSpc>
              <a:spcBef>
                <a:spcPts val="0"/>
              </a:spcBef>
              <a:spcAft>
                <a:spcPts val="0"/>
              </a:spcAft>
              <a:buNone/>
            </a:pPr>
            <a:r>
              <a:rPr i="1" lang="en" sz="1150">
                <a:solidFill>
                  <a:srgbClr val="E1212E"/>
                </a:solidFill>
                <a:latin typeface="Calibri"/>
                <a:ea typeface="Calibri"/>
                <a:cs typeface="Calibri"/>
                <a:sym typeface="Calibri"/>
              </a:rPr>
              <a:t>After 20 mins, the calibration solution inside an open pouch is no longer considered accurate.</a:t>
            </a:r>
            <a:endParaRPr sz="115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6"/>
          <p:cNvSpPr txBox="1"/>
          <p:nvPr/>
        </p:nvSpPr>
        <p:spPr>
          <a:xfrm>
            <a:off x="253992" y="125314"/>
            <a:ext cx="7082100" cy="1071600"/>
          </a:xfrm>
          <a:prstGeom prst="rect">
            <a:avLst/>
          </a:prstGeom>
          <a:noFill/>
          <a:ln>
            <a:noFill/>
          </a:ln>
        </p:spPr>
        <p:txBody>
          <a:bodyPr anchorCtr="0" anchor="t" bIns="0" lIns="0" spcFirstLastPara="1" rIns="0" wrap="square" tIns="16500">
            <a:spAutoFit/>
          </a:bodyPr>
          <a:lstStyle/>
          <a:p>
            <a:pPr indent="0" lvl="0" marL="0" rtl="0" algn="l">
              <a:lnSpc>
                <a:spcPct val="100000"/>
              </a:lnSpc>
              <a:spcBef>
                <a:spcPts val="1365"/>
              </a:spcBef>
              <a:spcAft>
                <a:spcPts val="0"/>
              </a:spcAft>
              <a:buNone/>
            </a:pPr>
            <a:r>
              <a:t/>
            </a:r>
            <a:endParaRPr sz="1150">
              <a:latin typeface="Calibri"/>
              <a:ea typeface="Calibri"/>
              <a:cs typeface="Calibri"/>
              <a:sym typeface="Calibri"/>
            </a:endParaRPr>
          </a:p>
          <a:p>
            <a:pPr indent="0" lvl="0" marL="21590" rtl="0" algn="l">
              <a:lnSpc>
                <a:spcPct val="100000"/>
              </a:lnSpc>
              <a:spcBef>
                <a:spcPts val="0"/>
              </a:spcBef>
              <a:spcAft>
                <a:spcPts val="0"/>
              </a:spcAft>
              <a:buNone/>
            </a:pPr>
            <a:r>
              <a:rPr lang="en" sz="1200">
                <a:solidFill>
                  <a:srgbClr val="231F20"/>
                </a:solidFill>
                <a:latin typeface="Trebuchet MS"/>
                <a:ea typeface="Trebuchet MS"/>
                <a:cs typeface="Trebuchet MS"/>
                <a:sym typeface="Trebuchet MS"/>
              </a:rPr>
              <a:t>Rinse off the probe and repeat this process for both </a:t>
            </a:r>
            <a:r>
              <a:rPr b="1" lang="en" sz="1200">
                <a:solidFill>
                  <a:srgbClr val="231F20"/>
                </a:solidFill>
                <a:latin typeface="Calibri"/>
                <a:ea typeface="Calibri"/>
                <a:cs typeface="Calibri"/>
                <a:sym typeface="Calibri"/>
              </a:rPr>
              <a:t>pH 4.00 </a:t>
            </a:r>
            <a:r>
              <a:rPr lang="en" sz="1200">
                <a:solidFill>
                  <a:srgbClr val="231F20"/>
                </a:solidFill>
                <a:latin typeface="Trebuchet MS"/>
                <a:ea typeface="Trebuchet MS"/>
                <a:cs typeface="Trebuchet MS"/>
                <a:sym typeface="Trebuchet MS"/>
              </a:rPr>
              <a:t>and </a:t>
            </a:r>
            <a:r>
              <a:rPr b="1" lang="en" sz="1200">
                <a:solidFill>
                  <a:srgbClr val="231F20"/>
                </a:solidFill>
                <a:latin typeface="Calibri"/>
                <a:ea typeface="Calibri"/>
                <a:cs typeface="Calibri"/>
                <a:sym typeface="Calibri"/>
              </a:rPr>
              <a:t>pH 10.00</a:t>
            </a:r>
            <a:r>
              <a:rPr lang="en" sz="1200">
                <a:solidFill>
                  <a:srgbClr val="231F20"/>
                </a:solidFill>
                <a:latin typeface="Trebuchet MS"/>
                <a:ea typeface="Trebuchet MS"/>
                <a:cs typeface="Trebuchet MS"/>
                <a:sym typeface="Trebuchet MS"/>
              </a:rPr>
              <a:t>.</a:t>
            </a:r>
            <a:endParaRPr sz="1200">
              <a:latin typeface="Trebuchet MS"/>
              <a:ea typeface="Trebuchet MS"/>
              <a:cs typeface="Trebuchet MS"/>
              <a:sym typeface="Trebuchet MS"/>
            </a:endParaRPr>
          </a:p>
          <a:p>
            <a:pPr indent="0" lvl="0" marL="12700" rtl="0" algn="l">
              <a:lnSpc>
                <a:spcPct val="100000"/>
              </a:lnSpc>
              <a:spcBef>
                <a:spcPts val="725"/>
              </a:spcBef>
              <a:spcAft>
                <a:spcPts val="0"/>
              </a:spcAft>
              <a:buNone/>
            </a:pPr>
            <a:r>
              <a:rPr b="1" baseline="30000" lang="en" sz="3900">
                <a:solidFill>
                  <a:srgbClr val="289045"/>
                </a:solidFill>
                <a:latin typeface="Calibri"/>
                <a:ea typeface="Calibri"/>
                <a:cs typeface="Calibri"/>
                <a:sym typeface="Calibri"/>
              </a:rPr>
              <a:t>C	</a:t>
            </a:r>
            <a:r>
              <a:rPr b="1" lang="en" sz="1400">
                <a:solidFill>
                  <a:srgbClr val="289045"/>
                </a:solidFill>
                <a:latin typeface="Calibri"/>
                <a:ea typeface="Calibri"/>
                <a:cs typeface="Calibri"/>
                <a:sym typeface="Calibri"/>
              </a:rPr>
              <a:t>Calibrate Conductivity</a:t>
            </a:r>
            <a:endParaRPr sz="1400">
              <a:latin typeface="Calibri"/>
              <a:ea typeface="Calibri"/>
              <a:cs typeface="Calibri"/>
              <a:sym typeface="Calibri"/>
            </a:endParaRPr>
          </a:p>
        </p:txBody>
      </p:sp>
      <p:sp>
        <p:nvSpPr>
          <p:cNvPr id="374" name="Google Shape;374;p36"/>
          <p:cNvSpPr txBox="1"/>
          <p:nvPr/>
        </p:nvSpPr>
        <p:spPr>
          <a:xfrm>
            <a:off x="363675" y="1273484"/>
            <a:ext cx="7530300" cy="1024800"/>
          </a:xfrm>
          <a:prstGeom prst="rect">
            <a:avLst/>
          </a:prstGeom>
          <a:solidFill>
            <a:srgbClr val="0CB14B">
              <a:alpha val="49800"/>
            </a:srgbClr>
          </a:solidFill>
          <a:ln>
            <a:noFill/>
          </a:ln>
        </p:spPr>
        <p:txBody>
          <a:bodyPr anchorCtr="0" anchor="t" bIns="0" lIns="0" spcFirstLastPara="1" rIns="0" wrap="square" tIns="49525">
            <a:spAutoFit/>
          </a:bodyPr>
          <a:lstStyle/>
          <a:p>
            <a:pPr indent="0" lvl="0" marL="591185" rtl="0" algn="l">
              <a:lnSpc>
                <a:spcPct val="100000"/>
              </a:lnSpc>
              <a:spcBef>
                <a:spcPts val="0"/>
              </a:spcBef>
              <a:spcAft>
                <a:spcPts val="0"/>
              </a:spcAft>
              <a:buNone/>
            </a:pPr>
            <a:r>
              <a:rPr b="1" lang="en" sz="1200">
                <a:solidFill>
                  <a:srgbClr val="231F20"/>
                </a:solidFill>
                <a:latin typeface="Calibri"/>
                <a:ea typeface="Calibri"/>
                <a:cs typeface="Calibri"/>
                <a:sym typeface="Calibri"/>
              </a:rPr>
              <a:t>Setting the Conductivity probe type</a:t>
            </a:r>
            <a:endParaRPr sz="1200">
              <a:latin typeface="Calibri"/>
              <a:ea typeface="Calibri"/>
              <a:cs typeface="Calibri"/>
              <a:sym typeface="Calibri"/>
            </a:endParaRPr>
          </a:p>
          <a:p>
            <a:pPr indent="0" lvl="0" marL="591185" marR="101600" rtl="0" algn="l">
              <a:lnSpc>
                <a:spcPct val="101899"/>
              </a:lnSpc>
              <a:spcBef>
                <a:spcPts val="244"/>
              </a:spcBef>
              <a:spcAft>
                <a:spcPts val="0"/>
              </a:spcAft>
              <a:buNone/>
            </a:pPr>
            <a:r>
              <a:rPr lang="en" sz="1200">
                <a:solidFill>
                  <a:srgbClr val="231F20"/>
                </a:solidFill>
                <a:latin typeface="Trebuchet MS"/>
                <a:ea typeface="Trebuchet MS"/>
                <a:cs typeface="Trebuchet MS"/>
                <a:sym typeface="Trebuchet MS"/>
              </a:rPr>
              <a:t>If your probe ≠ K 1.0 (default), then set the probe type by using the </a:t>
            </a:r>
            <a:r>
              <a:rPr b="1" lang="en" sz="1200">
                <a:solidFill>
                  <a:srgbClr val="231F20"/>
                </a:solidFill>
                <a:latin typeface="Calibri"/>
                <a:ea typeface="Calibri"/>
                <a:cs typeface="Calibri"/>
                <a:sym typeface="Calibri"/>
              </a:rPr>
              <a:t>ec:k,n </a:t>
            </a:r>
            <a:r>
              <a:rPr lang="en" sz="1200">
                <a:solidFill>
                  <a:srgbClr val="231F20"/>
                </a:solidFill>
                <a:latin typeface="Trebuchet MS"/>
                <a:ea typeface="Trebuchet MS"/>
                <a:cs typeface="Trebuchet MS"/>
                <a:sym typeface="Trebuchet MS"/>
              </a:rPr>
              <a:t>command. (where n = K value of your probe)</a:t>
            </a:r>
            <a:endParaRPr sz="1200">
              <a:latin typeface="Trebuchet MS"/>
              <a:ea typeface="Trebuchet MS"/>
              <a:cs typeface="Trebuchet MS"/>
              <a:sym typeface="Trebuchet MS"/>
            </a:endParaRPr>
          </a:p>
          <a:p>
            <a:pPr indent="0" lvl="0" marL="0" rtl="0" algn="l">
              <a:lnSpc>
                <a:spcPct val="100000"/>
              </a:lnSpc>
              <a:spcBef>
                <a:spcPts val="100"/>
              </a:spcBef>
              <a:spcAft>
                <a:spcPts val="0"/>
              </a:spcAft>
              <a:buNone/>
            </a:pPr>
            <a:r>
              <a:t/>
            </a:r>
            <a:endParaRPr sz="1200">
              <a:latin typeface="Trebuchet MS"/>
              <a:ea typeface="Trebuchet MS"/>
              <a:cs typeface="Trebuchet MS"/>
              <a:sym typeface="Trebuchet MS"/>
            </a:endParaRPr>
          </a:p>
          <a:p>
            <a:pPr indent="0" lvl="0" marL="591185" rtl="0" algn="l">
              <a:lnSpc>
                <a:spcPct val="100000"/>
              </a:lnSpc>
              <a:spcBef>
                <a:spcPts val="0"/>
              </a:spcBef>
              <a:spcAft>
                <a:spcPts val="0"/>
              </a:spcAft>
              <a:buNone/>
            </a:pPr>
            <a:r>
              <a:rPr lang="en" sz="1200">
                <a:solidFill>
                  <a:srgbClr val="231F20"/>
                </a:solidFill>
                <a:latin typeface="Trebuchet MS"/>
                <a:ea typeface="Trebuchet MS"/>
                <a:cs typeface="Trebuchet MS"/>
                <a:sym typeface="Trebuchet MS"/>
              </a:rPr>
              <a:t>Example, if you have a K 0.1 conductivity probe issue the command </a:t>
            </a:r>
            <a:r>
              <a:rPr b="1" lang="en" sz="1200">
                <a:solidFill>
                  <a:srgbClr val="231F20"/>
                </a:solidFill>
                <a:latin typeface="Calibri"/>
                <a:ea typeface="Calibri"/>
                <a:cs typeface="Calibri"/>
                <a:sym typeface="Calibri"/>
              </a:rPr>
              <a:t>ec:k,0.1</a:t>
            </a:r>
            <a:endParaRPr sz="1200">
              <a:latin typeface="Calibri"/>
              <a:ea typeface="Calibri"/>
              <a:cs typeface="Calibri"/>
              <a:sym typeface="Calibri"/>
            </a:endParaRPr>
          </a:p>
        </p:txBody>
      </p:sp>
      <p:sp>
        <p:nvSpPr>
          <p:cNvPr id="375" name="Google Shape;375;p36"/>
          <p:cNvSpPr txBox="1"/>
          <p:nvPr/>
        </p:nvSpPr>
        <p:spPr>
          <a:xfrm>
            <a:off x="357800" y="2696790"/>
            <a:ext cx="6874500" cy="184800"/>
          </a:xfrm>
          <a:prstGeom prst="rect">
            <a:avLst/>
          </a:prstGeom>
          <a:solidFill>
            <a:srgbClr val="F05133"/>
          </a:solidFill>
          <a:ln>
            <a:noFill/>
          </a:ln>
        </p:spPr>
        <p:txBody>
          <a:bodyPr anchorCtr="0" anchor="t" bIns="0" lIns="0" spcFirstLastPara="1" rIns="0" wrap="square" tIns="0">
            <a:spAutoFit/>
          </a:bodyPr>
          <a:lstStyle/>
          <a:p>
            <a:pPr indent="0" lvl="0" marL="228600" rtl="0" algn="l">
              <a:lnSpc>
                <a:spcPct val="118750"/>
              </a:lnSpc>
              <a:spcBef>
                <a:spcPts val="0"/>
              </a:spcBef>
              <a:spcAft>
                <a:spcPts val="0"/>
              </a:spcAft>
              <a:buNone/>
            </a:pPr>
            <a:r>
              <a:rPr b="1" lang="en" sz="1200">
                <a:solidFill>
                  <a:srgbClr val="FFFFFF"/>
                </a:solidFill>
                <a:latin typeface="Calibri"/>
                <a:ea typeface="Calibri"/>
                <a:cs typeface="Calibri"/>
                <a:sym typeface="Calibri"/>
              </a:rPr>
              <a:t>When calibrating Conductivity, you must always calibrate a dry probe first.</a:t>
            </a:r>
            <a:endParaRPr sz="1200">
              <a:latin typeface="Calibri"/>
              <a:ea typeface="Calibri"/>
              <a:cs typeface="Calibri"/>
              <a:sym typeface="Calibri"/>
            </a:endParaRPr>
          </a:p>
        </p:txBody>
      </p:sp>
      <p:grpSp>
        <p:nvGrpSpPr>
          <p:cNvPr id="376" name="Google Shape;376;p36"/>
          <p:cNvGrpSpPr/>
          <p:nvPr/>
        </p:nvGrpSpPr>
        <p:grpSpPr>
          <a:xfrm>
            <a:off x="254000" y="3112224"/>
            <a:ext cx="7401670" cy="1430361"/>
            <a:chOff x="0" y="7939155"/>
            <a:chExt cx="6291262" cy="1224834"/>
          </a:xfrm>
        </p:grpSpPr>
        <p:sp>
          <p:nvSpPr>
            <p:cNvPr id="377" name="Google Shape;377;p36"/>
            <p:cNvSpPr/>
            <p:nvPr/>
          </p:nvSpPr>
          <p:spPr>
            <a:xfrm>
              <a:off x="0" y="8853207"/>
              <a:ext cx="569595" cy="78740"/>
            </a:xfrm>
            <a:custGeom>
              <a:rect b="b" l="l" r="r" t="t"/>
              <a:pathLst>
                <a:path extrusionOk="0" h="78740" w="569595">
                  <a:moveTo>
                    <a:pt x="569163" y="0"/>
                  </a:moveTo>
                  <a:lnTo>
                    <a:pt x="0" y="0"/>
                  </a:lnTo>
                  <a:lnTo>
                    <a:pt x="0" y="78536"/>
                  </a:lnTo>
                  <a:lnTo>
                    <a:pt x="569163" y="78536"/>
                  </a:lnTo>
                  <a:lnTo>
                    <a:pt x="569163" y="0"/>
                  </a:lnTo>
                  <a:close/>
                </a:path>
              </a:pathLst>
            </a:custGeom>
            <a:solidFill>
              <a:srgbClr val="221F1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8" name="Google Shape;378;p36"/>
            <p:cNvSpPr/>
            <p:nvPr/>
          </p:nvSpPr>
          <p:spPr>
            <a:xfrm>
              <a:off x="1349057" y="8633764"/>
              <a:ext cx="4942205" cy="530225"/>
            </a:xfrm>
            <a:custGeom>
              <a:rect b="b" l="l" r="r" t="t"/>
              <a:pathLst>
                <a:path extrusionOk="0" h="530225" w="4942205">
                  <a:moveTo>
                    <a:pt x="4942014" y="62496"/>
                  </a:moveTo>
                  <a:lnTo>
                    <a:pt x="4864481" y="62496"/>
                  </a:lnTo>
                  <a:lnTo>
                    <a:pt x="4864481" y="257949"/>
                  </a:lnTo>
                  <a:lnTo>
                    <a:pt x="4864481" y="273812"/>
                  </a:lnTo>
                  <a:lnTo>
                    <a:pt x="4861242" y="289661"/>
                  </a:lnTo>
                  <a:lnTo>
                    <a:pt x="4852416" y="302602"/>
                  </a:lnTo>
                  <a:lnTo>
                    <a:pt x="4839322" y="311340"/>
                  </a:lnTo>
                  <a:lnTo>
                    <a:pt x="4823307" y="314540"/>
                  </a:lnTo>
                  <a:lnTo>
                    <a:pt x="4685982" y="314540"/>
                  </a:lnTo>
                  <a:lnTo>
                    <a:pt x="4669942" y="311340"/>
                  </a:lnTo>
                  <a:lnTo>
                    <a:pt x="4656848" y="302602"/>
                  </a:lnTo>
                  <a:lnTo>
                    <a:pt x="4648022" y="289661"/>
                  </a:lnTo>
                  <a:lnTo>
                    <a:pt x="4644796" y="273812"/>
                  </a:lnTo>
                  <a:lnTo>
                    <a:pt x="4644796" y="257949"/>
                  </a:lnTo>
                  <a:lnTo>
                    <a:pt x="4648022" y="242100"/>
                  </a:lnTo>
                  <a:lnTo>
                    <a:pt x="4656848" y="229158"/>
                  </a:lnTo>
                  <a:lnTo>
                    <a:pt x="4669942" y="220433"/>
                  </a:lnTo>
                  <a:lnTo>
                    <a:pt x="4685982" y="217233"/>
                  </a:lnTo>
                  <a:lnTo>
                    <a:pt x="4823307" y="217233"/>
                  </a:lnTo>
                  <a:lnTo>
                    <a:pt x="4839322" y="220433"/>
                  </a:lnTo>
                  <a:lnTo>
                    <a:pt x="4852416" y="229158"/>
                  </a:lnTo>
                  <a:lnTo>
                    <a:pt x="4861242" y="242100"/>
                  </a:lnTo>
                  <a:lnTo>
                    <a:pt x="4864481" y="257949"/>
                  </a:lnTo>
                  <a:lnTo>
                    <a:pt x="4864481" y="62496"/>
                  </a:lnTo>
                  <a:lnTo>
                    <a:pt x="1174369" y="62496"/>
                  </a:lnTo>
                  <a:lnTo>
                    <a:pt x="1174369" y="0"/>
                  </a:lnTo>
                  <a:lnTo>
                    <a:pt x="0" y="0"/>
                  </a:lnTo>
                  <a:lnTo>
                    <a:pt x="0" y="529717"/>
                  </a:lnTo>
                  <a:lnTo>
                    <a:pt x="1174369" y="529717"/>
                  </a:lnTo>
                  <a:lnTo>
                    <a:pt x="1174369" y="467868"/>
                  </a:lnTo>
                  <a:lnTo>
                    <a:pt x="4942014" y="467868"/>
                  </a:lnTo>
                  <a:lnTo>
                    <a:pt x="4942014" y="314540"/>
                  </a:lnTo>
                  <a:lnTo>
                    <a:pt x="4942014" y="217233"/>
                  </a:lnTo>
                  <a:lnTo>
                    <a:pt x="4942014" y="6249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9" name="Google Shape;379;p36"/>
            <p:cNvSpPr/>
            <p:nvPr/>
          </p:nvSpPr>
          <p:spPr>
            <a:xfrm>
              <a:off x="519847" y="8748209"/>
              <a:ext cx="829310" cy="302259"/>
            </a:xfrm>
            <a:custGeom>
              <a:rect b="b" l="l" r="r" t="t"/>
              <a:pathLst>
                <a:path extrusionOk="0" h="302259" w="829310">
                  <a:moveTo>
                    <a:pt x="829221" y="0"/>
                  </a:moveTo>
                  <a:lnTo>
                    <a:pt x="0" y="63538"/>
                  </a:lnTo>
                  <a:lnTo>
                    <a:pt x="0" y="234670"/>
                  </a:lnTo>
                  <a:lnTo>
                    <a:pt x="829221" y="301929"/>
                  </a:lnTo>
                  <a:lnTo>
                    <a:pt x="829221" y="0"/>
                  </a:lnTo>
                  <a:close/>
                </a:path>
              </a:pathLst>
            </a:custGeom>
            <a:solidFill>
              <a:srgbClr val="0DB04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0" name="Google Shape;380;p36"/>
            <p:cNvSpPr/>
            <p:nvPr/>
          </p:nvSpPr>
          <p:spPr>
            <a:xfrm>
              <a:off x="2564812" y="8976015"/>
              <a:ext cx="3446779" cy="85725"/>
            </a:xfrm>
            <a:custGeom>
              <a:rect b="b" l="l" r="r" t="t"/>
              <a:pathLst>
                <a:path extrusionOk="0" h="85725" w="3446779">
                  <a:moveTo>
                    <a:pt x="3446005" y="0"/>
                  </a:moveTo>
                  <a:lnTo>
                    <a:pt x="0" y="14668"/>
                  </a:lnTo>
                  <a:lnTo>
                    <a:pt x="279" y="85343"/>
                  </a:lnTo>
                  <a:lnTo>
                    <a:pt x="3446284" y="70688"/>
                  </a:lnTo>
                  <a:lnTo>
                    <a:pt x="3446005" y="0"/>
                  </a:lnTo>
                  <a:close/>
                </a:path>
              </a:pathLst>
            </a:custGeom>
            <a:solidFill>
              <a:srgbClr val="FFFFFF">
                <a:alpha val="4980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1" name="Google Shape;381;p36"/>
            <p:cNvSpPr/>
            <p:nvPr/>
          </p:nvSpPr>
          <p:spPr>
            <a:xfrm>
              <a:off x="761418" y="8017235"/>
              <a:ext cx="346075" cy="523240"/>
            </a:xfrm>
            <a:custGeom>
              <a:rect b="b" l="l" r="r" t="t"/>
              <a:pathLst>
                <a:path extrusionOk="0" h="523240" w="346075">
                  <a:moveTo>
                    <a:pt x="173272" y="0"/>
                  </a:moveTo>
                  <a:lnTo>
                    <a:pt x="159536" y="36996"/>
                  </a:lnTo>
                  <a:lnTo>
                    <a:pt x="137631" y="81611"/>
                  </a:lnTo>
                  <a:lnTo>
                    <a:pt x="108251" y="133982"/>
                  </a:lnTo>
                  <a:lnTo>
                    <a:pt x="72091" y="194246"/>
                  </a:lnTo>
                  <a:lnTo>
                    <a:pt x="21652" y="272100"/>
                  </a:lnTo>
                  <a:lnTo>
                    <a:pt x="2101" y="330149"/>
                  </a:lnTo>
                  <a:lnTo>
                    <a:pt x="0" y="367700"/>
                  </a:lnTo>
                  <a:lnTo>
                    <a:pt x="1910" y="384060"/>
                  </a:lnTo>
                  <a:lnTo>
                    <a:pt x="6166" y="400619"/>
                  </a:lnTo>
                  <a:lnTo>
                    <a:pt x="49246" y="472510"/>
                  </a:lnTo>
                  <a:lnTo>
                    <a:pt x="92324" y="505226"/>
                  </a:lnTo>
                  <a:lnTo>
                    <a:pt x="152596" y="520712"/>
                  </a:lnTo>
                  <a:lnTo>
                    <a:pt x="220201" y="522714"/>
                  </a:lnTo>
                  <a:lnTo>
                    <a:pt x="258571" y="517340"/>
                  </a:lnTo>
                  <a:lnTo>
                    <a:pt x="281959" y="499156"/>
                  </a:lnTo>
                  <a:lnTo>
                    <a:pt x="304615" y="462724"/>
                  </a:lnTo>
                  <a:lnTo>
                    <a:pt x="333603" y="419203"/>
                  </a:lnTo>
                  <a:lnTo>
                    <a:pt x="345636" y="376360"/>
                  </a:lnTo>
                  <a:lnTo>
                    <a:pt x="344186" y="334737"/>
                  </a:lnTo>
                  <a:lnTo>
                    <a:pt x="332723" y="294877"/>
                  </a:lnTo>
                  <a:lnTo>
                    <a:pt x="314721" y="257323"/>
                  </a:lnTo>
                  <a:lnTo>
                    <a:pt x="293649" y="222616"/>
                  </a:lnTo>
                  <a:lnTo>
                    <a:pt x="272979" y="191300"/>
                  </a:lnTo>
                  <a:lnTo>
                    <a:pt x="239432" y="150506"/>
                  </a:lnTo>
                  <a:lnTo>
                    <a:pt x="217863" y="116981"/>
                  </a:lnTo>
                  <a:lnTo>
                    <a:pt x="198925" y="72790"/>
                  </a:lnTo>
                  <a:lnTo>
                    <a:pt x="173272" y="0"/>
                  </a:lnTo>
                  <a:close/>
                </a:path>
              </a:pathLst>
            </a:custGeom>
            <a:solidFill>
              <a:srgbClr val="52BDE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82" name="Google Shape;382;p36"/>
            <p:cNvPicPr preferRelativeResize="0"/>
            <p:nvPr/>
          </p:nvPicPr>
          <p:blipFill rotWithShape="1">
            <a:blip r:embed="rId3">
              <a:alphaModFix/>
            </a:blip>
            <a:srcRect b="0" l="0" r="0" t="0"/>
            <a:stretch/>
          </p:blipFill>
          <p:spPr>
            <a:xfrm>
              <a:off x="811910" y="8355515"/>
              <a:ext cx="88440" cy="123710"/>
            </a:xfrm>
            <a:prstGeom prst="rect">
              <a:avLst/>
            </a:prstGeom>
            <a:noFill/>
            <a:ln>
              <a:noFill/>
            </a:ln>
          </p:spPr>
        </p:pic>
        <p:sp>
          <p:nvSpPr>
            <p:cNvPr id="383" name="Google Shape;383;p36"/>
            <p:cNvSpPr/>
            <p:nvPr/>
          </p:nvSpPr>
          <p:spPr>
            <a:xfrm>
              <a:off x="595706" y="7939155"/>
              <a:ext cx="677544" cy="677545"/>
            </a:xfrm>
            <a:custGeom>
              <a:rect b="b" l="l" r="r" t="t"/>
              <a:pathLst>
                <a:path extrusionOk="0" h="677545" w="677544">
                  <a:moveTo>
                    <a:pt x="347891" y="0"/>
                  </a:moveTo>
                  <a:lnTo>
                    <a:pt x="301126" y="3148"/>
                  </a:lnTo>
                  <a:lnTo>
                    <a:pt x="256121" y="12446"/>
                  </a:lnTo>
                  <a:lnTo>
                    <a:pt x="213319" y="27454"/>
                  </a:lnTo>
                  <a:lnTo>
                    <a:pt x="173160" y="47730"/>
                  </a:lnTo>
                  <a:lnTo>
                    <a:pt x="136085" y="72836"/>
                  </a:lnTo>
                  <a:lnTo>
                    <a:pt x="102536" y="102331"/>
                  </a:lnTo>
                  <a:lnTo>
                    <a:pt x="72954" y="135775"/>
                  </a:lnTo>
                  <a:lnTo>
                    <a:pt x="47781" y="172728"/>
                  </a:lnTo>
                  <a:lnTo>
                    <a:pt x="27458" y="212749"/>
                  </a:lnTo>
                  <a:lnTo>
                    <a:pt x="12425" y="255399"/>
                  </a:lnTo>
                  <a:lnTo>
                    <a:pt x="3126" y="300237"/>
                  </a:lnTo>
                  <a:lnTo>
                    <a:pt x="0" y="346824"/>
                  </a:lnTo>
                  <a:lnTo>
                    <a:pt x="3681" y="395679"/>
                  </a:lnTo>
                  <a:lnTo>
                    <a:pt x="14166" y="442287"/>
                  </a:lnTo>
                  <a:lnTo>
                    <a:pt x="30948" y="486141"/>
                  </a:lnTo>
                  <a:lnTo>
                    <a:pt x="53520" y="526737"/>
                  </a:lnTo>
                  <a:lnTo>
                    <a:pt x="81375" y="563568"/>
                  </a:lnTo>
                  <a:lnTo>
                    <a:pt x="114008" y="596128"/>
                  </a:lnTo>
                  <a:lnTo>
                    <a:pt x="150910" y="623913"/>
                  </a:lnTo>
                  <a:lnTo>
                    <a:pt x="191576" y="646415"/>
                  </a:lnTo>
                  <a:lnTo>
                    <a:pt x="235499" y="663131"/>
                  </a:lnTo>
                  <a:lnTo>
                    <a:pt x="282172" y="673553"/>
                  </a:lnTo>
                  <a:lnTo>
                    <a:pt x="331089" y="677176"/>
                  </a:lnTo>
                  <a:lnTo>
                    <a:pt x="378039" y="674054"/>
                  </a:lnTo>
                  <a:lnTo>
                    <a:pt x="423092" y="664856"/>
                  </a:lnTo>
                  <a:lnTo>
                    <a:pt x="465828" y="650001"/>
                  </a:lnTo>
                  <a:lnTo>
                    <a:pt x="505833" y="629904"/>
                  </a:lnTo>
                  <a:lnTo>
                    <a:pt x="510735" y="626590"/>
                  </a:lnTo>
                  <a:lnTo>
                    <a:pt x="326137" y="626590"/>
                  </a:lnTo>
                  <a:lnTo>
                    <a:pt x="278439" y="621809"/>
                  </a:lnTo>
                  <a:lnTo>
                    <a:pt x="230557" y="608363"/>
                  </a:lnTo>
                  <a:lnTo>
                    <a:pt x="183840" y="585178"/>
                  </a:lnTo>
                  <a:lnTo>
                    <a:pt x="139636" y="551179"/>
                  </a:lnTo>
                  <a:lnTo>
                    <a:pt x="105964" y="513673"/>
                  </a:lnTo>
                  <a:lnTo>
                    <a:pt x="80742" y="472999"/>
                  </a:lnTo>
                  <a:lnTo>
                    <a:pt x="63507" y="430148"/>
                  </a:lnTo>
                  <a:lnTo>
                    <a:pt x="53797" y="386108"/>
                  </a:lnTo>
                  <a:lnTo>
                    <a:pt x="51150" y="341869"/>
                  </a:lnTo>
                  <a:lnTo>
                    <a:pt x="55104" y="298421"/>
                  </a:lnTo>
                  <a:lnTo>
                    <a:pt x="65197" y="256753"/>
                  </a:lnTo>
                  <a:lnTo>
                    <a:pt x="80966" y="217854"/>
                  </a:lnTo>
                  <a:lnTo>
                    <a:pt x="101950" y="182715"/>
                  </a:lnTo>
                  <a:lnTo>
                    <a:pt x="127685" y="152323"/>
                  </a:lnTo>
                  <a:lnTo>
                    <a:pt x="198388" y="152323"/>
                  </a:lnTo>
                  <a:lnTo>
                    <a:pt x="165595" y="117970"/>
                  </a:lnTo>
                  <a:lnTo>
                    <a:pt x="227967" y="76116"/>
                  </a:lnTo>
                  <a:lnTo>
                    <a:pt x="267464" y="61715"/>
                  </a:lnTo>
                  <a:lnTo>
                    <a:pt x="310796" y="52935"/>
                  </a:lnTo>
                  <a:lnTo>
                    <a:pt x="356683" y="50728"/>
                  </a:lnTo>
                  <a:lnTo>
                    <a:pt x="524063" y="50728"/>
                  </a:lnTo>
                  <a:lnTo>
                    <a:pt x="487581" y="30576"/>
                  </a:lnTo>
                  <a:lnTo>
                    <a:pt x="443711" y="13962"/>
                  </a:lnTo>
                  <a:lnTo>
                    <a:pt x="396986" y="3608"/>
                  </a:lnTo>
                  <a:lnTo>
                    <a:pt x="347891" y="0"/>
                  </a:lnTo>
                  <a:close/>
                </a:path>
                <a:path extrusionOk="0" h="677545" w="677544">
                  <a:moveTo>
                    <a:pt x="198388" y="152323"/>
                  </a:moveTo>
                  <a:lnTo>
                    <a:pt x="127685" y="152323"/>
                  </a:lnTo>
                  <a:lnTo>
                    <a:pt x="514692" y="558126"/>
                  </a:lnTo>
                  <a:lnTo>
                    <a:pt x="488133" y="580553"/>
                  </a:lnTo>
                  <a:lnTo>
                    <a:pt x="454649" y="599688"/>
                  </a:lnTo>
                  <a:lnTo>
                    <a:pt x="415590" y="614455"/>
                  </a:lnTo>
                  <a:lnTo>
                    <a:pt x="372303" y="623780"/>
                  </a:lnTo>
                  <a:lnTo>
                    <a:pt x="326137" y="626590"/>
                  </a:lnTo>
                  <a:lnTo>
                    <a:pt x="510735" y="626590"/>
                  </a:lnTo>
                  <a:lnTo>
                    <a:pt x="542688" y="604984"/>
                  </a:lnTo>
                  <a:lnTo>
                    <a:pt x="575978" y="575656"/>
                  </a:lnTo>
                  <a:lnTo>
                    <a:pt x="605285" y="542337"/>
                  </a:lnTo>
                  <a:lnTo>
                    <a:pt x="617931" y="523608"/>
                  </a:lnTo>
                  <a:lnTo>
                    <a:pt x="552805" y="523608"/>
                  </a:lnTo>
                  <a:lnTo>
                    <a:pt x="198388" y="152323"/>
                  </a:lnTo>
                  <a:close/>
                </a:path>
                <a:path extrusionOk="0" h="677545" w="677544">
                  <a:moveTo>
                    <a:pt x="524063" y="50728"/>
                  </a:moveTo>
                  <a:lnTo>
                    <a:pt x="356683" y="50728"/>
                  </a:lnTo>
                  <a:lnTo>
                    <a:pt x="403849" y="56046"/>
                  </a:lnTo>
                  <a:lnTo>
                    <a:pt x="451012" y="69843"/>
                  </a:lnTo>
                  <a:lnTo>
                    <a:pt x="496896" y="93071"/>
                  </a:lnTo>
                  <a:lnTo>
                    <a:pt x="540219" y="126682"/>
                  </a:lnTo>
                  <a:lnTo>
                    <a:pt x="573282" y="163679"/>
                  </a:lnTo>
                  <a:lnTo>
                    <a:pt x="598110" y="203847"/>
                  </a:lnTo>
                  <a:lnTo>
                    <a:pt x="615141" y="246221"/>
                  </a:lnTo>
                  <a:lnTo>
                    <a:pt x="624811" y="289838"/>
                  </a:lnTo>
                  <a:lnTo>
                    <a:pt x="627560" y="333732"/>
                  </a:lnTo>
                  <a:lnTo>
                    <a:pt x="623826" y="376939"/>
                  </a:lnTo>
                  <a:lnTo>
                    <a:pt x="614045" y="418494"/>
                  </a:lnTo>
                  <a:lnTo>
                    <a:pt x="598656" y="457434"/>
                  </a:lnTo>
                  <a:lnTo>
                    <a:pt x="578097" y="492793"/>
                  </a:lnTo>
                  <a:lnTo>
                    <a:pt x="552805" y="523608"/>
                  </a:lnTo>
                  <a:lnTo>
                    <a:pt x="617931" y="523608"/>
                  </a:lnTo>
                  <a:lnTo>
                    <a:pt x="650287" y="465396"/>
                  </a:lnTo>
                  <a:lnTo>
                    <a:pt x="665148" y="422608"/>
                  </a:lnTo>
                  <a:lnTo>
                    <a:pt x="674360" y="377496"/>
                  </a:lnTo>
                  <a:lnTo>
                    <a:pt x="677506" y="330479"/>
                  </a:lnTo>
                  <a:lnTo>
                    <a:pt x="673951" y="281296"/>
                  </a:lnTo>
                  <a:lnTo>
                    <a:pt x="663658" y="234481"/>
                  </a:lnTo>
                  <a:lnTo>
                    <a:pt x="647113" y="190522"/>
                  </a:lnTo>
                  <a:lnTo>
                    <a:pt x="624800" y="149904"/>
                  </a:lnTo>
                  <a:lnTo>
                    <a:pt x="597205" y="113114"/>
                  </a:lnTo>
                  <a:lnTo>
                    <a:pt x="564813" y="80639"/>
                  </a:lnTo>
                  <a:lnTo>
                    <a:pt x="528058" y="52935"/>
                  </a:lnTo>
                  <a:lnTo>
                    <a:pt x="524063" y="50728"/>
                  </a:lnTo>
                  <a:close/>
                </a:path>
              </a:pathLst>
            </a:custGeom>
            <a:solidFill>
              <a:srgbClr val="BD1E2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84" name="Google Shape;384;p36"/>
          <p:cNvSpPr txBox="1"/>
          <p:nvPr/>
        </p:nvSpPr>
        <p:spPr>
          <a:xfrm>
            <a:off x="254000" y="4773211"/>
            <a:ext cx="5851200" cy="192900"/>
          </a:xfrm>
          <a:prstGeom prst="rect">
            <a:avLst/>
          </a:prstGeom>
          <a:noFill/>
          <a:ln>
            <a:noFill/>
          </a:ln>
        </p:spPr>
        <p:txBody>
          <a:bodyPr anchorCtr="0" anchor="t" bIns="0" lIns="0" spcFirstLastPara="1" rIns="0" wrap="square" tIns="8250">
            <a:spAutoFit/>
          </a:bodyPr>
          <a:lstStyle/>
          <a:p>
            <a:pPr indent="0" lvl="0" marL="12700" rtl="0" algn="l">
              <a:lnSpc>
                <a:spcPct val="100000"/>
              </a:lnSpc>
              <a:spcBef>
                <a:spcPts val="0"/>
              </a:spcBef>
              <a:spcAft>
                <a:spcPts val="0"/>
              </a:spcAft>
              <a:buNone/>
            </a:pPr>
            <a:r>
              <a:rPr lang="en" sz="1200">
                <a:solidFill>
                  <a:srgbClr val="231F20"/>
                </a:solidFill>
                <a:latin typeface="Trebuchet MS"/>
                <a:ea typeface="Trebuchet MS"/>
                <a:cs typeface="Trebuchet MS"/>
                <a:sym typeface="Trebuchet MS"/>
              </a:rPr>
              <a:t>Make sure that the probe is dry before issuing this command, </a:t>
            </a:r>
            <a:r>
              <a:rPr b="1" lang="en" sz="1200">
                <a:solidFill>
                  <a:srgbClr val="231F20"/>
                </a:solidFill>
                <a:latin typeface="Calibri"/>
                <a:ea typeface="Calibri"/>
                <a:cs typeface="Calibri"/>
                <a:sym typeface="Calibri"/>
              </a:rPr>
              <a:t>ec:cal,dry</a:t>
            </a:r>
            <a:endParaRPr sz="12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8" name="Shape 388"/>
        <p:cNvGrpSpPr/>
        <p:nvPr/>
      </p:nvGrpSpPr>
      <p:grpSpPr>
        <a:xfrm>
          <a:off x="0" y="0"/>
          <a:ext cx="0" cy="0"/>
          <a:chOff x="0" y="0"/>
          <a:chExt cx="0" cy="0"/>
        </a:xfrm>
      </p:grpSpPr>
      <p:sp>
        <p:nvSpPr>
          <p:cNvPr id="389" name="Google Shape;389;p37"/>
          <p:cNvSpPr txBox="1"/>
          <p:nvPr/>
        </p:nvSpPr>
        <p:spPr>
          <a:xfrm>
            <a:off x="254000" y="91025"/>
            <a:ext cx="8707500" cy="573300"/>
          </a:xfrm>
          <a:prstGeom prst="rect">
            <a:avLst/>
          </a:prstGeom>
          <a:noFill/>
          <a:ln>
            <a:noFill/>
          </a:ln>
        </p:spPr>
        <p:txBody>
          <a:bodyPr anchorCtr="0" anchor="t" bIns="0" lIns="0" spcFirstLastPara="1" rIns="0" wrap="square" tIns="12050">
            <a:spAutoFit/>
          </a:bodyPr>
          <a:lstStyle/>
          <a:p>
            <a:pPr indent="0" lvl="0" marL="12700" marR="5080" rtl="0" algn="just">
              <a:lnSpc>
                <a:spcPct val="101899"/>
              </a:lnSpc>
              <a:spcBef>
                <a:spcPts val="0"/>
              </a:spcBef>
              <a:spcAft>
                <a:spcPts val="0"/>
              </a:spcAft>
              <a:buNone/>
            </a:pPr>
            <a:r>
              <a:rPr lang="en" sz="1200">
                <a:solidFill>
                  <a:srgbClr val="231F20"/>
                </a:solidFill>
                <a:latin typeface="Trebuchet MS"/>
                <a:ea typeface="Trebuchet MS"/>
                <a:cs typeface="Trebuchet MS"/>
                <a:sym typeface="Trebuchet MS"/>
              </a:rPr>
              <a:t>Once the dry calibration has been completed, place the probe into a small cup of the low point calibration solution. Shake the probe to make sure you do not have trapped air bubbles in the sensing area. You should see readings that are off by </a:t>
            </a:r>
            <a:r>
              <a:rPr b="1" lang="en" sz="1200">
                <a:solidFill>
                  <a:srgbClr val="231F20"/>
                </a:solidFill>
                <a:latin typeface="Calibri"/>
                <a:ea typeface="Calibri"/>
                <a:cs typeface="Calibri"/>
                <a:sym typeface="Calibri"/>
              </a:rPr>
              <a:t>1 – 40% </a:t>
            </a:r>
            <a:r>
              <a:rPr lang="en" sz="1200">
                <a:solidFill>
                  <a:srgbClr val="231F20"/>
                </a:solidFill>
                <a:latin typeface="Trebuchet MS"/>
                <a:ea typeface="Trebuchet MS"/>
                <a:cs typeface="Trebuchet MS"/>
                <a:sym typeface="Trebuchet MS"/>
              </a:rPr>
              <a:t>from the stated value of the calibration solution. Wait for readings to stabilize.</a:t>
            </a:r>
            <a:endParaRPr sz="1200">
              <a:latin typeface="Trebuchet MS"/>
              <a:ea typeface="Trebuchet MS"/>
              <a:cs typeface="Trebuchet MS"/>
              <a:sym typeface="Trebuchet MS"/>
            </a:endParaRPr>
          </a:p>
        </p:txBody>
      </p:sp>
      <p:grpSp>
        <p:nvGrpSpPr>
          <p:cNvPr id="390" name="Google Shape;390;p37"/>
          <p:cNvGrpSpPr/>
          <p:nvPr/>
        </p:nvGrpSpPr>
        <p:grpSpPr>
          <a:xfrm>
            <a:off x="272167" y="649359"/>
            <a:ext cx="2263177" cy="889564"/>
            <a:chOff x="228600" y="1197411"/>
            <a:chExt cx="1582420" cy="1624181"/>
          </a:xfrm>
        </p:grpSpPr>
        <p:sp>
          <p:nvSpPr>
            <p:cNvPr id="391" name="Google Shape;391;p37"/>
            <p:cNvSpPr/>
            <p:nvPr/>
          </p:nvSpPr>
          <p:spPr>
            <a:xfrm>
              <a:off x="228600" y="1590962"/>
              <a:ext cx="1582420" cy="1230630"/>
            </a:xfrm>
            <a:custGeom>
              <a:rect b="b" l="l" r="r" t="t"/>
              <a:pathLst>
                <a:path extrusionOk="0" h="1230630" w="1582420">
                  <a:moveTo>
                    <a:pt x="342206" y="0"/>
                  </a:moveTo>
                  <a:lnTo>
                    <a:pt x="0" y="2447"/>
                  </a:lnTo>
                  <a:lnTo>
                    <a:pt x="0" y="1230113"/>
                  </a:lnTo>
                  <a:lnTo>
                    <a:pt x="1581912" y="1230113"/>
                  </a:lnTo>
                  <a:lnTo>
                    <a:pt x="1581912" y="45344"/>
                  </a:lnTo>
                  <a:lnTo>
                    <a:pt x="1081510" y="45344"/>
                  </a:lnTo>
                  <a:lnTo>
                    <a:pt x="1023810" y="44282"/>
                  </a:lnTo>
                  <a:lnTo>
                    <a:pt x="970185" y="41344"/>
                  </a:lnTo>
                  <a:lnTo>
                    <a:pt x="919791" y="36954"/>
                  </a:lnTo>
                  <a:lnTo>
                    <a:pt x="871784" y="31536"/>
                  </a:lnTo>
                  <a:lnTo>
                    <a:pt x="733658" y="13351"/>
                  </a:lnTo>
                  <a:lnTo>
                    <a:pt x="686768" y="8059"/>
                  </a:lnTo>
                  <a:lnTo>
                    <a:pt x="638050" y="3858"/>
                  </a:lnTo>
                  <a:lnTo>
                    <a:pt x="586659" y="1171"/>
                  </a:lnTo>
                  <a:lnTo>
                    <a:pt x="559237" y="798"/>
                  </a:lnTo>
                  <a:lnTo>
                    <a:pt x="444399" y="798"/>
                  </a:lnTo>
                  <a:lnTo>
                    <a:pt x="421327" y="667"/>
                  </a:lnTo>
                  <a:lnTo>
                    <a:pt x="386475" y="126"/>
                  </a:lnTo>
                  <a:lnTo>
                    <a:pt x="342206" y="0"/>
                  </a:lnTo>
                  <a:close/>
                </a:path>
                <a:path extrusionOk="0" h="1230630" w="1582420">
                  <a:moveTo>
                    <a:pt x="1581912" y="2131"/>
                  </a:moveTo>
                  <a:lnTo>
                    <a:pt x="1471362" y="5708"/>
                  </a:lnTo>
                  <a:lnTo>
                    <a:pt x="1407872" y="8989"/>
                  </a:lnTo>
                  <a:lnTo>
                    <a:pt x="1358557" y="12776"/>
                  </a:lnTo>
                  <a:lnTo>
                    <a:pt x="1292207" y="21264"/>
                  </a:lnTo>
                  <a:lnTo>
                    <a:pt x="1234957" y="34027"/>
                  </a:lnTo>
                  <a:lnTo>
                    <a:pt x="1216901" y="37687"/>
                  </a:lnTo>
                  <a:lnTo>
                    <a:pt x="1195090" y="40799"/>
                  </a:lnTo>
                  <a:lnTo>
                    <a:pt x="1166962" y="43213"/>
                  </a:lnTo>
                  <a:lnTo>
                    <a:pt x="1129956" y="44779"/>
                  </a:lnTo>
                  <a:lnTo>
                    <a:pt x="1081510" y="45344"/>
                  </a:lnTo>
                  <a:lnTo>
                    <a:pt x="1581912" y="45344"/>
                  </a:lnTo>
                  <a:lnTo>
                    <a:pt x="1581912" y="2131"/>
                  </a:lnTo>
                  <a:close/>
                </a:path>
                <a:path extrusionOk="0" h="1230630" w="1582420">
                  <a:moveTo>
                    <a:pt x="531752" y="424"/>
                  </a:moveTo>
                  <a:lnTo>
                    <a:pt x="444399" y="798"/>
                  </a:lnTo>
                  <a:lnTo>
                    <a:pt x="559237" y="798"/>
                  </a:lnTo>
                  <a:lnTo>
                    <a:pt x="531752" y="424"/>
                  </a:lnTo>
                  <a:close/>
                </a:path>
              </a:pathLst>
            </a:custGeom>
            <a:solidFill>
              <a:srgbClr val="929496">
                <a:alpha val="3961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2" name="Google Shape;392;p37"/>
            <p:cNvSpPr/>
            <p:nvPr/>
          </p:nvSpPr>
          <p:spPr>
            <a:xfrm>
              <a:off x="717359" y="1197411"/>
              <a:ext cx="593090" cy="1485900"/>
            </a:xfrm>
            <a:custGeom>
              <a:rect b="b" l="l" r="r" t="t"/>
              <a:pathLst>
                <a:path extrusionOk="0" h="1485900" w="593090">
                  <a:moveTo>
                    <a:pt x="586244" y="0"/>
                  </a:moveTo>
                  <a:lnTo>
                    <a:pt x="0" y="723"/>
                  </a:lnTo>
                  <a:lnTo>
                    <a:pt x="6349" y="1485353"/>
                  </a:lnTo>
                  <a:lnTo>
                    <a:pt x="592594" y="1484655"/>
                  </a:lnTo>
                  <a:lnTo>
                    <a:pt x="592100" y="1369009"/>
                  </a:lnTo>
                  <a:lnTo>
                    <a:pt x="317588" y="1369009"/>
                  </a:lnTo>
                  <a:lnTo>
                    <a:pt x="294473" y="1364310"/>
                  </a:lnTo>
                  <a:lnTo>
                    <a:pt x="275542" y="1351516"/>
                  </a:lnTo>
                  <a:lnTo>
                    <a:pt x="262749" y="1332581"/>
                  </a:lnTo>
                  <a:lnTo>
                    <a:pt x="258051" y="1309458"/>
                  </a:lnTo>
                  <a:lnTo>
                    <a:pt x="258051" y="1093215"/>
                  </a:lnTo>
                  <a:lnTo>
                    <a:pt x="262749" y="1070100"/>
                  </a:lnTo>
                  <a:lnTo>
                    <a:pt x="275542" y="1051169"/>
                  </a:lnTo>
                  <a:lnTo>
                    <a:pt x="294473" y="1038377"/>
                  </a:lnTo>
                  <a:lnTo>
                    <a:pt x="317588" y="1033678"/>
                  </a:lnTo>
                  <a:lnTo>
                    <a:pt x="590665" y="1033678"/>
                  </a:lnTo>
                  <a:lnTo>
                    <a:pt x="586244" y="0"/>
                  </a:lnTo>
                  <a:close/>
                </a:path>
                <a:path extrusionOk="0" h="1485900" w="593090">
                  <a:moveTo>
                    <a:pt x="590665" y="1033678"/>
                  </a:moveTo>
                  <a:lnTo>
                    <a:pt x="317588" y="1033678"/>
                  </a:lnTo>
                  <a:lnTo>
                    <a:pt x="340711" y="1038377"/>
                  </a:lnTo>
                  <a:lnTo>
                    <a:pt x="359646" y="1051169"/>
                  </a:lnTo>
                  <a:lnTo>
                    <a:pt x="372440" y="1070100"/>
                  </a:lnTo>
                  <a:lnTo>
                    <a:pt x="377139" y="1093215"/>
                  </a:lnTo>
                  <a:lnTo>
                    <a:pt x="377139" y="1309458"/>
                  </a:lnTo>
                  <a:lnTo>
                    <a:pt x="372440" y="1332581"/>
                  </a:lnTo>
                  <a:lnTo>
                    <a:pt x="359646" y="1351516"/>
                  </a:lnTo>
                  <a:lnTo>
                    <a:pt x="340711" y="1364310"/>
                  </a:lnTo>
                  <a:lnTo>
                    <a:pt x="317588" y="1369009"/>
                  </a:lnTo>
                  <a:lnTo>
                    <a:pt x="592100" y="1369009"/>
                  </a:lnTo>
                  <a:lnTo>
                    <a:pt x="590665" y="1033678"/>
                  </a:lnTo>
                  <a:close/>
                </a:path>
              </a:pathLst>
            </a:custGeom>
            <a:solidFill>
              <a:srgbClr val="231F2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3" name="Google Shape;393;p37"/>
            <p:cNvSpPr/>
            <p:nvPr/>
          </p:nvSpPr>
          <p:spPr>
            <a:xfrm>
              <a:off x="811954" y="1197684"/>
              <a:ext cx="104775" cy="1433830"/>
            </a:xfrm>
            <a:custGeom>
              <a:rect b="b" l="l" r="r" t="t"/>
              <a:pathLst>
                <a:path extrusionOk="0" h="1433830" w="104775">
                  <a:moveTo>
                    <a:pt x="100088" y="0"/>
                  </a:moveTo>
                  <a:lnTo>
                    <a:pt x="0" y="76"/>
                  </a:lnTo>
                  <a:lnTo>
                    <a:pt x="4495" y="1433817"/>
                  </a:lnTo>
                  <a:lnTo>
                    <a:pt x="104597" y="1433741"/>
                  </a:lnTo>
                  <a:lnTo>
                    <a:pt x="100088" y="0"/>
                  </a:lnTo>
                  <a:close/>
                </a:path>
              </a:pathLst>
            </a:custGeom>
            <a:solidFill>
              <a:srgbClr val="FFFFFF">
                <a:alpha val="4980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94" name="Google Shape;394;p37"/>
            <p:cNvPicPr preferRelativeResize="0"/>
            <p:nvPr/>
          </p:nvPicPr>
          <p:blipFill rotWithShape="1">
            <a:blip r:embed="rId3">
              <a:alphaModFix/>
            </a:blip>
            <a:srcRect b="0" l="0" r="0" t="0"/>
            <a:stretch/>
          </p:blipFill>
          <p:spPr>
            <a:xfrm>
              <a:off x="977026" y="2314677"/>
              <a:ext cx="116560" cy="163830"/>
            </a:xfrm>
            <a:prstGeom prst="rect">
              <a:avLst/>
            </a:prstGeom>
            <a:noFill/>
            <a:ln>
              <a:noFill/>
            </a:ln>
          </p:spPr>
        </p:pic>
      </p:grpSp>
      <p:sp>
        <p:nvSpPr>
          <p:cNvPr id="395" name="Google Shape;395;p37"/>
          <p:cNvSpPr txBox="1"/>
          <p:nvPr/>
        </p:nvSpPr>
        <p:spPr>
          <a:xfrm>
            <a:off x="6722136" y="1553290"/>
            <a:ext cx="2235900" cy="320700"/>
          </a:xfrm>
          <a:prstGeom prst="rect">
            <a:avLst/>
          </a:prstGeom>
          <a:noFill/>
          <a:ln>
            <a:noFill/>
          </a:ln>
        </p:spPr>
        <p:txBody>
          <a:bodyPr anchorCtr="0" anchor="t" bIns="0" lIns="0" spcFirstLastPara="1" rIns="0" wrap="square" tIns="9525">
            <a:spAutoFit/>
          </a:bodyPr>
          <a:lstStyle/>
          <a:p>
            <a:pPr indent="36195" lvl="0" marL="12700" marR="5080" rtl="0" algn="l">
              <a:lnSpc>
                <a:spcPct val="102099"/>
              </a:lnSpc>
              <a:spcBef>
                <a:spcPts val="0"/>
              </a:spcBef>
              <a:spcAft>
                <a:spcPts val="0"/>
              </a:spcAft>
              <a:buNone/>
            </a:pPr>
            <a:r>
              <a:rPr b="1" lang="en" sz="1000">
                <a:solidFill>
                  <a:srgbClr val="EE4136"/>
                </a:solidFill>
                <a:latin typeface="Calibri"/>
                <a:ea typeface="Calibri"/>
                <a:cs typeface="Calibri"/>
                <a:sym typeface="Calibri"/>
              </a:rPr>
              <a:t>check probe connection, you cannot calibrate to 0.</a:t>
            </a:r>
            <a:endParaRPr sz="1000">
              <a:latin typeface="Calibri"/>
              <a:ea typeface="Calibri"/>
              <a:cs typeface="Calibri"/>
              <a:sym typeface="Calibri"/>
            </a:endParaRPr>
          </a:p>
        </p:txBody>
      </p:sp>
      <p:grpSp>
        <p:nvGrpSpPr>
          <p:cNvPr id="396" name="Google Shape;396;p37"/>
          <p:cNvGrpSpPr/>
          <p:nvPr/>
        </p:nvGrpSpPr>
        <p:grpSpPr>
          <a:xfrm>
            <a:off x="3538571" y="649614"/>
            <a:ext cx="2263177" cy="889298"/>
            <a:chOff x="2512479" y="1197876"/>
            <a:chExt cx="1582420" cy="1623695"/>
          </a:xfrm>
        </p:grpSpPr>
        <p:sp>
          <p:nvSpPr>
            <p:cNvPr id="397" name="Google Shape;397;p37"/>
            <p:cNvSpPr/>
            <p:nvPr/>
          </p:nvSpPr>
          <p:spPr>
            <a:xfrm>
              <a:off x="2512479" y="1197876"/>
              <a:ext cx="1582420" cy="1623695"/>
            </a:xfrm>
            <a:custGeom>
              <a:rect b="b" l="l" r="r" t="t"/>
              <a:pathLst>
                <a:path extrusionOk="0" h="1623695" w="1582420">
                  <a:moveTo>
                    <a:pt x="1581912" y="0"/>
                  </a:moveTo>
                  <a:lnTo>
                    <a:pt x="0" y="0"/>
                  </a:lnTo>
                  <a:lnTo>
                    <a:pt x="0" y="1623199"/>
                  </a:lnTo>
                  <a:lnTo>
                    <a:pt x="1581912" y="1623199"/>
                  </a:lnTo>
                  <a:lnTo>
                    <a:pt x="1581912" y="0"/>
                  </a:lnTo>
                  <a:close/>
                </a:path>
              </a:pathLst>
            </a:custGeom>
            <a:solidFill>
              <a:srgbClr val="47B75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8" name="Google Shape;398;p37"/>
            <p:cNvSpPr/>
            <p:nvPr/>
          </p:nvSpPr>
          <p:spPr>
            <a:xfrm>
              <a:off x="3030329" y="1735206"/>
              <a:ext cx="597535" cy="151130"/>
            </a:xfrm>
            <a:custGeom>
              <a:rect b="b" l="l" r="r" t="t"/>
              <a:pathLst>
                <a:path extrusionOk="0" h="151130" w="597535">
                  <a:moveTo>
                    <a:pt x="298475" y="0"/>
                  </a:moveTo>
                  <a:lnTo>
                    <a:pt x="230040" y="1994"/>
                  </a:lnTo>
                  <a:lnTo>
                    <a:pt x="167217" y="7674"/>
                  </a:lnTo>
                  <a:lnTo>
                    <a:pt x="111798" y="16587"/>
                  </a:lnTo>
                  <a:lnTo>
                    <a:pt x="65574" y="28278"/>
                  </a:lnTo>
                  <a:lnTo>
                    <a:pt x="7883" y="58183"/>
                  </a:lnTo>
                  <a:lnTo>
                    <a:pt x="0" y="75488"/>
                  </a:lnTo>
                  <a:lnTo>
                    <a:pt x="7883" y="92803"/>
                  </a:lnTo>
                  <a:lnTo>
                    <a:pt x="65574" y="122714"/>
                  </a:lnTo>
                  <a:lnTo>
                    <a:pt x="111798" y="134406"/>
                  </a:lnTo>
                  <a:lnTo>
                    <a:pt x="167217" y="143317"/>
                  </a:lnTo>
                  <a:lnTo>
                    <a:pt x="230040" y="148996"/>
                  </a:lnTo>
                  <a:lnTo>
                    <a:pt x="298475" y="150990"/>
                  </a:lnTo>
                  <a:lnTo>
                    <a:pt x="366909" y="148996"/>
                  </a:lnTo>
                  <a:lnTo>
                    <a:pt x="429732" y="143317"/>
                  </a:lnTo>
                  <a:lnTo>
                    <a:pt x="485152" y="134406"/>
                  </a:lnTo>
                  <a:lnTo>
                    <a:pt x="531375" y="122714"/>
                  </a:lnTo>
                  <a:lnTo>
                    <a:pt x="589067" y="92803"/>
                  </a:lnTo>
                  <a:lnTo>
                    <a:pt x="596950" y="75488"/>
                  </a:lnTo>
                  <a:lnTo>
                    <a:pt x="589067" y="58183"/>
                  </a:lnTo>
                  <a:lnTo>
                    <a:pt x="531375" y="28278"/>
                  </a:lnTo>
                  <a:lnTo>
                    <a:pt x="485152" y="16587"/>
                  </a:lnTo>
                  <a:lnTo>
                    <a:pt x="429732" y="7674"/>
                  </a:lnTo>
                  <a:lnTo>
                    <a:pt x="366909" y="1994"/>
                  </a:lnTo>
                  <a:lnTo>
                    <a:pt x="298475" y="0"/>
                  </a:lnTo>
                  <a:close/>
                </a:path>
              </a:pathLst>
            </a:custGeom>
            <a:solidFill>
              <a:srgbClr val="80828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9" name="Google Shape;399;p37"/>
            <p:cNvSpPr/>
            <p:nvPr/>
          </p:nvSpPr>
          <p:spPr>
            <a:xfrm>
              <a:off x="3249392" y="1197876"/>
              <a:ext cx="168275" cy="1183639"/>
            </a:xfrm>
            <a:custGeom>
              <a:rect b="b" l="l" r="r" t="t"/>
              <a:pathLst>
                <a:path extrusionOk="0" h="1183639" w="168275">
                  <a:moveTo>
                    <a:pt x="167411" y="0"/>
                  </a:moveTo>
                  <a:lnTo>
                    <a:pt x="0" y="0"/>
                  </a:lnTo>
                  <a:lnTo>
                    <a:pt x="286" y="1183130"/>
                  </a:lnTo>
                  <a:lnTo>
                    <a:pt x="167697" y="1183168"/>
                  </a:lnTo>
                  <a:lnTo>
                    <a:pt x="167411" y="0"/>
                  </a:lnTo>
                  <a:close/>
                </a:path>
              </a:pathLst>
            </a:custGeom>
            <a:solidFill>
              <a:srgbClr val="231F2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0" name="Google Shape;400;p37"/>
            <p:cNvSpPr/>
            <p:nvPr/>
          </p:nvSpPr>
          <p:spPr>
            <a:xfrm>
              <a:off x="3276206" y="1197876"/>
              <a:ext cx="29210" cy="1163955"/>
            </a:xfrm>
            <a:custGeom>
              <a:rect b="b" l="l" r="r" t="t"/>
              <a:pathLst>
                <a:path extrusionOk="0" h="1163955" w="29210">
                  <a:moveTo>
                    <a:pt x="29027" y="0"/>
                  </a:moveTo>
                  <a:lnTo>
                    <a:pt x="440" y="0"/>
                  </a:lnTo>
                  <a:lnTo>
                    <a:pt x="0" y="1163717"/>
                  </a:lnTo>
                  <a:lnTo>
                    <a:pt x="28580" y="1163738"/>
                  </a:lnTo>
                  <a:lnTo>
                    <a:pt x="29027" y="0"/>
                  </a:lnTo>
                  <a:close/>
                </a:path>
              </a:pathLst>
            </a:custGeom>
            <a:solidFill>
              <a:srgbClr val="FFFFFF">
                <a:alpha val="4980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1" name="Google Shape;401;p37"/>
            <p:cNvSpPr/>
            <p:nvPr/>
          </p:nvSpPr>
          <p:spPr>
            <a:xfrm>
              <a:off x="3249333" y="2306167"/>
              <a:ext cx="168275" cy="24130"/>
            </a:xfrm>
            <a:custGeom>
              <a:rect b="b" l="l" r="r" t="t"/>
              <a:pathLst>
                <a:path extrusionOk="0" h="24130" w="168275">
                  <a:moveTo>
                    <a:pt x="167678" y="0"/>
                  </a:moveTo>
                  <a:lnTo>
                    <a:pt x="0" y="0"/>
                  </a:lnTo>
                  <a:lnTo>
                    <a:pt x="0" y="24028"/>
                  </a:lnTo>
                  <a:lnTo>
                    <a:pt x="167678" y="24028"/>
                  </a:lnTo>
                  <a:lnTo>
                    <a:pt x="167678" y="0"/>
                  </a:lnTo>
                  <a:close/>
                </a:path>
              </a:pathLst>
            </a:custGeom>
            <a:solidFill>
              <a:srgbClr val="754D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2" name="Google Shape;402;p37"/>
            <p:cNvSpPr/>
            <p:nvPr/>
          </p:nvSpPr>
          <p:spPr>
            <a:xfrm>
              <a:off x="3030769" y="1814739"/>
              <a:ext cx="596264" cy="321310"/>
            </a:xfrm>
            <a:custGeom>
              <a:rect b="b" l="l" r="r" t="t"/>
              <a:pathLst>
                <a:path extrusionOk="0" h="321310" w="596264">
                  <a:moveTo>
                    <a:pt x="596036" y="126"/>
                  </a:moveTo>
                  <a:lnTo>
                    <a:pt x="561082" y="31650"/>
                  </a:lnTo>
                  <a:lnTo>
                    <a:pt x="525317" y="44887"/>
                  </a:lnTo>
                  <a:lnTo>
                    <a:pt x="479513" y="55894"/>
                  </a:lnTo>
                  <a:lnTo>
                    <a:pt x="425287" y="64263"/>
                  </a:lnTo>
                  <a:lnTo>
                    <a:pt x="364254" y="69585"/>
                  </a:lnTo>
                  <a:lnTo>
                    <a:pt x="298030" y="71450"/>
                  </a:lnTo>
                  <a:lnTo>
                    <a:pt x="231739" y="69581"/>
                  </a:lnTo>
                  <a:lnTo>
                    <a:pt x="170650" y="64249"/>
                  </a:lnTo>
                  <a:lnTo>
                    <a:pt x="116384" y="55864"/>
                  </a:lnTo>
                  <a:lnTo>
                    <a:pt x="70565" y="44836"/>
                  </a:lnTo>
                  <a:lnTo>
                    <a:pt x="34813" y="31576"/>
                  </a:lnTo>
                  <a:lnTo>
                    <a:pt x="0" y="0"/>
                  </a:lnTo>
                  <a:lnTo>
                    <a:pt x="30899" y="287375"/>
                  </a:lnTo>
                  <a:lnTo>
                    <a:pt x="83947" y="294614"/>
                  </a:lnTo>
                  <a:lnTo>
                    <a:pt x="123069" y="305565"/>
                  </a:lnTo>
                  <a:lnTo>
                    <a:pt x="148185" y="312931"/>
                  </a:lnTo>
                  <a:lnTo>
                    <a:pt x="172617" y="315395"/>
                  </a:lnTo>
                  <a:lnTo>
                    <a:pt x="209689" y="311645"/>
                  </a:lnTo>
                  <a:lnTo>
                    <a:pt x="255161" y="306176"/>
                  </a:lnTo>
                  <a:lnTo>
                    <a:pt x="298754" y="304680"/>
                  </a:lnTo>
                  <a:lnTo>
                    <a:pt x="344738" y="307607"/>
                  </a:lnTo>
                  <a:lnTo>
                    <a:pt x="397383" y="315404"/>
                  </a:lnTo>
                  <a:lnTo>
                    <a:pt x="441810" y="321196"/>
                  </a:lnTo>
                  <a:lnTo>
                    <a:pt x="468329" y="320163"/>
                  </a:lnTo>
                  <a:lnTo>
                    <a:pt x="488989" y="315811"/>
                  </a:lnTo>
                  <a:lnTo>
                    <a:pt x="515835" y="311645"/>
                  </a:lnTo>
                  <a:lnTo>
                    <a:pt x="528196" y="310746"/>
                  </a:lnTo>
                  <a:lnTo>
                    <a:pt x="539899" y="310202"/>
                  </a:lnTo>
                  <a:lnTo>
                    <a:pt x="560857" y="309930"/>
                  </a:lnTo>
                  <a:lnTo>
                    <a:pt x="596036" y="126"/>
                  </a:lnTo>
                  <a:close/>
                </a:path>
              </a:pathLst>
            </a:custGeom>
            <a:solidFill>
              <a:srgbClr val="D1D3D4">
                <a:alpha val="7490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3" name="Google Shape;403;p37"/>
            <p:cNvSpPr/>
            <p:nvPr/>
          </p:nvSpPr>
          <p:spPr>
            <a:xfrm>
              <a:off x="3061682" y="2102119"/>
              <a:ext cx="530225" cy="335914"/>
            </a:xfrm>
            <a:custGeom>
              <a:rect b="b" l="l" r="r" t="t"/>
              <a:pathLst>
                <a:path extrusionOk="0" h="335914" w="530225">
                  <a:moveTo>
                    <a:pt x="0" y="0"/>
                  </a:moveTo>
                  <a:lnTo>
                    <a:pt x="10667" y="99199"/>
                  </a:lnTo>
                  <a:lnTo>
                    <a:pt x="10248" y="99034"/>
                  </a:lnTo>
                  <a:lnTo>
                    <a:pt x="28536" y="269341"/>
                  </a:lnTo>
                  <a:lnTo>
                    <a:pt x="28701" y="272389"/>
                  </a:lnTo>
                  <a:lnTo>
                    <a:pt x="28536" y="276009"/>
                  </a:lnTo>
                  <a:lnTo>
                    <a:pt x="40590" y="294937"/>
                  </a:lnTo>
                  <a:lnTo>
                    <a:pt x="74154" y="311378"/>
                  </a:lnTo>
                  <a:lnTo>
                    <a:pt x="125333" y="324344"/>
                  </a:lnTo>
                  <a:lnTo>
                    <a:pt x="190233" y="332848"/>
                  </a:lnTo>
                  <a:lnTo>
                    <a:pt x="264960" y="335902"/>
                  </a:lnTo>
                  <a:lnTo>
                    <a:pt x="337019" y="333068"/>
                  </a:lnTo>
                  <a:lnTo>
                    <a:pt x="400106" y="325152"/>
                  </a:lnTo>
                  <a:lnTo>
                    <a:pt x="450757" y="313034"/>
                  </a:lnTo>
                  <a:lnTo>
                    <a:pt x="500900" y="279717"/>
                  </a:lnTo>
                  <a:lnTo>
                    <a:pt x="502234" y="275513"/>
                  </a:lnTo>
                  <a:lnTo>
                    <a:pt x="502234" y="266712"/>
                  </a:lnTo>
                  <a:lnTo>
                    <a:pt x="529945" y="22555"/>
                  </a:lnTo>
                  <a:lnTo>
                    <a:pt x="484911" y="24257"/>
                  </a:lnTo>
                  <a:lnTo>
                    <a:pt x="437411" y="32786"/>
                  </a:lnTo>
                  <a:lnTo>
                    <a:pt x="410896" y="33820"/>
                  </a:lnTo>
                  <a:lnTo>
                    <a:pt x="366471" y="28028"/>
                  </a:lnTo>
                  <a:lnTo>
                    <a:pt x="313819" y="20231"/>
                  </a:lnTo>
                  <a:lnTo>
                    <a:pt x="267833" y="17303"/>
                  </a:lnTo>
                  <a:lnTo>
                    <a:pt x="224242" y="18795"/>
                  </a:lnTo>
                  <a:lnTo>
                    <a:pt x="178777" y="24257"/>
                  </a:lnTo>
                  <a:lnTo>
                    <a:pt x="141699" y="28007"/>
                  </a:lnTo>
                  <a:lnTo>
                    <a:pt x="117268" y="25542"/>
                  </a:lnTo>
                  <a:lnTo>
                    <a:pt x="92156" y="18177"/>
                  </a:lnTo>
                  <a:lnTo>
                    <a:pt x="53035" y="7226"/>
                  </a:lnTo>
                  <a:lnTo>
                    <a:pt x="36667" y="3687"/>
                  </a:lnTo>
                  <a:lnTo>
                    <a:pt x="22474" y="1436"/>
                  </a:lnTo>
                  <a:lnTo>
                    <a:pt x="10303" y="273"/>
                  </a:lnTo>
                  <a:lnTo>
                    <a:pt x="0" y="0"/>
                  </a:lnTo>
                  <a:close/>
                </a:path>
              </a:pathLst>
            </a:custGeom>
            <a:solidFill>
              <a:srgbClr val="D1D3D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04" name="Google Shape;404;p37"/>
          <p:cNvSpPr txBox="1"/>
          <p:nvPr/>
        </p:nvSpPr>
        <p:spPr>
          <a:xfrm>
            <a:off x="3538531" y="1384806"/>
            <a:ext cx="2263200" cy="194400"/>
          </a:xfrm>
          <a:prstGeom prst="rect">
            <a:avLst/>
          </a:prstGeom>
          <a:noFill/>
          <a:ln>
            <a:noFill/>
          </a:ln>
        </p:spPr>
        <p:txBody>
          <a:bodyPr anchorCtr="0" anchor="t" bIns="0" lIns="0" spcFirstLastPara="1" rIns="0" wrap="square" tIns="17125">
            <a:spAutoFit/>
          </a:bodyPr>
          <a:lstStyle/>
          <a:p>
            <a:pPr indent="0" lvl="0" marL="95250" rtl="0" algn="l">
              <a:lnSpc>
                <a:spcPct val="100000"/>
              </a:lnSpc>
              <a:spcBef>
                <a:spcPts val="0"/>
              </a:spcBef>
              <a:spcAft>
                <a:spcPts val="0"/>
              </a:spcAft>
              <a:buNone/>
            </a:pPr>
            <a:r>
              <a:rPr b="1" lang="en" sz="1150">
                <a:solidFill>
                  <a:srgbClr val="231F20"/>
                </a:solidFill>
                <a:latin typeface="Calibri"/>
                <a:ea typeface="Calibri"/>
                <a:cs typeface="Calibri"/>
                <a:sym typeface="Calibri"/>
              </a:rPr>
              <a:t>7,728µS – 18,032µS</a:t>
            </a:r>
            <a:endParaRPr sz="1150">
              <a:latin typeface="Calibri"/>
              <a:ea typeface="Calibri"/>
              <a:cs typeface="Calibri"/>
              <a:sym typeface="Calibri"/>
            </a:endParaRPr>
          </a:p>
        </p:txBody>
      </p:sp>
      <p:grpSp>
        <p:nvGrpSpPr>
          <p:cNvPr id="405" name="Google Shape;405;p37"/>
          <p:cNvGrpSpPr/>
          <p:nvPr/>
        </p:nvGrpSpPr>
        <p:grpSpPr>
          <a:xfrm>
            <a:off x="6688110" y="649614"/>
            <a:ext cx="2255002" cy="889298"/>
            <a:chOff x="4714646" y="1197876"/>
            <a:chExt cx="1576704" cy="1623695"/>
          </a:xfrm>
        </p:grpSpPr>
        <p:sp>
          <p:nvSpPr>
            <p:cNvPr id="406" name="Google Shape;406;p37"/>
            <p:cNvSpPr/>
            <p:nvPr/>
          </p:nvSpPr>
          <p:spPr>
            <a:xfrm>
              <a:off x="4714646" y="1197876"/>
              <a:ext cx="1576704" cy="1623695"/>
            </a:xfrm>
            <a:custGeom>
              <a:rect b="b" l="l" r="r" t="t"/>
              <a:pathLst>
                <a:path extrusionOk="0" h="1623695" w="1576704">
                  <a:moveTo>
                    <a:pt x="1576425" y="0"/>
                  </a:moveTo>
                  <a:lnTo>
                    <a:pt x="0" y="0"/>
                  </a:lnTo>
                  <a:lnTo>
                    <a:pt x="0" y="1623199"/>
                  </a:lnTo>
                  <a:lnTo>
                    <a:pt x="1576425" y="1623199"/>
                  </a:lnTo>
                  <a:lnTo>
                    <a:pt x="1576425" y="0"/>
                  </a:lnTo>
                  <a:close/>
                </a:path>
              </a:pathLst>
            </a:custGeom>
            <a:solidFill>
              <a:srgbClr val="EF423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7" name="Google Shape;407;p37"/>
            <p:cNvSpPr/>
            <p:nvPr/>
          </p:nvSpPr>
          <p:spPr>
            <a:xfrm>
              <a:off x="5227040" y="1735206"/>
              <a:ext cx="597535" cy="151130"/>
            </a:xfrm>
            <a:custGeom>
              <a:rect b="b" l="l" r="r" t="t"/>
              <a:pathLst>
                <a:path extrusionOk="0" h="151130" w="597535">
                  <a:moveTo>
                    <a:pt x="298475" y="0"/>
                  </a:moveTo>
                  <a:lnTo>
                    <a:pt x="230040" y="1994"/>
                  </a:lnTo>
                  <a:lnTo>
                    <a:pt x="167217" y="7674"/>
                  </a:lnTo>
                  <a:lnTo>
                    <a:pt x="111798" y="16587"/>
                  </a:lnTo>
                  <a:lnTo>
                    <a:pt x="65574" y="28278"/>
                  </a:lnTo>
                  <a:lnTo>
                    <a:pt x="7883" y="58183"/>
                  </a:lnTo>
                  <a:lnTo>
                    <a:pt x="0" y="75488"/>
                  </a:lnTo>
                  <a:lnTo>
                    <a:pt x="7883" y="92803"/>
                  </a:lnTo>
                  <a:lnTo>
                    <a:pt x="65574" y="122714"/>
                  </a:lnTo>
                  <a:lnTo>
                    <a:pt x="111798" y="134406"/>
                  </a:lnTo>
                  <a:lnTo>
                    <a:pt x="167217" y="143317"/>
                  </a:lnTo>
                  <a:lnTo>
                    <a:pt x="230040" y="148996"/>
                  </a:lnTo>
                  <a:lnTo>
                    <a:pt x="298475" y="150990"/>
                  </a:lnTo>
                  <a:lnTo>
                    <a:pt x="366909" y="148996"/>
                  </a:lnTo>
                  <a:lnTo>
                    <a:pt x="429732" y="143317"/>
                  </a:lnTo>
                  <a:lnTo>
                    <a:pt x="485152" y="134406"/>
                  </a:lnTo>
                  <a:lnTo>
                    <a:pt x="531375" y="122714"/>
                  </a:lnTo>
                  <a:lnTo>
                    <a:pt x="589067" y="92803"/>
                  </a:lnTo>
                  <a:lnTo>
                    <a:pt x="596950" y="75488"/>
                  </a:lnTo>
                  <a:lnTo>
                    <a:pt x="589067" y="58183"/>
                  </a:lnTo>
                  <a:lnTo>
                    <a:pt x="531375" y="28278"/>
                  </a:lnTo>
                  <a:lnTo>
                    <a:pt x="485152" y="16587"/>
                  </a:lnTo>
                  <a:lnTo>
                    <a:pt x="429732" y="7674"/>
                  </a:lnTo>
                  <a:lnTo>
                    <a:pt x="366909" y="1994"/>
                  </a:lnTo>
                  <a:lnTo>
                    <a:pt x="298475" y="0"/>
                  </a:lnTo>
                  <a:close/>
                </a:path>
              </a:pathLst>
            </a:custGeom>
            <a:solidFill>
              <a:srgbClr val="80828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8" name="Google Shape;408;p37"/>
            <p:cNvSpPr/>
            <p:nvPr/>
          </p:nvSpPr>
          <p:spPr>
            <a:xfrm>
              <a:off x="5447830" y="1197876"/>
              <a:ext cx="168275" cy="1183639"/>
            </a:xfrm>
            <a:custGeom>
              <a:rect b="b" l="l" r="r" t="t"/>
              <a:pathLst>
                <a:path extrusionOk="0" h="1183639" w="168275">
                  <a:moveTo>
                    <a:pt x="167411" y="0"/>
                  </a:moveTo>
                  <a:lnTo>
                    <a:pt x="0" y="0"/>
                  </a:lnTo>
                  <a:lnTo>
                    <a:pt x="286" y="1183130"/>
                  </a:lnTo>
                  <a:lnTo>
                    <a:pt x="167697" y="1183168"/>
                  </a:lnTo>
                  <a:lnTo>
                    <a:pt x="167411" y="0"/>
                  </a:lnTo>
                  <a:close/>
                </a:path>
              </a:pathLst>
            </a:custGeom>
            <a:solidFill>
              <a:srgbClr val="231F2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9" name="Google Shape;409;p37"/>
            <p:cNvSpPr/>
            <p:nvPr/>
          </p:nvSpPr>
          <p:spPr>
            <a:xfrm>
              <a:off x="5474639" y="1197876"/>
              <a:ext cx="29210" cy="1163955"/>
            </a:xfrm>
            <a:custGeom>
              <a:rect b="b" l="l" r="r" t="t"/>
              <a:pathLst>
                <a:path extrusionOk="0" h="1163955" w="29210">
                  <a:moveTo>
                    <a:pt x="29032" y="0"/>
                  </a:moveTo>
                  <a:lnTo>
                    <a:pt x="445" y="0"/>
                  </a:lnTo>
                  <a:lnTo>
                    <a:pt x="0" y="1163717"/>
                  </a:lnTo>
                  <a:lnTo>
                    <a:pt x="28585" y="1163738"/>
                  </a:lnTo>
                  <a:lnTo>
                    <a:pt x="29032" y="0"/>
                  </a:lnTo>
                  <a:close/>
                </a:path>
              </a:pathLst>
            </a:custGeom>
            <a:solidFill>
              <a:srgbClr val="FFFFFF">
                <a:alpha val="4980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0" name="Google Shape;410;p37"/>
            <p:cNvSpPr/>
            <p:nvPr/>
          </p:nvSpPr>
          <p:spPr>
            <a:xfrm>
              <a:off x="5447779" y="2306167"/>
              <a:ext cx="168275" cy="24130"/>
            </a:xfrm>
            <a:custGeom>
              <a:rect b="b" l="l" r="r" t="t"/>
              <a:pathLst>
                <a:path extrusionOk="0" h="24130" w="168275">
                  <a:moveTo>
                    <a:pt x="167678" y="0"/>
                  </a:moveTo>
                  <a:lnTo>
                    <a:pt x="0" y="0"/>
                  </a:lnTo>
                  <a:lnTo>
                    <a:pt x="0" y="24028"/>
                  </a:lnTo>
                  <a:lnTo>
                    <a:pt x="167678" y="24028"/>
                  </a:lnTo>
                  <a:lnTo>
                    <a:pt x="167678" y="0"/>
                  </a:lnTo>
                  <a:close/>
                </a:path>
              </a:pathLst>
            </a:custGeom>
            <a:solidFill>
              <a:srgbClr val="754D2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1" name="Google Shape;411;p37"/>
            <p:cNvSpPr/>
            <p:nvPr/>
          </p:nvSpPr>
          <p:spPr>
            <a:xfrm>
              <a:off x="5227481" y="1814739"/>
              <a:ext cx="596264" cy="321310"/>
            </a:xfrm>
            <a:custGeom>
              <a:rect b="b" l="l" r="r" t="t"/>
              <a:pathLst>
                <a:path extrusionOk="0" h="321310" w="596264">
                  <a:moveTo>
                    <a:pt x="596036" y="126"/>
                  </a:moveTo>
                  <a:lnTo>
                    <a:pt x="561082" y="31650"/>
                  </a:lnTo>
                  <a:lnTo>
                    <a:pt x="525317" y="44887"/>
                  </a:lnTo>
                  <a:lnTo>
                    <a:pt x="479513" y="55894"/>
                  </a:lnTo>
                  <a:lnTo>
                    <a:pt x="425287" y="64263"/>
                  </a:lnTo>
                  <a:lnTo>
                    <a:pt x="364254" y="69585"/>
                  </a:lnTo>
                  <a:lnTo>
                    <a:pt x="298030" y="71450"/>
                  </a:lnTo>
                  <a:lnTo>
                    <a:pt x="231739" y="69581"/>
                  </a:lnTo>
                  <a:lnTo>
                    <a:pt x="170650" y="64249"/>
                  </a:lnTo>
                  <a:lnTo>
                    <a:pt x="116384" y="55864"/>
                  </a:lnTo>
                  <a:lnTo>
                    <a:pt x="70565" y="44836"/>
                  </a:lnTo>
                  <a:lnTo>
                    <a:pt x="34813" y="31576"/>
                  </a:lnTo>
                  <a:lnTo>
                    <a:pt x="0" y="0"/>
                  </a:lnTo>
                  <a:lnTo>
                    <a:pt x="30899" y="287375"/>
                  </a:lnTo>
                  <a:lnTo>
                    <a:pt x="83947" y="294614"/>
                  </a:lnTo>
                  <a:lnTo>
                    <a:pt x="123069" y="305565"/>
                  </a:lnTo>
                  <a:lnTo>
                    <a:pt x="148185" y="312931"/>
                  </a:lnTo>
                  <a:lnTo>
                    <a:pt x="172617" y="315395"/>
                  </a:lnTo>
                  <a:lnTo>
                    <a:pt x="209689" y="311645"/>
                  </a:lnTo>
                  <a:lnTo>
                    <a:pt x="255161" y="306176"/>
                  </a:lnTo>
                  <a:lnTo>
                    <a:pt x="298754" y="304680"/>
                  </a:lnTo>
                  <a:lnTo>
                    <a:pt x="344738" y="307607"/>
                  </a:lnTo>
                  <a:lnTo>
                    <a:pt x="397383" y="315404"/>
                  </a:lnTo>
                  <a:lnTo>
                    <a:pt x="441810" y="321196"/>
                  </a:lnTo>
                  <a:lnTo>
                    <a:pt x="468329" y="320163"/>
                  </a:lnTo>
                  <a:lnTo>
                    <a:pt x="488989" y="315811"/>
                  </a:lnTo>
                  <a:lnTo>
                    <a:pt x="515835" y="311645"/>
                  </a:lnTo>
                  <a:lnTo>
                    <a:pt x="528196" y="310746"/>
                  </a:lnTo>
                  <a:lnTo>
                    <a:pt x="539899" y="310202"/>
                  </a:lnTo>
                  <a:lnTo>
                    <a:pt x="560857" y="309930"/>
                  </a:lnTo>
                  <a:lnTo>
                    <a:pt x="596036" y="126"/>
                  </a:lnTo>
                  <a:close/>
                </a:path>
              </a:pathLst>
            </a:custGeom>
            <a:solidFill>
              <a:srgbClr val="D1D3D4">
                <a:alpha val="7490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2" name="Google Shape;412;p37"/>
            <p:cNvSpPr/>
            <p:nvPr/>
          </p:nvSpPr>
          <p:spPr>
            <a:xfrm>
              <a:off x="5258393" y="2102119"/>
              <a:ext cx="530225" cy="335914"/>
            </a:xfrm>
            <a:custGeom>
              <a:rect b="b" l="l" r="r" t="t"/>
              <a:pathLst>
                <a:path extrusionOk="0" h="335914" w="530225">
                  <a:moveTo>
                    <a:pt x="0" y="0"/>
                  </a:moveTo>
                  <a:lnTo>
                    <a:pt x="10668" y="99199"/>
                  </a:lnTo>
                  <a:lnTo>
                    <a:pt x="10248" y="99034"/>
                  </a:lnTo>
                  <a:lnTo>
                    <a:pt x="28536" y="269341"/>
                  </a:lnTo>
                  <a:lnTo>
                    <a:pt x="28702" y="272389"/>
                  </a:lnTo>
                  <a:lnTo>
                    <a:pt x="28536" y="276009"/>
                  </a:lnTo>
                  <a:lnTo>
                    <a:pt x="40590" y="294937"/>
                  </a:lnTo>
                  <a:lnTo>
                    <a:pt x="74154" y="311378"/>
                  </a:lnTo>
                  <a:lnTo>
                    <a:pt x="125333" y="324344"/>
                  </a:lnTo>
                  <a:lnTo>
                    <a:pt x="190233" y="332848"/>
                  </a:lnTo>
                  <a:lnTo>
                    <a:pt x="264960" y="335902"/>
                  </a:lnTo>
                  <a:lnTo>
                    <a:pt x="337019" y="333068"/>
                  </a:lnTo>
                  <a:lnTo>
                    <a:pt x="400106" y="325152"/>
                  </a:lnTo>
                  <a:lnTo>
                    <a:pt x="450757" y="313034"/>
                  </a:lnTo>
                  <a:lnTo>
                    <a:pt x="500900" y="279717"/>
                  </a:lnTo>
                  <a:lnTo>
                    <a:pt x="502234" y="275513"/>
                  </a:lnTo>
                  <a:lnTo>
                    <a:pt x="502234" y="266712"/>
                  </a:lnTo>
                  <a:lnTo>
                    <a:pt x="529945" y="22555"/>
                  </a:lnTo>
                  <a:lnTo>
                    <a:pt x="484911" y="24257"/>
                  </a:lnTo>
                  <a:lnTo>
                    <a:pt x="437411" y="32786"/>
                  </a:lnTo>
                  <a:lnTo>
                    <a:pt x="410896" y="33820"/>
                  </a:lnTo>
                  <a:lnTo>
                    <a:pt x="366471" y="28028"/>
                  </a:lnTo>
                  <a:lnTo>
                    <a:pt x="313819" y="20231"/>
                  </a:lnTo>
                  <a:lnTo>
                    <a:pt x="267833" y="17303"/>
                  </a:lnTo>
                  <a:lnTo>
                    <a:pt x="224242" y="18795"/>
                  </a:lnTo>
                  <a:lnTo>
                    <a:pt x="178777" y="24257"/>
                  </a:lnTo>
                  <a:lnTo>
                    <a:pt x="141699" y="28007"/>
                  </a:lnTo>
                  <a:lnTo>
                    <a:pt x="117268" y="25542"/>
                  </a:lnTo>
                  <a:lnTo>
                    <a:pt x="92156" y="18177"/>
                  </a:lnTo>
                  <a:lnTo>
                    <a:pt x="53035" y="7226"/>
                  </a:lnTo>
                  <a:lnTo>
                    <a:pt x="36667" y="3687"/>
                  </a:lnTo>
                  <a:lnTo>
                    <a:pt x="22474" y="1436"/>
                  </a:lnTo>
                  <a:lnTo>
                    <a:pt x="10303" y="273"/>
                  </a:lnTo>
                  <a:lnTo>
                    <a:pt x="0" y="0"/>
                  </a:lnTo>
                  <a:close/>
                </a:path>
              </a:pathLst>
            </a:custGeom>
            <a:solidFill>
              <a:srgbClr val="D1D3D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13" name="Google Shape;413;p37"/>
          <p:cNvSpPr txBox="1"/>
          <p:nvPr/>
        </p:nvSpPr>
        <p:spPr>
          <a:xfrm>
            <a:off x="6688036" y="1384804"/>
            <a:ext cx="2255400" cy="194400"/>
          </a:xfrm>
          <a:prstGeom prst="rect">
            <a:avLst/>
          </a:prstGeom>
          <a:noFill/>
          <a:ln>
            <a:noFill/>
          </a:ln>
        </p:spPr>
        <p:txBody>
          <a:bodyPr anchorCtr="0" anchor="t" bIns="0" lIns="0" spcFirstLastPara="1" rIns="0" wrap="square" tIns="17125">
            <a:spAutoFit/>
          </a:bodyPr>
          <a:lstStyle/>
          <a:p>
            <a:pPr indent="0" lvl="0" marL="2540" rtl="0" algn="ctr">
              <a:lnSpc>
                <a:spcPct val="100000"/>
              </a:lnSpc>
              <a:spcBef>
                <a:spcPts val="0"/>
              </a:spcBef>
              <a:spcAft>
                <a:spcPts val="0"/>
              </a:spcAft>
              <a:buNone/>
            </a:pPr>
            <a:r>
              <a:rPr b="1" lang="en" sz="1150">
                <a:solidFill>
                  <a:srgbClr val="231F20"/>
                </a:solidFill>
                <a:latin typeface="Calibri"/>
                <a:ea typeface="Calibri"/>
                <a:cs typeface="Calibri"/>
                <a:sym typeface="Calibri"/>
              </a:rPr>
              <a:t>0.00µS</a:t>
            </a:r>
            <a:endParaRPr sz="1150">
              <a:latin typeface="Calibri"/>
              <a:ea typeface="Calibri"/>
              <a:cs typeface="Calibri"/>
              <a:sym typeface="Calibri"/>
            </a:endParaRPr>
          </a:p>
        </p:txBody>
      </p:sp>
      <p:sp>
        <p:nvSpPr>
          <p:cNvPr id="414" name="Google Shape;414;p37"/>
          <p:cNvSpPr txBox="1"/>
          <p:nvPr/>
        </p:nvSpPr>
        <p:spPr>
          <a:xfrm>
            <a:off x="400138" y="1571082"/>
            <a:ext cx="2007300" cy="320700"/>
          </a:xfrm>
          <a:prstGeom prst="rect">
            <a:avLst/>
          </a:prstGeom>
          <a:noFill/>
          <a:ln>
            <a:noFill/>
          </a:ln>
        </p:spPr>
        <p:txBody>
          <a:bodyPr anchorCtr="0" anchor="t" bIns="0" lIns="0" spcFirstLastPara="1" rIns="0" wrap="square" tIns="9525">
            <a:spAutoFit/>
          </a:bodyPr>
          <a:lstStyle/>
          <a:p>
            <a:pPr indent="31115" lvl="0" marL="12700" marR="5080" rtl="0" algn="l">
              <a:lnSpc>
                <a:spcPct val="102099"/>
              </a:lnSpc>
              <a:spcBef>
                <a:spcPts val="0"/>
              </a:spcBef>
              <a:spcAft>
                <a:spcPts val="0"/>
              </a:spcAft>
              <a:buNone/>
            </a:pPr>
            <a:r>
              <a:rPr b="1" lang="en" sz="1000">
                <a:latin typeface="Calibri"/>
                <a:ea typeface="Calibri"/>
                <a:cs typeface="Calibri"/>
                <a:sym typeface="Calibri"/>
              </a:rPr>
              <a:t>Trapped air in sensing area (shake to remove)</a:t>
            </a:r>
            <a:endParaRPr sz="1000">
              <a:latin typeface="Calibri"/>
              <a:ea typeface="Calibri"/>
              <a:cs typeface="Calibri"/>
              <a:sym typeface="Calibri"/>
            </a:endParaRPr>
          </a:p>
        </p:txBody>
      </p:sp>
      <p:sp>
        <p:nvSpPr>
          <p:cNvPr id="415" name="Google Shape;415;p37"/>
          <p:cNvSpPr txBox="1"/>
          <p:nvPr/>
        </p:nvSpPr>
        <p:spPr>
          <a:xfrm>
            <a:off x="4881733" y="644259"/>
            <a:ext cx="894000" cy="1770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 sz="1050">
                <a:solidFill>
                  <a:srgbClr val="FFFFFF"/>
                </a:solidFill>
                <a:latin typeface="Calibri"/>
                <a:ea typeface="Calibri"/>
                <a:cs typeface="Calibri"/>
                <a:sym typeface="Calibri"/>
              </a:rPr>
              <a:t>12,880μS</a:t>
            </a:r>
            <a:endParaRPr sz="1050">
              <a:latin typeface="Calibri"/>
              <a:ea typeface="Calibri"/>
              <a:cs typeface="Calibri"/>
              <a:sym typeface="Calibri"/>
            </a:endParaRPr>
          </a:p>
        </p:txBody>
      </p:sp>
      <p:sp>
        <p:nvSpPr>
          <p:cNvPr id="416" name="Google Shape;416;p37"/>
          <p:cNvSpPr txBox="1"/>
          <p:nvPr/>
        </p:nvSpPr>
        <p:spPr>
          <a:xfrm>
            <a:off x="8016436" y="644259"/>
            <a:ext cx="894000" cy="1770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 sz="1050">
                <a:solidFill>
                  <a:srgbClr val="FFFFFF"/>
                </a:solidFill>
                <a:latin typeface="Calibri"/>
                <a:ea typeface="Calibri"/>
                <a:cs typeface="Calibri"/>
                <a:sym typeface="Calibri"/>
              </a:rPr>
              <a:t>12,880μS</a:t>
            </a:r>
            <a:endParaRPr sz="1050">
              <a:latin typeface="Calibri"/>
              <a:ea typeface="Calibri"/>
              <a:cs typeface="Calibri"/>
              <a:sym typeface="Calibri"/>
            </a:endParaRPr>
          </a:p>
        </p:txBody>
      </p:sp>
      <p:sp>
        <p:nvSpPr>
          <p:cNvPr id="417" name="Google Shape;417;p37"/>
          <p:cNvSpPr/>
          <p:nvPr/>
        </p:nvSpPr>
        <p:spPr>
          <a:xfrm>
            <a:off x="1109947" y="1332114"/>
            <a:ext cx="384777" cy="246221"/>
          </a:xfrm>
          <a:custGeom>
            <a:rect b="b" l="l" r="r" t="t"/>
            <a:pathLst>
              <a:path extrusionOk="0" h="447675" w="268605">
                <a:moveTo>
                  <a:pt x="268262" y="0"/>
                </a:moveTo>
                <a:lnTo>
                  <a:pt x="0" y="447522"/>
                </a:lnTo>
              </a:path>
            </a:pathLst>
          </a:custGeom>
          <a:noFill/>
          <a:ln cap="flat" cmpd="sng" w="12700">
            <a:solidFill>
              <a:srgbClr val="FCB80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418" name="Google Shape;418;p37"/>
          <p:cNvGrpSpPr/>
          <p:nvPr/>
        </p:nvGrpSpPr>
        <p:grpSpPr>
          <a:xfrm>
            <a:off x="3723112" y="1577620"/>
            <a:ext cx="1893549" cy="162028"/>
            <a:chOff x="2641511" y="2892246"/>
            <a:chExt cx="1323975" cy="295834"/>
          </a:xfrm>
        </p:grpSpPr>
        <p:sp>
          <p:nvSpPr>
            <p:cNvPr id="419" name="Google Shape;419;p37"/>
            <p:cNvSpPr/>
            <p:nvPr/>
          </p:nvSpPr>
          <p:spPr>
            <a:xfrm>
              <a:off x="2934728" y="2975991"/>
              <a:ext cx="737870" cy="212089"/>
            </a:xfrm>
            <a:custGeom>
              <a:rect b="b" l="l" r="r" t="t"/>
              <a:pathLst>
                <a:path extrusionOk="0" h="212089" w="737870">
                  <a:moveTo>
                    <a:pt x="737425" y="0"/>
                  </a:moveTo>
                  <a:lnTo>
                    <a:pt x="0" y="0"/>
                  </a:lnTo>
                  <a:lnTo>
                    <a:pt x="0" y="211569"/>
                  </a:lnTo>
                  <a:lnTo>
                    <a:pt x="737425" y="211569"/>
                  </a:lnTo>
                  <a:lnTo>
                    <a:pt x="737425" y="0"/>
                  </a:lnTo>
                  <a:close/>
                </a:path>
              </a:pathLst>
            </a:custGeom>
            <a:solidFill>
              <a:srgbClr val="0CB14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420" name="Google Shape;420;p37"/>
            <p:cNvPicPr preferRelativeResize="0"/>
            <p:nvPr/>
          </p:nvPicPr>
          <p:blipFill rotWithShape="1">
            <a:blip r:embed="rId4">
              <a:alphaModFix/>
            </a:blip>
            <a:srcRect b="0" l="0" r="0" t="0"/>
            <a:stretch/>
          </p:blipFill>
          <p:spPr>
            <a:xfrm>
              <a:off x="2968950" y="3011911"/>
              <a:ext cx="259593" cy="139725"/>
            </a:xfrm>
            <a:prstGeom prst="rect">
              <a:avLst/>
            </a:prstGeom>
            <a:noFill/>
            <a:ln>
              <a:noFill/>
            </a:ln>
          </p:spPr>
        </p:pic>
        <p:pic>
          <p:nvPicPr>
            <p:cNvPr id="421" name="Google Shape;421;p37"/>
            <p:cNvPicPr preferRelativeResize="0"/>
            <p:nvPr/>
          </p:nvPicPr>
          <p:blipFill rotWithShape="1">
            <a:blip r:embed="rId5">
              <a:alphaModFix/>
            </a:blip>
            <a:srcRect b="0" l="0" r="0" t="0"/>
            <a:stretch/>
          </p:blipFill>
          <p:spPr>
            <a:xfrm>
              <a:off x="3283426" y="3015508"/>
              <a:ext cx="353674" cy="132524"/>
            </a:xfrm>
            <a:prstGeom prst="rect">
              <a:avLst/>
            </a:prstGeom>
            <a:noFill/>
            <a:ln>
              <a:noFill/>
            </a:ln>
          </p:spPr>
        </p:pic>
        <p:sp>
          <p:nvSpPr>
            <p:cNvPr id="422" name="Google Shape;422;p37"/>
            <p:cNvSpPr/>
            <p:nvPr/>
          </p:nvSpPr>
          <p:spPr>
            <a:xfrm>
              <a:off x="2641511" y="2892246"/>
              <a:ext cx="1323975" cy="212089"/>
            </a:xfrm>
            <a:custGeom>
              <a:rect b="b" l="l" r="r" t="t"/>
              <a:pathLst>
                <a:path extrusionOk="0" h="212089" w="1323975">
                  <a:moveTo>
                    <a:pt x="293204" y="184150"/>
                  </a:moveTo>
                  <a:lnTo>
                    <a:pt x="27597" y="184150"/>
                  </a:lnTo>
                  <a:lnTo>
                    <a:pt x="27597" y="0"/>
                  </a:lnTo>
                  <a:lnTo>
                    <a:pt x="0" y="0"/>
                  </a:lnTo>
                  <a:lnTo>
                    <a:pt x="0" y="184150"/>
                  </a:lnTo>
                  <a:lnTo>
                    <a:pt x="0" y="212090"/>
                  </a:lnTo>
                  <a:lnTo>
                    <a:pt x="293204" y="212090"/>
                  </a:lnTo>
                  <a:lnTo>
                    <a:pt x="293204" y="184150"/>
                  </a:lnTo>
                  <a:close/>
                </a:path>
                <a:path extrusionOk="0" h="212089" w="1323975">
                  <a:moveTo>
                    <a:pt x="1323848" y="0"/>
                  </a:moveTo>
                  <a:lnTo>
                    <a:pt x="1296250" y="0"/>
                  </a:lnTo>
                  <a:lnTo>
                    <a:pt x="1296250" y="184150"/>
                  </a:lnTo>
                  <a:lnTo>
                    <a:pt x="1030630" y="184150"/>
                  </a:lnTo>
                  <a:lnTo>
                    <a:pt x="1030630" y="212090"/>
                  </a:lnTo>
                  <a:lnTo>
                    <a:pt x="1323848" y="212090"/>
                  </a:lnTo>
                  <a:lnTo>
                    <a:pt x="1323848" y="184150"/>
                  </a:lnTo>
                  <a:lnTo>
                    <a:pt x="1323848" y="0"/>
                  </a:lnTo>
                  <a:close/>
                </a:path>
              </a:pathLst>
            </a:custGeom>
            <a:solidFill>
              <a:srgbClr val="0CB14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23" name="Google Shape;423;p37"/>
          <p:cNvSpPr txBox="1"/>
          <p:nvPr/>
        </p:nvSpPr>
        <p:spPr>
          <a:xfrm>
            <a:off x="254000" y="3297584"/>
            <a:ext cx="8708700" cy="385200"/>
          </a:xfrm>
          <a:prstGeom prst="rect">
            <a:avLst/>
          </a:prstGeom>
          <a:noFill/>
          <a:ln>
            <a:noFill/>
          </a:ln>
        </p:spPr>
        <p:txBody>
          <a:bodyPr anchorCtr="0" anchor="t" bIns="0" lIns="0" spcFirstLastPara="1" rIns="0" wrap="square" tIns="12050">
            <a:spAutoFit/>
          </a:bodyPr>
          <a:lstStyle/>
          <a:p>
            <a:pPr indent="0" lvl="0" marL="12700" marR="5080" rtl="0" algn="just">
              <a:lnSpc>
                <a:spcPct val="101899"/>
              </a:lnSpc>
              <a:spcBef>
                <a:spcPts val="0"/>
              </a:spcBef>
              <a:spcAft>
                <a:spcPts val="0"/>
              </a:spcAft>
              <a:buNone/>
            </a:pPr>
            <a:r>
              <a:rPr lang="en" sz="1200">
                <a:solidFill>
                  <a:srgbClr val="231F20"/>
                </a:solidFill>
                <a:latin typeface="Trebuchet MS"/>
                <a:ea typeface="Trebuchet MS"/>
                <a:cs typeface="Trebuchet MS"/>
                <a:sym typeface="Trebuchet MS"/>
              </a:rPr>
              <a:t>Rinse off the probe before calibrating to the high point. Pour a small amount of the high point calibration solution into a cup. Shake the probe to remove trapped air. Again, the readings may be off by </a:t>
            </a:r>
            <a:r>
              <a:rPr b="1" lang="en" sz="1200">
                <a:solidFill>
                  <a:srgbClr val="231F20"/>
                </a:solidFill>
                <a:latin typeface="Calibri"/>
                <a:ea typeface="Calibri"/>
                <a:cs typeface="Calibri"/>
                <a:sym typeface="Calibri"/>
              </a:rPr>
              <a:t>1 – 40% </a:t>
            </a:r>
            <a:r>
              <a:rPr lang="en" sz="1200">
                <a:solidFill>
                  <a:srgbClr val="231F20"/>
                </a:solidFill>
                <a:latin typeface="Trebuchet MS"/>
                <a:ea typeface="Trebuchet MS"/>
                <a:cs typeface="Trebuchet MS"/>
                <a:sym typeface="Trebuchet MS"/>
              </a:rPr>
              <a:t>Wait for readings to stabilize.</a:t>
            </a:r>
            <a:endParaRPr sz="1200">
              <a:latin typeface="Trebuchet MS"/>
              <a:ea typeface="Trebuchet MS"/>
              <a:cs typeface="Trebuchet MS"/>
              <a:sym typeface="Trebuchet MS"/>
            </a:endParaRPr>
          </a:p>
        </p:txBody>
      </p:sp>
      <p:sp>
        <p:nvSpPr>
          <p:cNvPr id="424" name="Google Shape;424;p37"/>
          <p:cNvSpPr/>
          <p:nvPr/>
        </p:nvSpPr>
        <p:spPr>
          <a:xfrm>
            <a:off x="317263" y="4782855"/>
            <a:ext cx="2965418" cy="56927"/>
          </a:xfrm>
          <a:custGeom>
            <a:rect b="b" l="l" r="r" t="t"/>
            <a:pathLst>
              <a:path extrusionOk="0" h="103504" w="2070100">
                <a:moveTo>
                  <a:pt x="2069553" y="0"/>
                </a:moveTo>
                <a:lnTo>
                  <a:pt x="0" y="0"/>
                </a:lnTo>
                <a:lnTo>
                  <a:pt x="0" y="103301"/>
                </a:lnTo>
                <a:lnTo>
                  <a:pt x="2069553" y="103301"/>
                </a:lnTo>
                <a:lnTo>
                  <a:pt x="206955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425" name="Google Shape;425;p37"/>
          <p:cNvPicPr preferRelativeResize="0"/>
          <p:nvPr/>
        </p:nvPicPr>
        <p:blipFill>
          <a:blip r:embed="rId6">
            <a:alphaModFix/>
          </a:blip>
          <a:stretch>
            <a:fillRect/>
          </a:stretch>
        </p:blipFill>
        <p:spPr>
          <a:xfrm>
            <a:off x="1923138" y="1832425"/>
            <a:ext cx="5370425" cy="1429575"/>
          </a:xfrm>
          <a:prstGeom prst="rect">
            <a:avLst/>
          </a:prstGeom>
          <a:noFill/>
          <a:ln>
            <a:noFill/>
          </a:ln>
        </p:spPr>
      </p:pic>
      <p:pic>
        <p:nvPicPr>
          <p:cNvPr id="426" name="Google Shape;426;p37"/>
          <p:cNvPicPr preferRelativeResize="0"/>
          <p:nvPr/>
        </p:nvPicPr>
        <p:blipFill>
          <a:blip r:embed="rId7">
            <a:alphaModFix/>
          </a:blip>
          <a:stretch>
            <a:fillRect/>
          </a:stretch>
        </p:blipFill>
        <p:spPr>
          <a:xfrm>
            <a:off x="2239288" y="3757475"/>
            <a:ext cx="4861175" cy="12882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0" name="Shape 430"/>
        <p:cNvGrpSpPr/>
        <p:nvPr/>
      </p:nvGrpSpPr>
      <p:grpSpPr>
        <a:xfrm>
          <a:off x="0" y="0"/>
          <a:ext cx="0" cy="0"/>
          <a:chOff x="0" y="0"/>
          <a:chExt cx="0" cy="0"/>
        </a:xfrm>
      </p:grpSpPr>
      <p:sp>
        <p:nvSpPr>
          <p:cNvPr id="431" name="Google Shape;431;p38"/>
          <p:cNvSpPr txBox="1"/>
          <p:nvPr/>
        </p:nvSpPr>
        <p:spPr>
          <a:xfrm>
            <a:off x="316812" y="1404584"/>
            <a:ext cx="1625700" cy="54000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1" lang="en" sz="3400">
                <a:solidFill>
                  <a:srgbClr val="F05133"/>
                </a:solidFill>
                <a:latin typeface="Calibri"/>
                <a:ea typeface="Calibri"/>
                <a:cs typeface="Calibri"/>
                <a:sym typeface="Calibri"/>
              </a:rPr>
              <a:t>100 °C</a:t>
            </a:r>
            <a:endParaRPr sz="3400">
              <a:latin typeface="Calibri"/>
              <a:ea typeface="Calibri"/>
              <a:cs typeface="Calibri"/>
              <a:sym typeface="Calibri"/>
            </a:endParaRPr>
          </a:p>
        </p:txBody>
      </p:sp>
      <p:sp>
        <p:nvSpPr>
          <p:cNvPr id="432" name="Google Shape;432;p38"/>
          <p:cNvSpPr txBox="1"/>
          <p:nvPr/>
        </p:nvSpPr>
        <p:spPr>
          <a:xfrm>
            <a:off x="224117" y="97797"/>
            <a:ext cx="7173900" cy="1181700"/>
          </a:xfrm>
          <a:prstGeom prst="rect">
            <a:avLst/>
          </a:prstGeom>
          <a:noFill/>
          <a:ln>
            <a:noFill/>
          </a:ln>
        </p:spPr>
        <p:txBody>
          <a:bodyPr anchorCtr="0" anchor="t" bIns="0" lIns="0" spcFirstLastPara="1" rIns="0" wrap="square" tIns="11425">
            <a:spAutoFit/>
          </a:bodyPr>
          <a:lstStyle/>
          <a:p>
            <a:pPr indent="0" lvl="0" marL="12700" rtl="0" algn="just">
              <a:lnSpc>
                <a:spcPct val="100000"/>
              </a:lnSpc>
              <a:spcBef>
                <a:spcPts val="0"/>
              </a:spcBef>
              <a:spcAft>
                <a:spcPts val="0"/>
              </a:spcAft>
              <a:buNone/>
            </a:pPr>
            <a:r>
              <a:rPr b="1" baseline="30000" lang="en" sz="3900">
                <a:solidFill>
                  <a:srgbClr val="289045"/>
                </a:solidFill>
                <a:latin typeface="Calibri"/>
                <a:ea typeface="Calibri"/>
                <a:cs typeface="Calibri"/>
                <a:sym typeface="Calibri"/>
              </a:rPr>
              <a:t>D </a:t>
            </a:r>
            <a:r>
              <a:rPr b="1" lang="en" sz="1400">
                <a:solidFill>
                  <a:srgbClr val="289045"/>
                </a:solidFill>
                <a:latin typeface="Calibri"/>
                <a:ea typeface="Calibri"/>
                <a:cs typeface="Calibri"/>
                <a:sym typeface="Calibri"/>
              </a:rPr>
              <a:t>Calibrate Temperature</a:t>
            </a:r>
            <a:endParaRPr sz="1400">
              <a:latin typeface="Calibri"/>
              <a:ea typeface="Calibri"/>
              <a:cs typeface="Calibri"/>
              <a:sym typeface="Calibri"/>
            </a:endParaRPr>
          </a:p>
          <a:p>
            <a:pPr indent="0" lvl="0" marL="21590" marR="5080" rtl="0" algn="just">
              <a:lnSpc>
                <a:spcPct val="101899"/>
              </a:lnSpc>
              <a:spcBef>
                <a:spcPts val="1535"/>
              </a:spcBef>
              <a:spcAft>
                <a:spcPts val="0"/>
              </a:spcAft>
              <a:buNone/>
            </a:pPr>
            <a:r>
              <a:rPr lang="en" sz="1200">
                <a:solidFill>
                  <a:srgbClr val="231F20"/>
                </a:solidFill>
                <a:latin typeface="Trebuchet MS"/>
                <a:ea typeface="Trebuchet MS"/>
                <a:cs typeface="Trebuchet MS"/>
                <a:sym typeface="Trebuchet MS"/>
              </a:rPr>
              <a:t>Calibrating the PT-1000 temperature probe is not required. However, if you want to, a simple method to calibrate the probe is to place the PT-1000 into boiling water. Then issue command </a:t>
            </a:r>
            <a:r>
              <a:rPr b="1" lang="en" sz="1200">
                <a:solidFill>
                  <a:srgbClr val="231F20"/>
                </a:solidFill>
                <a:latin typeface="Calibri"/>
                <a:ea typeface="Calibri"/>
                <a:cs typeface="Calibri"/>
                <a:sym typeface="Calibri"/>
              </a:rPr>
              <a:t>rtd:cal,t</a:t>
            </a:r>
            <a:endParaRPr sz="1200">
              <a:latin typeface="Calibri"/>
              <a:ea typeface="Calibri"/>
              <a:cs typeface="Calibri"/>
              <a:sym typeface="Calibri"/>
            </a:endParaRPr>
          </a:p>
        </p:txBody>
      </p:sp>
      <p:sp>
        <p:nvSpPr>
          <p:cNvPr id="433" name="Google Shape;433;p38"/>
          <p:cNvSpPr/>
          <p:nvPr/>
        </p:nvSpPr>
        <p:spPr>
          <a:xfrm>
            <a:off x="2373255" y="2266893"/>
            <a:ext cx="6777266" cy="1008856"/>
          </a:xfrm>
          <a:custGeom>
            <a:rect b="b" l="l" r="r" t="t"/>
            <a:pathLst>
              <a:path extrusionOk="0" h="1968500" w="5755640">
                <a:moveTo>
                  <a:pt x="5755132" y="0"/>
                </a:moveTo>
                <a:lnTo>
                  <a:pt x="0" y="0"/>
                </a:lnTo>
                <a:lnTo>
                  <a:pt x="0" y="1968246"/>
                </a:lnTo>
                <a:lnTo>
                  <a:pt x="5755132" y="1968246"/>
                </a:lnTo>
                <a:lnTo>
                  <a:pt x="5755132" y="0"/>
                </a:lnTo>
                <a:close/>
              </a:path>
            </a:pathLst>
          </a:custGeom>
          <a:solidFill>
            <a:srgbClr val="BEC0C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4" name="Google Shape;434;p38"/>
          <p:cNvSpPr txBox="1"/>
          <p:nvPr/>
        </p:nvSpPr>
        <p:spPr>
          <a:xfrm>
            <a:off x="0" y="2266893"/>
            <a:ext cx="2259300" cy="1822800"/>
          </a:xfrm>
          <a:prstGeom prst="rect">
            <a:avLst/>
          </a:prstGeom>
          <a:solidFill>
            <a:srgbClr val="58595B"/>
          </a:solidFill>
          <a:ln>
            <a:noFill/>
          </a:ln>
        </p:spPr>
        <p:txBody>
          <a:bodyPr anchorCtr="0" anchor="t" bIns="0" lIns="0" spcFirstLastPara="1" rIns="0" wrap="square" tIns="97150">
            <a:spAutoFit/>
          </a:bodyPr>
          <a:lstStyle/>
          <a:p>
            <a:pPr indent="0" lvl="0" marL="0" marR="142240" rtl="0" algn="r">
              <a:lnSpc>
                <a:spcPct val="100000"/>
              </a:lnSpc>
              <a:spcBef>
                <a:spcPts val="0"/>
              </a:spcBef>
              <a:spcAft>
                <a:spcPts val="0"/>
              </a:spcAft>
              <a:buNone/>
            </a:pPr>
            <a:r>
              <a:rPr b="1" lang="en" sz="1300">
                <a:solidFill>
                  <a:srgbClr val="FFFFFF"/>
                </a:solidFill>
                <a:latin typeface="Calibri"/>
                <a:ea typeface="Calibri"/>
                <a:cs typeface="Calibri"/>
                <a:sym typeface="Calibri"/>
              </a:rPr>
              <a:t>Elevation in meters</a:t>
            </a:r>
            <a:endParaRPr sz="1300">
              <a:latin typeface="Calibri"/>
              <a:ea typeface="Calibri"/>
              <a:cs typeface="Calibri"/>
              <a:sym typeface="Calibri"/>
            </a:endParaRPr>
          </a:p>
          <a:p>
            <a:pPr indent="0" lvl="0" marL="0" marR="142240" rtl="0" algn="r">
              <a:lnSpc>
                <a:spcPct val="100000"/>
              </a:lnSpc>
              <a:spcBef>
                <a:spcPts val="745"/>
              </a:spcBef>
              <a:spcAft>
                <a:spcPts val="0"/>
              </a:spcAft>
              <a:buNone/>
            </a:pPr>
            <a:r>
              <a:rPr b="1" lang="en" sz="1300">
                <a:solidFill>
                  <a:srgbClr val="FFFFFF"/>
                </a:solidFill>
                <a:latin typeface="Calibri"/>
                <a:ea typeface="Calibri"/>
                <a:cs typeface="Calibri"/>
                <a:sym typeface="Calibri"/>
              </a:rPr>
              <a:t>305</a:t>
            </a:r>
            <a:endParaRPr sz="1300">
              <a:latin typeface="Calibri"/>
              <a:ea typeface="Calibri"/>
              <a:cs typeface="Calibri"/>
              <a:sym typeface="Calibri"/>
            </a:endParaRPr>
          </a:p>
          <a:p>
            <a:pPr indent="0" lvl="0" marL="0" marR="142240" rtl="0" algn="r">
              <a:lnSpc>
                <a:spcPct val="100000"/>
              </a:lnSpc>
              <a:spcBef>
                <a:spcPts val="35"/>
              </a:spcBef>
              <a:spcAft>
                <a:spcPts val="0"/>
              </a:spcAft>
              <a:buNone/>
            </a:pPr>
            <a:r>
              <a:rPr b="1" lang="en" sz="1300">
                <a:solidFill>
                  <a:srgbClr val="FFFFFF"/>
                </a:solidFill>
                <a:latin typeface="Calibri"/>
                <a:ea typeface="Calibri"/>
                <a:cs typeface="Calibri"/>
                <a:sym typeface="Calibri"/>
              </a:rPr>
              <a:t>229</a:t>
            </a:r>
            <a:endParaRPr sz="1300">
              <a:latin typeface="Calibri"/>
              <a:ea typeface="Calibri"/>
              <a:cs typeface="Calibri"/>
              <a:sym typeface="Calibri"/>
            </a:endParaRPr>
          </a:p>
          <a:p>
            <a:pPr indent="0" lvl="0" marL="0" marR="142240" rtl="0" algn="r">
              <a:lnSpc>
                <a:spcPct val="100000"/>
              </a:lnSpc>
              <a:spcBef>
                <a:spcPts val="40"/>
              </a:spcBef>
              <a:spcAft>
                <a:spcPts val="0"/>
              </a:spcAft>
              <a:buNone/>
            </a:pPr>
            <a:r>
              <a:rPr b="1" lang="en" sz="1300">
                <a:solidFill>
                  <a:srgbClr val="FFFFFF"/>
                </a:solidFill>
                <a:latin typeface="Calibri"/>
                <a:ea typeface="Calibri"/>
                <a:cs typeface="Calibri"/>
                <a:sym typeface="Calibri"/>
              </a:rPr>
              <a:t>152</a:t>
            </a:r>
            <a:endParaRPr sz="1300">
              <a:latin typeface="Calibri"/>
              <a:ea typeface="Calibri"/>
              <a:cs typeface="Calibri"/>
              <a:sym typeface="Calibri"/>
            </a:endParaRPr>
          </a:p>
          <a:p>
            <a:pPr indent="0" lvl="0" marL="0" marR="142240" rtl="0" algn="r">
              <a:lnSpc>
                <a:spcPct val="100000"/>
              </a:lnSpc>
              <a:spcBef>
                <a:spcPts val="35"/>
              </a:spcBef>
              <a:spcAft>
                <a:spcPts val="0"/>
              </a:spcAft>
              <a:buNone/>
            </a:pPr>
            <a:r>
              <a:rPr b="1" lang="en" sz="1300">
                <a:solidFill>
                  <a:srgbClr val="FFFFFF"/>
                </a:solidFill>
                <a:latin typeface="Calibri"/>
                <a:ea typeface="Calibri"/>
                <a:cs typeface="Calibri"/>
                <a:sym typeface="Calibri"/>
              </a:rPr>
              <a:t>76</a:t>
            </a:r>
            <a:endParaRPr sz="1300">
              <a:latin typeface="Calibri"/>
              <a:ea typeface="Calibri"/>
              <a:cs typeface="Calibri"/>
              <a:sym typeface="Calibri"/>
            </a:endParaRPr>
          </a:p>
          <a:p>
            <a:pPr indent="0" lvl="0" marL="0" marR="142240" rtl="0" algn="r">
              <a:lnSpc>
                <a:spcPct val="100000"/>
              </a:lnSpc>
              <a:spcBef>
                <a:spcPts val="40"/>
              </a:spcBef>
              <a:spcAft>
                <a:spcPts val="0"/>
              </a:spcAft>
              <a:buNone/>
            </a:pPr>
            <a:r>
              <a:rPr b="1" lang="en" sz="1300">
                <a:solidFill>
                  <a:srgbClr val="FFFFFF"/>
                </a:solidFill>
                <a:latin typeface="Calibri"/>
                <a:ea typeface="Calibri"/>
                <a:cs typeface="Calibri"/>
                <a:sym typeface="Calibri"/>
              </a:rPr>
              <a:t>0</a:t>
            </a:r>
            <a:endParaRPr sz="1300">
              <a:latin typeface="Calibri"/>
              <a:ea typeface="Calibri"/>
              <a:cs typeface="Calibri"/>
              <a:sym typeface="Calibri"/>
            </a:endParaRPr>
          </a:p>
          <a:p>
            <a:pPr indent="0" lvl="0" marL="0" marR="142240" rtl="0" algn="r">
              <a:lnSpc>
                <a:spcPct val="100000"/>
              </a:lnSpc>
              <a:spcBef>
                <a:spcPts val="35"/>
              </a:spcBef>
              <a:spcAft>
                <a:spcPts val="0"/>
              </a:spcAft>
              <a:buNone/>
            </a:pPr>
            <a:r>
              <a:rPr b="1" lang="en" sz="1300">
                <a:solidFill>
                  <a:srgbClr val="FFFFFF"/>
                </a:solidFill>
                <a:latin typeface="Calibri"/>
                <a:ea typeface="Calibri"/>
                <a:cs typeface="Calibri"/>
                <a:sym typeface="Calibri"/>
              </a:rPr>
              <a:t>-76</a:t>
            </a:r>
            <a:endParaRPr sz="1300">
              <a:latin typeface="Calibri"/>
              <a:ea typeface="Calibri"/>
              <a:cs typeface="Calibri"/>
              <a:sym typeface="Calibri"/>
            </a:endParaRPr>
          </a:p>
          <a:p>
            <a:pPr indent="0" lvl="0" marL="0" marR="142240" rtl="0" algn="r">
              <a:lnSpc>
                <a:spcPct val="100000"/>
              </a:lnSpc>
              <a:spcBef>
                <a:spcPts val="35"/>
              </a:spcBef>
              <a:spcAft>
                <a:spcPts val="0"/>
              </a:spcAft>
              <a:buNone/>
            </a:pPr>
            <a:r>
              <a:rPr b="1" lang="en" sz="1300">
                <a:solidFill>
                  <a:srgbClr val="FFFFFF"/>
                </a:solidFill>
                <a:latin typeface="Calibri"/>
                <a:ea typeface="Calibri"/>
                <a:cs typeface="Calibri"/>
                <a:sym typeface="Calibri"/>
              </a:rPr>
              <a:t>-152</a:t>
            </a:r>
            <a:endParaRPr sz="1300">
              <a:latin typeface="Calibri"/>
              <a:ea typeface="Calibri"/>
              <a:cs typeface="Calibri"/>
              <a:sym typeface="Calibri"/>
            </a:endParaRPr>
          </a:p>
        </p:txBody>
      </p:sp>
      <p:sp>
        <p:nvSpPr>
          <p:cNvPr id="435" name="Google Shape;435;p38"/>
          <p:cNvSpPr txBox="1"/>
          <p:nvPr/>
        </p:nvSpPr>
        <p:spPr>
          <a:xfrm>
            <a:off x="2373255" y="2266893"/>
            <a:ext cx="6771300" cy="1822800"/>
          </a:xfrm>
          <a:prstGeom prst="rect">
            <a:avLst/>
          </a:prstGeom>
          <a:noFill/>
          <a:ln>
            <a:noFill/>
          </a:ln>
        </p:spPr>
        <p:txBody>
          <a:bodyPr anchorCtr="0" anchor="t" bIns="0" lIns="0" spcFirstLastPara="1" rIns="0" wrap="square" tIns="97150">
            <a:spAutoFit/>
          </a:bodyPr>
          <a:lstStyle/>
          <a:p>
            <a:pPr indent="0" lvl="0" marL="144145" rtl="0" algn="l">
              <a:lnSpc>
                <a:spcPct val="100000"/>
              </a:lnSpc>
              <a:spcBef>
                <a:spcPts val="0"/>
              </a:spcBef>
              <a:spcAft>
                <a:spcPts val="0"/>
              </a:spcAft>
              <a:buNone/>
            </a:pPr>
            <a:r>
              <a:rPr b="1" lang="en" sz="1300">
                <a:solidFill>
                  <a:srgbClr val="231F20"/>
                </a:solidFill>
                <a:latin typeface="Calibri"/>
                <a:ea typeface="Calibri"/>
                <a:cs typeface="Calibri"/>
                <a:sym typeface="Calibri"/>
              </a:rPr>
              <a:t>Boiling point</a:t>
            </a:r>
            <a:endParaRPr sz="1300">
              <a:latin typeface="Calibri"/>
              <a:ea typeface="Calibri"/>
              <a:cs typeface="Calibri"/>
              <a:sym typeface="Calibri"/>
            </a:endParaRPr>
          </a:p>
          <a:p>
            <a:pPr indent="0" lvl="0" marL="144145" rtl="0" algn="l">
              <a:lnSpc>
                <a:spcPct val="100000"/>
              </a:lnSpc>
              <a:spcBef>
                <a:spcPts val="745"/>
              </a:spcBef>
              <a:spcAft>
                <a:spcPts val="0"/>
              </a:spcAft>
              <a:buNone/>
            </a:pPr>
            <a:r>
              <a:rPr b="1" lang="en" sz="1300">
                <a:solidFill>
                  <a:srgbClr val="231F20"/>
                </a:solidFill>
                <a:latin typeface="Calibri"/>
                <a:ea typeface="Calibri"/>
                <a:cs typeface="Calibri"/>
                <a:sym typeface="Calibri"/>
              </a:rPr>
              <a:t>98.9	°C</a:t>
            </a:r>
            <a:endParaRPr sz="1300">
              <a:latin typeface="Calibri"/>
              <a:ea typeface="Calibri"/>
              <a:cs typeface="Calibri"/>
              <a:sym typeface="Calibri"/>
            </a:endParaRPr>
          </a:p>
          <a:p>
            <a:pPr indent="0" lvl="0" marL="144145" rtl="0" algn="l">
              <a:lnSpc>
                <a:spcPct val="100000"/>
              </a:lnSpc>
              <a:spcBef>
                <a:spcPts val="35"/>
              </a:spcBef>
              <a:spcAft>
                <a:spcPts val="0"/>
              </a:spcAft>
              <a:buNone/>
            </a:pPr>
            <a:r>
              <a:rPr b="1" lang="en" sz="1300">
                <a:solidFill>
                  <a:srgbClr val="231F20"/>
                </a:solidFill>
                <a:latin typeface="Calibri"/>
                <a:ea typeface="Calibri"/>
                <a:cs typeface="Calibri"/>
                <a:sym typeface="Calibri"/>
              </a:rPr>
              <a:t>99.2	°C</a:t>
            </a:r>
            <a:endParaRPr sz="1300">
              <a:latin typeface="Calibri"/>
              <a:ea typeface="Calibri"/>
              <a:cs typeface="Calibri"/>
              <a:sym typeface="Calibri"/>
            </a:endParaRPr>
          </a:p>
          <a:p>
            <a:pPr indent="0" lvl="0" marL="144145" rtl="0" algn="l">
              <a:lnSpc>
                <a:spcPct val="100000"/>
              </a:lnSpc>
              <a:spcBef>
                <a:spcPts val="40"/>
              </a:spcBef>
              <a:spcAft>
                <a:spcPts val="0"/>
              </a:spcAft>
              <a:buNone/>
            </a:pPr>
            <a:r>
              <a:rPr b="1" lang="en" sz="1300">
                <a:solidFill>
                  <a:srgbClr val="231F20"/>
                </a:solidFill>
                <a:latin typeface="Calibri"/>
                <a:ea typeface="Calibri"/>
                <a:cs typeface="Calibri"/>
                <a:sym typeface="Calibri"/>
              </a:rPr>
              <a:t>99.5	°C</a:t>
            </a:r>
            <a:endParaRPr sz="1300">
              <a:latin typeface="Calibri"/>
              <a:ea typeface="Calibri"/>
              <a:cs typeface="Calibri"/>
              <a:sym typeface="Calibri"/>
            </a:endParaRPr>
          </a:p>
          <a:p>
            <a:pPr indent="0" lvl="0" marL="144145" rtl="0" algn="l">
              <a:lnSpc>
                <a:spcPct val="100000"/>
              </a:lnSpc>
              <a:spcBef>
                <a:spcPts val="35"/>
              </a:spcBef>
              <a:spcAft>
                <a:spcPts val="0"/>
              </a:spcAft>
              <a:buNone/>
            </a:pPr>
            <a:r>
              <a:rPr b="1" lang="en" sz="1300">
                <a:solidFill>
                  <a:srgbClr val="231F20"/>
                </a:solidFill>
                <a:latin typeface="Calibri"/>
                <a:ea typeface="Calibri"/>
                <a:cs typeface="Calibri"/>
                <a:sym typeface="Calibri"/>
              </a:rPr>
              <a:t>99.7	°C</a:t>
            </a:r>
            <a:endParaRPr sz="1300">
              <a:latin typeface="Calibri"/>
              <a:ea typeface="Calibri"/>
              <a:cs typeface="Calibri"/>
              <a:sym typeface="Calibri"/>
            </a:endParaRPr>
          </a:p>
          <a:p>
            <a:pPr indent="0" lvl="0" marL="144145" rtl="0" algn="l">
              <a:lnSpc>
                <a:spcPct val="100000"/>
              </a:lnSpc>
              <a:spcBef>
                <a:spcPts val="40"/>
              </a:spcBef>
              <a:spcAft>
                <a:spcPts val="0"/>
              </a:spcAft>
              <a:buNone/>
            </a:pPr>
            <a:r>
              <a:rPr b="1" lang="en" sz="1300">
                <a:solidFill>
                  <a:srgbClr val="231F20"/>
                </a:solidFill>
                <a:latin typeface="Calibri"/>
                <a:ea typeface="Calibri"/>
                <a:cs typeface="Calibri"/>
                <a:sym typeface="Calibri"/>
              </a:rPr>
              <a:t>100	°C</a:t>
            </a:r>
            <a:endParaRPr sz="1300">
              <a:latin typeface="Calibri"/>
              <a:ea typeface="Calibri"/>
              <a:cs typeface="Calibri"/>
              <a:sym typeface="Calibri"/>
            </a:endParaRPr>
          </a:p>
          <a:p>
            <a:pPr indent="0" lvl="0" marL="144145" rtl="0" algn="l">
              <a:lnSpc>
                <a:spcPct val="100000"/>
              </a:lnSpc>
              <a:spcBef>
                <a:spcPts val="35"/>
              </a:spcBef>
              <a:spcAft>
                <a:spcPts val="0"/>
              </a:spcAft>
              <a:buNone/>
            </a:pPr>
            <a:r>
              <a:rPr b="1" lang="en" sz="1300">
                <a:solidFill>
                  <a:srgbClr val="231F20"/>
                </a:solidFill>
                <a:latin typeface="Calibri"/>
                <a:ea typeface="Calibri"/>
                <a:cs typeface="Calibri"/>
                <a:sym typeface="Calibri"/>
              </a:rPr>
              <a:t>100.3 °C</a:t>
            </a:r>
            <a:endParaRPr sz="1300">
              <a:latin typeface="Calibri"/>
              <a:ea typeface="Calibri"/>
              <a:cs typeface="Calibri"/>
              <a:sym typeface="Calibri"/>
            </a:endParaRPr>
          </a:p>
          <a:p>
            <a:pPr indent="0" lvl="0" marL="144145" rtl="0" algn="l">
              <a:lnSpc>
                <a:spcPct val="100000"/>
              </a:lnSpc>
              <a:spcBef>
                <a:spcPts val="35"/>
              </a:spcBef>
              <a:spcAft>
                <a:spcPts val="0"/>
              </a:spcAft>
              <a:buNone/>
            </a:pPr>
            <a:r>
              <a:rPr b="1" lang="en" sz="1300">
                <a:solidFill>
                  <a:srgbClr val="231F20"/>
                </a:solidFill>
                <a:latin typeface="Calibri"/>
                <a:ea typeface="Calibri"/>
                <a:cs typeface="Calibri"/>
                <a:sym typeface="Calibri"/>
              </a:rPr>
              <a:t>100.5 °C</a:t>
            </a:r>
            <a:endParaRPr sz="1300">
              <a:latin typeface="Calibri"/>
              <a:ea typeface="Calibri"/>
              <a:cs typeface="Calibri"/>
              <a:sym typeface="Calibri"/>
            </a:endParaRPr>
          </a:p>
        </p:txBody>
      </p:sp>
      <p:grpSp>
        <p:nvGrpSpPr>
          <p:cNvPr id="436" name="Google Shape;436;p38"/>
          <p:cNvGrpSpPr/>
          <p:nvPr/>
        </p:nvGrpSpPr>
        <p:grpSpPr>
          <a:xfrm>
            <a:off x="4260134" y="2405126"/>
            <a:ext cx="3507529" cy="868678"/>
            <a:chOff x="3621023" y="4703024"/>
            <a:chExt cx="2981325" cy="1698628"/>
          </a:xfrm>
        </p:grpSpPr>
        <p:sp>
          <p:nvSpPr>
            <p:cNvPr id="437" name="Google Shape;437;p38"/>
            <p:cNvSpPr/>
            <p:nvPr/>
          </p:nvSpPr>
          <p:spPr>
            <a:xfrm>
              <a:off x="3621023" y="4703027"/>
              <a:ext cx="2981325" cy="1698625"/>
            </a:xfrm>
            <a:custGeom>
              <a:rect b="b" l="l" r="r" t="t"/>
              <a:pathLst>
                <a:path extrusionOk="0" h="1698625" w="2981325">
                  <a:moveTo>
                    <a:pt x="1856232" y="0"/>
                  </a:moveTo>
                  <a:lnTo>
                    <a:pt x="886968" y="1411947"/>
                  </a:lnTo>
                  <a:lnTo>
                    <a:pt x="557784" y="1125639"/>
                  </a:lnTo>
                  <a:lnTo>
                    <a:pt x="0" y="1698244"/>
                  </a:lnTo>
                  <a:lnTo>
                    <a:pt x="2980944" y="1698244"/>
                  </a:lnTo>
                  <a:lnTo>
                    <a:pt x="1856232" y="0"/>
                  </a:lnTo>
                  <a:close/>
                </a:path>
              </a:pathLst>
            </a:custGeom>
            <a:solidFill>
              <a:srgbClr val="8B5D3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8" name="Google Shape;438;p38"/>
            <p:cNvSpPr/>
            <p:nvPr/>
          </p:nvSpPr>
          <p:spPr>
            <a:xfrm>
              <a:off x="4178807" y="5828661"/>
              <a:ext cx="662939" cy="572770"/>
            </a:xfrm>
            <a:custGeom>
              <a:rect b="b" l="l" r="r" t="t"/>
              <a:pathLst>
                <a:path extrusionOk="0" h="572770" w="662939">
                  <a:moveTo>
                    <a:pt x="0" y="0"/>
                  </a:moveTo>
                  <a:lnTo>
                    <a:pt x="32004" y="132588"/>
                  </a:lnTo>
                  <a:lnTo>
                    <a:pt x="43148" y="150304"/>
                  </a:lnTo>
                  <a:lnTo>
                    <a:pt x="66293" y="174879"/>
                  </a:lnTo>
                  <a:lnTo>
                    <a:pt x="96297" y="204597"/>
                  </a:lnTo>
                  <a:lnTo>
                    <a:pt x="128016" y="237744"/>
                  </a:lnTo>
                  <a:lnTo>
                    <a:pt x="149875" y="262032"/>
                  </a:lnTo>
                  <a:lnTo>
                    <a:pt x="162306" y="274320"/>
                  </a:lnTo>
                  <a:lnTo>
                    <a:pt x="178165" y="286607"/>
                  </a:lnTo>
                  <a:lnTo>
                    <a:pt x="210311" y="310896"/>
                  </a:lnTo>
                  <a:lnTo>
                    <a:pt x="239672" y="338185"/>
                  </a:lnTo>
                  <a:lnTo>
                    <a:pt x="246316" y="357759"/>
                  </a:lnTo>
                  <a:lnTo>
                    <a:pt x="241815" y="379047"/>
                  </a:lnTo>
                  <a:lnTo>
                    <a:pt x="237744" y="411480"/>
                  </a:lnTo>
                  <a:lnTo>
                    <a:pt x="237672" y="444858"/>
                  </a:lnTo>
                  <a:lnTo>
                    <a:pt x="237172" y="472768"/>
                  </a:lnTo>
                  <a:lnTo>
                    <a:pt x="235815" y="510315"/>
                  </a:lnTo>
                  <a:lnTo>
                    <a:pt x="233172" y="572604"/>
                  </a:lnTo>
                  <a:lnTo>
                    <a:pt x="662940" y="572604"/>
                  </a:lnTo>
                  <a:lnTo>
                    <a:pt x="0" y="0"/>
                  </a:lnTo>
                  <a:close/>
                </a:path>
              </a:pathLst>
            </a:custGeom>
            <a:solidFill>
              <a:srgbClr val="6845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439" name="Google Shape;439;p38"/>
            <p:cNvPicPr preferRelativeResize="0"/>
            <p:nvPr/>
          </p:nvPicPr>
          <p:blipFill rotWithShape="1">
            <a:blip r:embed="rId3">
              <a:alphaModFix/>
            </a:blip>
            <a:srcRect b="0" l="0" r="0" t="0"/>
            <a:stretch/>
          </p:blipFill>
          <p:spPr>
            <a:xfrm>
              <a:off x="4061536" y="5828661"/>
              <a:ext cx="236143" cy="128073"/>
            </a:xfrm>
            <a:prstGeom prst="rect">
              <a:avLst/>
            </a:prstGeom>
            <a:noFill/>
            <a:ln>
              <a:noFill/>
            </a:ln>
          </p:spPr>
        </p:pic>
        <p:pic>
          <p:nvPicPr>
            <p:cNvPr id="440" name="Google Shape;440;p38"/>
            <p:cNvPicPr preferRelativeResize="0"/>
            <p:nvPr/>
          </p:nvPicPr>
          <p:blipFill rotWithShape="1">
            <a:blip r:embed="rId4">
              <a:alphaModFix/>
            </a:blip>
            <a:srcRect b="0" l="0" r="0" t="0"/>
            <a:stretch/>
          </p:blipFill>
          <p:spPr>
            <a:xfrm>
              <a:off x="5069535" y="4703024"/>
              <a:ext cx="1532432" cy="1698255"/>
            </a:xfrm>
            <a:prstGeom prst="rect">
              <a:avLst/>
            </a:prstGeom>
            <a:noFill/>
            <a:ln>
              <a:noFill/>
            </a:ln>
          </p:spPr>
        </p:pic>
      </p:grpSp>
      <p:sp>
        <p:nvSpPr>
          <p:cNvPr id="441" name="Google Shape;441;p38"/>
          <p:cNvSpPr txBox="1"/>
          <p:nvPr/>
        </p:nvSpPr>
        <p:spPr>
          <a:xfrm>
            <a:off x="224114" y="4176227"/>
            <a:ext cx="6319500" cy="659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 sz="4200">
                <a:solidFill>
                  <a:srgbClr val="289045"/>
                </a:solidFill>
                <a:latin typeface="Calibri"/>
                <a:ea typeface="Calibri"/>
                <a:cs typeface="Calibri"/>
                <a:sym typeface="Calibri"/>
              </a:rPr>
              <a:t>Calibration Complete</a:t>
            </a:r>
            <a:endParaRPr sz="42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9"/>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FAQS</a:t>
            </a:r>
            <a:endParaRPr/>
          </a:p>
        </p:txBody>
      </p:sp>
      <p:sp>
        <p:nvSpPr>
          <p:cNvPr id="447" name="Google Shape;447;p39"/>
          <p:cNvSpPr txBox="1"/>
          <p:nvPr>
            <p:ph idx="1" type="body"/>
          </p:nvPr>
        </p:nvSpPr>
        <p:spPr>
          <a:xfrm>
            <a:off x="276496" y="1211350"/>
            <a:ext cx="8539800" cy="348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Atlas is running but the wifi is not. What do I do?</a:t>
            </a:r>
            <a:endParaRPr/>
          </a:p>
          <a:p>
            <a:pPr indent="-342900" lvl="0" marL="457200" rtl="0" algn="l">
              <a:spcBef>
                <a:spcPts val="1200"/>
              </a:spcBef>
              <a:spcAft>
                <a:spcPts val="0"/>
              </a:spcAft>
              <a:buSzPts val="1800"/>
              <a:buChar char="-"/>
            </a:pPr>
            <a:r>
              <a:rPr lang="en"/>
              <a:t>Check ur code. Make sure you have the right ssd and password. Power Cycle the router. </a:t>
            </a:r>
            <a:endParaRPr/>
          </a:p>
          <a:p>
            <a:pPr indent="0" lvl="0" marL="0" rtl="0" algn="l">
              <a:spcBef>
                <a:spcPts val="1200"/>
              </a:spcBef>
              <a:spcAft>
                <a:spcPts val="0"/>
              </a:spcAft>
              <a:buNone/>
            </a:pPr>
            <a:r>
              <a:rPr lang="en"/>
              <a:t>What happens if the Buoy has a leak and takes in water?</a:t>
            </a:r>
            <a:endParaRPr/>
          </a:p>
          <a:p>
            <a:pPr indent="-342900" lvl="0" marL="457200" rtl="0" algn="l">
              <a:spcBef>
                <a:spcPts val="1200"/>
              </a:spcBef>
              <a:spcAft>
                <a:spcPts val="0"/>
              </a:spcAft>
              <a:buSzPts val="1800"/>
              <a:buChar char="-"/>
            </a:pPr>
            <a:r>
              <a:rPr lang="en"/>
              <a:t>First find the leak. There are many options to stop it. Putty, more </a:t>
            </a:r>
            <a:r>
              <a:rPr lang="en"/>
              <a:t>flex seal</a:t>
            </a:r>
            <a:r>
              <a:rPr lang="en"/>
              <a:t> or waterproof tape. The </a:t>
            </a:r>
            <a:r>
              <a:rPr lang="en"/>
              <a:t>long</a:t>
            </a:r>
            <a:r>
              <a:rPr lang="en"/>
              <a:t> term option is to strip the area of </a:t>
            </a:r>
            <a:r>
              <a:rPr lang="en"/>
              <a:t>sealant</a:t>
            </a:r>
            <a:r>
              <a:rPr lang="en"/>
              <a:t> with acetone, then caulk and seal the spot again. </a:t>
            </a:r>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0"/>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Teachers Guide </a:t>
            </a:r>
            <a:endParaRPr/>
          </a:p>
        </p:txBody>
      </p:sp>
      <p:sp>
        <p:nvSpPr>
          <p:cNvPr id="453" name="Google Shape;453;p40"/>
          <p:cNvSpPr txBox="1"/>
          <p:nvPr>
            <p:ph idx="1" type="body"/>
          </p:nvPr>
        </p:nvSpPr>
        <p:spPr>
          <a:xfrm>
            <a:off x="289548" y="1242050"/>
            <a:ext cx="4282500" cy="335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 want to Export the data for my class.</a:t>
            </a:r>
            <a:endParaRPr/>
          </a:p>
          <a:p>
            <a:pPr indent="-342900" lvl="0" marL="457200" rtl="0" algn="l">
              <a:spcBef>
                <a:spcPts val="1200"/>
              </a:spcBef>
              <a:spcAft>
                <a:spcPts val="0"/>
              </a:spcAft>
              <a:buSzPts val="1800"/>
              <a:buChar char="-"/>
            </a:pPr>
            <a:r>
              <a:rPr lang="en"/>
              <a:t>Go to the thingspeak link </a:t>
            </a:r>
            <a:r>
              <a:rPr lang="en" u="sng">
                <a:solidFill>
                  <a:schemeClr val="hlink"/>
                </a:solidFill>
                <a:hlinkClick r:id="rId3"/>
              </a:rPr>
              <a:t>here</a:t>
            </a:r>
            <a:r>
              <a:rPr lang="en"/>
              <a:t> (You need an account)</a:t>
            </a:r>
            <a:endParaRPr/>
          </a:p>
          <a:p>
            <a:pPr indent="-342900" lvl="0" marL="457200" rtl="0" algn="l">
              <a:spcBef>
                <a:spcPts val="0"/>
              </a:spcBef>
              <a:spcAft>
                <a:spcPts val="0"/>
              </a:spcAft>
              <a:buSzPts val="1800"/>
              <a:buChar char="-"/>
            </a:pPr>
            <a:r>
              <a:rPr lang="en"/>
              <a:t>Go to the Data import/Export tab of the thingspeak channel</a:t>
            </a:r>
            <a:endParaRPr/>
          </a:p>
          <a:p>
            <a:pPr indent="-342900" lvl="0" marL="457200" rtl="0" algn="l">
              <a:spcBef>
                <a:spcPts val="0"/>
              </a:spcBef>
              <a:spcAft>
                <a:spcPts val="0"/>
              </a:spcAft>
              <a:buSzPts val="1800"/>
              <a:buChar char="-"/>
            </a:pPr>
            <a:r>
              <a:rPr lang="en"/>
              <a:t>Set your time to GMT-4</a:t>
            </a:r>
            <a:endParaRPr/>
          </a:p>
          <a:p>
            <a:pPr indent="-342900" lvl="0" marL="457200" rtl="0" algn="l">
              <a:spcBef>
                <a:spcPts val="0"/>
              </a:spcBef>
              <a:spcAft>
                <a:spcPts val="0"/>
              </a:spcAft>
              <a:buSzPts val="1800"/>
              <a:buChar char="-"/>
            </a:pPr>
            <a:r>
              <a:rPr lang="en"/>
              <a:t>Export to an .csv file to either google sheets or Excel </a:t>
            </a:r>
            <a:endParaRPr/>
          </a:p>
          <a:p>
            <a:pPr indent="0" lvl="0" marL="0" rtl="0" algn="l">
              <a:spcBef>
                <a:spcPts val="1200"/>
              </a:spcBef>
              <a:spcAft>
                <a:spcPts val="1200"/>
              </a:spcAft>
              <a:buNone/>
            </a:pPr>
            <a:r>
              <a:t/>
            </a:r>
            <a:endParaRPr/>
          </a:p>
        </p:txBody>
      </p:sp>
      <p:pic>
        <p:nvPicPr>
          <p:cNvPr id="454" name="Google Shape;454;p40"/>
          <p:cNvPicPr preferRelativeResize="0"/>
          <p:nvPr/>
        </p:nvPicPr>
        <p:blipFill>
          <a:blip r:embed="rId4">
            <a:alphaModFix/>
          </a:blip>
          <a:stretch>
            <a:fillRect/>
          </a:stretch>
        </p:blipFill>
        <p:spPr>
          <a:xfrm>
            <a:off x="4571998" y="1104350"/>
            <a:ext cx="4237698" cy="27818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1"/>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Enhancements </a:t>
            </a:r>
            <a:endParaRPr/>
          </a:p>
        </p:txBody>
      </p:sp>
      <p:sp>
        <p:nvSpPr>
          <p:cNvPr id="460" name="Google Shape;460;p41"/>
          <p:cNvSpPr txBox="1"/>
          <p:nvPr>
            <p:ph idx="1" type="body"/>
          </p:nvPr>
        </p:nvSpPr>
        <p:spPr>
          <a:xfrm>
            <a:off x="574771" y="1595775"/>
            <a:ext cx="8157000" cy="3002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