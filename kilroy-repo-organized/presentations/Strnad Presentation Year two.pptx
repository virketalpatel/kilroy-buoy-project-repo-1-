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Magra"/>
      <p:regular r:id="rId22"/>
      <p:bold r:id="rId23"/>
    </p:embeddedFont>
    <p:embeddedFont>
      <p:font typeface="Capriola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oD+59SHdh1fraDA9Q7009Rhir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agra-regular.fntdata"/><Relationship Id="rId21" Type="http://schemas.openxmlformats.org/officeDocument/2006/relationships/slide" Target="slides/slide17.xml"/><Relationship Id="rId24" Type="http://schemas.openxmlformats.org/officeDocument/2006/relationships/font" Target="fonts/Capriola-regular.fntdata"/><Relationship Id="rId23" Type="http://schemas.openxmlformats.org/officeDocument/2006/relationships/font" Target="fonts/Magr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d12a332ec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g2d12a332ec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Read the notes. Make the picture big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Thingspeak is an IoT platform that allows people to access, plot, visualize and analyze data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It uploads data to the cloud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It’s able to export data to large spreadsheets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7" name="Google Shape;1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db8fbce85d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1" name="Google Shape;1331;g2db8fbce85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7" name="Google Shape;13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6" name="Google Shape;14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2"/>
          <p:cNvSpPr txBox="1"/>
          <p:nvPr>
            <p:ph type="ctrTitle"/>
          </p:nvPr>
        </p:nvSpPr>
        <p:spPr>
          <a:xfrm>
            <a:off x="758125" y="1183446"/>
            <a:ext cx="46590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32"/>
          <p:cNvSpPr txBox="1"/>
          <p:nvPr>
            <p:ph idx="1" type="subTitle"/>
          </p:nvPr>
        </p:nvSpPr>
        <p:spPr>
          <a:xfrm>
            <a:off x="758175" y="2728435"/>
            <a:ext cx="46590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32"/>
          <p:cNvSpPr txBox="1"/>
          <p:nvPr>
            <p:ph idx="2" type="ctrTitle"/>
          </p:nvPr>
        </p:nvSpPr>
        <p:spPr>
          <a:xfrm>
            <a:off x="758125" y="702759"/>
            <a:ext cx="4659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 and four 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3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gra"/>
              <a:buNone/>
              <a:defRPr b="1" sz="3200">
                <a:latin typeface="Magra"/>
                <a:ea typeface="Magra"/>
                <a:cs typeface="Magra"/>
                <a:sym typeface="Mag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" type="subTitle"/>
          </p:nvPr>
        </p:nvSpPr>
        <p:spPr>
          <a:xfrm>
            <a:off x="1891526" y="3341850"/>
            <a:ext cx="2540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3"/>
          <p:cNvSpPr txBox="1"/>
          <p:nvPr>
            <p:ph idx="2" type="subTitle"/>
          </p:nvPr>
        </p:nvSpPr>
        <p:spPr>
          <a:xfrm>
            <a:off x="5795375" y="2017169"/>
            <a:ext cx="2540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3"/>
          <p:cNvSpPr txBox="1"/>
          <p:nvPr>
            <p:ph idx="3" type="subTitle"/>
          </p:nvPr>
        </p:nvSpPr>
        <p:spPr>
          <a:xfrm>
            <a:off x="5795378" y="1573125"/>
            <a:ext cx="254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9pPr>
          </a:lstStyle>
          <a:p/>
        </p:txBody>
      </p:sp>
      <p:sp>
        <p:nvSpPr>
          <p:cNvPr id="17" name="Google Shape;17;p33"/>
          <p:cNvSpPr txBox="1"/>
          <p:nvPr>
            <p:ph idx="4" type="subTitle"/>
          </p:nvPr>
        </p:nvSpPr>
        <p:spPr>
          <a:xfrm>
            <a:off x="1891523" y="2898052"/>
            <a:ext cx="254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5" type="subTitle"/>
          </p:nvPr>
        </p:nvSpPr>
        <p:spPr>
          <a:xfrm>
            <a:off x="1891623" y="2017278"/>
            <a:ext cx="2540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6" type="subTitle"/>
          </p:nvPr>
        </p:nvSpPr>
        <p:spPr>
          <a:xfrm flipH="1">
            <a:off x="1891177" y="1573125"/>
            <a:ext cx="254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9pPr>
          </a:lstStyle>
          <a:p/>
        </p:txBody>
      </p:sp>
      <p:sp>
        <p:nvSpPr>
          <p:cNvPr id="20" name="Google Shape;20;p33"/>
          <p:cNvSpPr txBox="1"/>
          <p:nvPr>
            <p:ph idx="7" type="subTitle"/>
          </p:nvPr>
        </p:nvSpPr>
        <p:spPr>
          <a:xfrm>
            <a:off x="5795425" y="3342475"/>
            <a:ext cx="2540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8" type="subTitle"/>
          </p:nvPr>
        </p:nvSpPr>
        <p:spPr>
          <a:xfrm>
            <a:off x="5795424" y="2898684"/>
            <a:ext cx="254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gra"/>
              <a:buNone/>
              <a:defRPr sz="2200">
                <a:solidFill>
                  <a:schemeClr val="dk1"/>
                </a:solidFill>
                <a:latin typeface="Magra"/>
                <a:ea typeface="Magra"/>
                <a:cs typeface="Magra"/>
                <a:sym typeface="Magra"/>
              </a:defRPr>
            </a:lvl9pPr>
          </a:lstStyle>
          <a:p/>
        </p:txBody>
      </p:sp>
      <p:grpSp>
        <p:nvGrpSpPr>
          <p:cNvPr id="22" name="Google Shape;22;p33"/>
          <p:cNvGrpSpPr/>
          <p:nvPr/>
        </p:nvGrpSpPr>
        <p:grpSpPr>
          <a:xfrm flipH="1">
            <a:off x="-3525" y="3780600"/>
            <a:ext cx="9158146" cy="1404535"/>
            <a:chOff x="-3571" y="3780600"/>
            <a:chExt cx="9158146" cy="1404535"/>
          </a:xfrm>
        </p:grpSpPr>
        <p:grpSp>
          <p:nvGrpSpPr>
            <p:cNvPr id="23" name="Google Shape;23;p33"/>
            <p:cNvGrpSpPr/>
            <p:nvPr/>
          </p:nvGrpSpPr>
          <p:grpSpPr>
            <a:xfrm>
              <a:off x="-3525" y="4608662"/>
              <a:ext cx="9158100" cy="535483"/>
              <a:chOff x="-3525" y="3151625"/>
              <a:chExt cx="9158100" cy="1992125"/>
            </a:xfrm>
          </p:grpSpPr>
          <p:cxnSp>
            <p:nvCxnSpPr>
              <p:cNvPr id="24" name="Google Shape;24;p33"/>
              <p:cNvCxnSpPr/>
              <p:nvPr/>
            </p:nvCxnSpPr>
            <p:spPr>
              <a:xfrm>
                <a:off x="-3525" y="3151625"/>
                <a:ext cx="9158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" name="Google Shape;25;p33"/>
              <p:cNvSpPr/>
              <p:nvPr/>
            </p:nvSpPr>
            <p:spPr>
              <a:xfrm>
                <a:off x="0" y="3163450"/>
                <a:ext cx="9144000" cy="1980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" name="Google Shape;26;p33"/>
            <p:cNvGrpSpPr/>
            <p:nvPr/>
          </p:nvGrpSpPr>
          <p:grpSpPr>
            <a:xfrm>
              <a:off x="7403112" y="4156132"/>
              <a:ext cx="1741210" cy="1029003"/>
              <a:chOff x="7403112" y="4156132"/>
              <a:chExt cx="1741210" cy="1029003"/>
            </a:xfrm>
          </p:grpSpPr>
          <p:sp>
            <p:nvSpPr>
              <p:cNvPr id="27" name="Google Shape;27;p33"/>
              <p:cNvSpPr/>
              <p:nvPr/>
            </p:nvSpPr>
            <p:spPr>
              <a:xfrm>
                <a:off x="7830600" y="4156132"/>
                <a:ext cx="1313722" cy="996829"/>
              </a:xfrm>
              <a:custGeom>
                <a:rect b="b" l="l" r="r" t="t"/>
                <a:pathLst>
                  <a:path extrusionOk="0" h="30931" w="40764">
                    <a:moveTo>
                      <a:pt x="37643" y="1"/>
                    </a:moveTo>
                    <a:cubicBezTo>
                      <a:pt x="36339" y="1"/>
                      <a:pt x="34901" y="1033"/>
                      <a:pt x="34392" y="2844"/>
                    </a:cubicBezTo>
                    <a:cubicBezTo>
                      <a:pt x="33458" y="6080"/>
                      <a:pt x="36427" y="9048"/>
                      <a:pt x="37795" y="11550"/>
                    </a:cubicBezTo>
                    <a:cubicBezTo>
                      <a:pt x="38740" y="13256"/>
                      <a:pt x="37486" y="14803"/>
                      <a:pt x="36137" y="14803"/>
                    </a:cubicBezTo>
                    <a:cubicBezTo>
                      <a:pt x="35534" y="14803"/>
                      <a:pt x="34912" y="14494"/>
                      <a:pt x="34459" y="13752"/>
                    </a:cubicBezTo>
                    <a:cubicBezTo>
                      <a:pt x="32991" y="11350"/>
                      <a:pt x="34359" y="9148"/>
                      <a:pt x="33425" y="7847"/>
                    </a:cubicBezTo>
                    <a:cubicBezTo>
                      <a:pt x="33198" y="7520"/>
                      <a:pt x="32945" y="7363"/>
                      <a:pt x="32687" y="7363"/>
                    </a:cubicBezTo>
                    <a:cubicBezTo>
                      <a:pt x="31921" y="7363"/>
                      <a:pt x="31105" y="8738"/>
                      <a:pt x="30756" y="11083"/>
                    </a:cubicBezTo>
                    <a:cubicBezTo>
                      <a:pt x="30289" y="14219"/>
                      <a:pt x="32324" y="14619"/>
                      <a:pt x="33992" y="17254"/>
                    </a:cubicBezTo>
                    <a:cubicBezTo>
                      <a:pt x="35660" y="19923"/>
                      <a:pt x="36394" y="24259"/>
                      <a:pt x="33992" y="25193"/>
                    </a:cubicBezTo>
                    <a:cubicBezTo>
                      <a:pt x="33553" y="25364"/>
                      <a:pt x="33191" y="25444"/>
                      <a:pt x="32892" y="25444"/>
                    </a:cubicBezTo>
                    <a:cubicBezTo>
                      <a:pt x="31557" y="25444"/>
                      <a:pt x="31490" y="23835"/>
                      <a:pt x="31490" y="21491"/>
                    </a:cubicBezTo>
                    <a:cubicBezTo>
                      <a:pt x="31490" y="20222"/>
                      <a:pt x="30786" y="19625"/>
                      <a:pt x="30023" y="19625"/>
                    </a:cubicBezTo>
                    <a:cubicBezTo>
                      <a:pt x="29061" y="19625"/>
                      <a:pt x="28005" y="20575"/>
                      <a:pt x="28154" y="22325"/>
                    </a:cubicBezTo>
                    <a:cubicBezTo>
                      <a:pt x="28421" y="25460"/>
                      <a:pt x="28788" y="27395"/>
                      <a:pt x="25653" y="27795"/>
                    </a:cubicBezTo>
                    <a:cubicBezTo>
                      <a:pt x="25516" y="27811"/>
                      <a:pt x="25387" y="27819"/>
                      <a:pt x="25267" y="27819"/>
                    </a:cubicBezTo>
                    <a:cubicBezTo>
                      <a:pt x="22622" y="27819"/>
                      <a:pt x="23775" y="24091"/>
                      <a:pt x="25019" y="21858"/>
                    </a:cubicBezTo>
                    <a:cubicBezTo>
                      <a:pt x="26286" y="19556"/>
                      <a:pt x="29455" y="19022"/>
                      <a:pt x="29822" y="16620"/>
                    </a:cubicBezTo>
                    <a:cubicBezTo>
                      <a:pt x="30189" y="14252"/>
                      <a:pt x="28688" y="14386"/>
                      <a:pt x="28755" y="11817"/>
                    </a:cubicBezTo>
                    <a:cubicBezTo>
                      <a:pt x="28788" y="9282"/>
                      <a:pt x="30256" y="7481"/>
                      <a:pt x="30189" y="4679"/>
                    </a:cubicBezTo>
                    <a:cubicBezTo>
                      <a:pt x="30152" y="3123"/>
                      <a:pt x="29029" y="2336"/>
                      <a:pt x="27786" y="2336"/>
                    </a:cubicBezTo>
                    <a:cubicBezTo>
                      <a:pt x="26818" y="2336"/>
                      <a:pt x="25776" y="2814"/>
                      <a:pt x="25119" y="3778"/>
                    </a:cubicBezTo>
                    <a:cubicBezTo>
                      <a:pt x="23584" y="5979"/>
                      <a:pt x="25286" y="8014"/>
                      <a:pt x="26453" y="12918"/>
                    </a:cubicBezTo>
                    <a:cubicBezTo>
                      <a:pt x="27039" y="15379"/>
                      <a:pt x="26112" y="16437"/>
                      <a:pt x="25056" y="16437"/>
                    </a:cubicBezTo>
                    <a:cubicBezTo>
                      <a:pt x="24009" y="16437"/>
                      <a:pt x="22834" y="15396"/>
                      <a:pt x="22884" y="13652"/>
                    </a:cubicBezTo>
                    <a:cubicBezTo>
                      <a:pt x="22958" y="11056"/>
                      <a:pt x="22867" y="9119"/>
                      <a:pt x="21810" y="9119"/>
                    </a:cubicBezTo>
                    <a:cubicBezTo>
                      <a:pt x="21441" y="9119"/>
                      <a:pt x="20954" y="9356"/>
                      <a:pt x="20315" y="9882"/>
                    </a:cubicBezTo>
                    <a:cubicBezTo>
                      <a:pt x="17814" y="11884"/>
                      <a:pt x="20382" y="16153"/>
                      <a:pt x="22250" y="19823"/>
                    </a:cubicBezTo>
                    <a:cubicBezTo>
                      <a:pt x="23494" y="22311"/>
                      <a:pt x="22714" y="23649"/>
                      <a:pt x="21822" y="23649"/>
                    </a:cubicBezTo>
                    <a:cubicBezTo>
                      <a:pt x="21399" y="23649"/>
                      <a:pt x="20951" y="23348"/>
                      <a:pt x="20682" y="22725"/>
                    </a:cubicBezTo>
                    <a:cubicBezTo>
                      <a:pt x="20188" y="21558"/>
                      <a:pt x="19435" y="20825"/>
                      <a:pt x="18675" y="20825"/>
                    </a:cubicBezTo>
                    <a:cubicBezTo>
                      <a:pt x="18153" y="20825"/>
                      <a:pt x="17628" y="21170"/>
                      <a:pt x="17180" y="21958"/>
                    </a:cubicBezTo>
                    <a:cubicBezTo>
                      <a:pt x="16046" y="23926"/>
                      <a:pt x="17347" y="27428"/>
                      <a:pt x="15979" y="29229"/>
                    </a:cubicBezTo>
                    <a:cubicBezTo>
                      <a:pt x="15530" y="29821"/>
                      <a:pt x="15016" y="30107"/>
                      <a:pt x="14507" y="30107"/>
                    </a:cubicBezTo>
                    <a:cubicBezTo>
                      <a:pt x="13466" y="30107"/>
                      <a:pt x="12446" y="28912"/>
                      <a:pt x="12043" y="26694"/>
                    </a:cubicBezTo>
                    <a:cubicBezTo>
                      <a:pt x="11442" y="23359"/>
                      <a:pt x="13944" y="22792"/>
                      <a:pt x="15512" y="19823"/>
                    </a:cubicBezTo>
                    <a:cubicBezTo>
                      <a:pt x="16814" y="17358"/>
                      <a:pt x="15241" y="15744"/>
                      <a:pt x="13277" y="15744"/>
                    </a:cubicBezTo>
                    <a:cubicBezTo>
                      <a:pt x="12875" y="15744"/>
                      <a:pt x="12456" y="15812"/>
                      <a:pt x="12043" y="15953"/>
                    </a:cubicBezTo>
                    <a:cubicBezTo>
                      <a:pt x="9574" y="16787"/>
                      <a:pt x="11342" y="19956"/>
                      <a:pt x="10709" y="23659"/>
                    </a:cubicBezTo>
                    <a:cubicBezTo>
                      <a:pt x="10514" y="24747"/>
                      <a:pt x="10065" y="25184"/>
                      <a:pt x="9527" y="25184"/>
                    </a:cubicBezTo>
                    <a:cubicBezTo>
                      <a:pt x="8215" y="25184"/>
                      <a:pt x="6372" y="22594"/>
                      <a:pt x="6372" y="20490"/>
                    </a:cubicBezTo>
                    <a:cubicBezTo>
                      <a:pt x="6372" y="18504"/>
                      <a:pt x="5151" y="16412"/>
                      <a:pt x="3783" y="16412"/>
                    </a:cubicBezTo>
                    <a:cubicBezTo>
                      <a:pt x="3128" y="16412"/>
                      <a:pt x="2440" y="16890"/>
                      <a:pt x="1836" y="18088"/>
                    </a:cubicBezTo>
                    <a:cubicBezTo>
                      <a:pt x="1" y="21791"/>
                      <a:pt x="3403" y="24660"/>
                      <a:pt x="4704" y="26127"/>
                    </a:cubicBezTo>
                    <a:cubicBezTo>
                      <a:pt x="6005" y="27595"/>
                      <a:pt x="6472" y="29530"/>
                      <a:pt x="2770" y="30931"/>
                    </a:cubicBezTo>
                    <a:lnTo>
                      <a:pt x="40763" y="30330"/>
                    </a:lnTo>
                    <a:cubicBezTo>
                      <a:pt x="40763" y="30330"/>
                      <a:pt x="40763" y="4979"/>
                      <a:pt x="39929" y="1943"/>
                    </a:cubicBezTo>
                    <a:cubicBezTo>
                      <a:pt x="39567" y="610"/>
                      <a:pt x="38644" y="1"/>
                      <a:pt x="376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8" name="Google Shape;28;p33"/>
              <p:cNvGrpSpPr/>
              <p:nvPr/>
            </p:nvGrpSpPr>
            <p:grpSpPr>
              <a:xfrm rot="739684">
                <a:off x="7445348" y="4564015"/>
                <a:ext cx="1077430" cy="512003"/>
                <a:chOff x="4925350" y="704275"/>
                <a:chExt cx="1077475" cy="512025"/>
              </a:xfrm>
            </p:grpSpPr>
            <p:sp>
              <p:nvSpPr>
                <p:cNvPr id="29" name="Google Shape;29;p33"/>
                <p:cNvSpPr/>
                <p:nvPr/>
              </p:nvSpPr>
              <p:spPr>
                <a:xfrm>
                  <a:off x="4925350" y="743200"/>
                  <a:ext cx="670500" cy="172925"/>
                </a:xfrm>
                <a:custGeom>
                  <a:rect b="b" l="l" r="r" t="t"/>
                  <a:pathLst>
                    <a:path extrusionOk="0" h="6917" w="26820">
                      <a:moveTo>
                        <a:pt x="13408" y="0"/>
                      </a:moveTo>
                      <a:cubicBezTo>
                        <a:pt x="6185" y="0"/>
                        <a:pt x="1" y="4481"/>
                        <a:pt x="1" y="4481"/>
                      </a:cubicBezTo>
                      <a:cubicBezTo>
                        <a:pt x="904" y="4638"/>
                        <a:pt x="1765" y="4704"/>
                        <a:pt x="2589" y="4704"/>
                      </a:cubicBezTo>
                      <a:cubicBezTo>
                        <a:pt x="6608" y="4704"/>
                        <a:pt x="9749" y="3155"/>
                        <a:pt x="12638" y="3155"/>
                      </a:cubicBezTo>
                      <a:cubicBezTo>
                        <a:pt x="13686" y="3155"/>
                        <a:pt x="14701" y="3359"/>
                        <a:pt x="15712" y="3914"/>
                      </a:cubicBezTo>
                      <a:cubicBezTo>
                        <a:pt x="20082" y="6316"/>
                        <a:pt x="26820" y="6916"/>
                        <a:pt x="26820" y="6916"/>
                      </a:cubicBezTo>
                      <a:cubicBezTo>
                        <a:pt x="26820" y="6916"/>
                        <a:pt x="22383" y="579"/>
                        <a:pt x="14644" y="45"/>
                      </a:cubicBezTo>
                      <a:cubicBezTo>
                        <a:pt x="14229" y="14"/>
                        <a:pt x="13817" y="0"/>
                        <a:pt x="13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" name="Google Shape;30;p33"/>
                <p:cNvSpPr/>
                <p:nvPr/>
              </p:nvSpPr>
              <p:spPr>
                <a:xfrm>
                  <a:off x="5240575" y="942350"/>
                  <a:ext cx="567925" cy="146325"/>
                </a:xfrm>
                <a:custGeom>
                  <a:rect b="b" l="l" r="r" t="t"/>
                  <a:pathLst>
                    <a:path extrusionOk="0" h="5853" w="22717">
                      <a:moveTo>
                        <a:pt x="17929" y="1"/>
                      </a:moveTo>
                      <a:cubicBezTo>
                        <a:pt x="15911" y="1"/>
                        <a:pt x="13527" y="302"/>
                        <a:pt x="11342" y="1352"/>
                      </a:cubicBezTo>
                      <a:cubicBezTo>
                        <a:pt x="5588" y="4132"/>
                        <a:pt x="1548" y="4364"/>
                        <a:pt x="361" y="4364"/>
                      </a:cubicBezTo>
                      <a:cubicBezTo>
                        <a:pt x="124" y="4364"/>
                        <a:pt x="1" y="4354"/>
                        <a:pt x="1" y="4354"/>
                      </a:cubicBezTo>
                      <a:lnTo>
                        <a:pt x="1" y="4354"/>
                      </a:lnTo>
                      <a:cubicBezTo>
                        <a:pt x="2237" y="5423"/>
                        <a:pt x="4500" y="5852"/>
                        <a:pt x="6647" y="5852"/>
                      </a:cubicBezTo>
                      <a:cubicBezTo>
                        <a:pt x="10265" y="5852"/>
                        <a:pt x="13551" y="4631"/>
                        <a:pt x="15812" y="3187"/>
                      </a:cubicBezTo>
                      <a:cubicBezTo>
                        <a:pt x="17880" y="1786"/>
                        <a:pt x="20248" y="918"/>
                        <a:pt x="22717" y="552"/>
                      </a:cubicBezTo>
                      <a:cubicBezTo>
                        <a:pt x="22717" y="552"/>
                        <a:pt x="20657" y="1"/>
                        <a:pt x="1792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Google Shape;31;p33"/>
                <p:cNvSpPr/>
                <p:nvPr/>
              </p:nvSpPr>
              <p:spPr>
                <a:xfrm>
                  <a:off x="5482425" y="1051825"/>
                  <a:ext cx="492875" cy="164475"/>
                </a:xfrm>
                <a:custGeom>
                  <a:rect b="b" l="l" r="r" t="t"/>
                  <a:pathLst>
                    <a:path extrusionOk="0" h="6579" w="19715">
                      <a:moveTo>
                        <a:pt x="14944" y="0"/>
                      </a:moveTo>
                      <a:cubicBezTo>
                        <a:pt x="12982" y="0"/>
                        <a:pt x="10528" y="740"/>
                        <a:pt x="8540" y="2344"/>
                      </a:cubicBezTo>
                      <a:cubicBezTo>
                        <a:pt x="5471" y="4845"/>
                        <a:pt x="0" y="4879"/>
                        <a:pt x="0" y="4879"/>
                      </a:cubicBezTo>
                      <a:cubicBezTo>
                        <a:pt x="0" y="4879"/>
                        <a:pt x="2899" y="6579"/>
                        <a:pt x="6353" y="6579"/>
                      </a:cubicBezTo>
                      <a:cubicBezTo>
                        <a:pt x="7172" y="6579"/>
                        <a:pt x="8023" y="6483"/>
                        <a:pt x="8873" y="6246"/>
                      </a:cubicBezTo>
                      <a:cubicBezTo>
                        <a:pt x="12727" y="5166"/>
                        <a:pt x="14306" y="2323"/>
                        <a:pt x="17994" y="2323"/>
                      </a:cubicBezTo>
                      <a:cubicBezTo>
                        <a:pt x="18521" y="2323"/>
                        <a:pt x="19090" y="2381"/>
                        <a:pt x="19714" y="2510"/>
                      </a:cubicBezTo>
                      <a:cubicBezTo>
                        <a:pt x="19714" y="2510"/>
                        <a:pt x="19314" y="1877"/>
                        <a:pt x="17613" y="676"/>
                      </a:cubicBezTo>
                      <a:cubicBezTo>
                        <a:pt x="16990" y="233"/>
                        <a:pt x="16044" y="0"/>
                        <a:pt x="1494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32;p33"/>
                <p:cNvSpPr/>
                <p:nvPr/>
              </p:nvSpPr>
              <p:spPr>
                <a:xfrm>
                  <a:off x="5657550" y="704275"/>
                  <a:ext cx="271875" cy="318600"/>
                </a:xfrm>
                <a:custGeom>
                  <a:rect b="b" l="l" r="r" t="t"/>
                  <a:pathLst>
                    <a:path extrusionOk="0" h="12744" w="10875">
                      <a:moveTo>
                        <a:pt x="0" y="1"/>
                      </a:moveTo>
                      <a:cubicBezTo>
                        <a:pt x="0" y="1"/>
                        <a:pt x="3503" y="1702"/>
                        <a:pt x="5104" y="4437"/>
                      </a:cubicBezTo>
                      <a:cubicBezTo>
                        <a:pt x="6705" y="7139"/>
                        <a:pt x="9941" y="12743"/>
                        <a:pt x="9941" y="12743"/>
                      </a:cubicBezTo>
                      <a:cubicBezTo>
                        <a:pt x="8273" y="8540"/>
                        <a:pt x="10875" y="7439"/>
                        <a:pt x="8840" y="3937"/>
                      </a:cubicBezTo>
                      <a:cubicBezTo>
                        <a:pt x="6805" y="434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" name="Google Shape;33;p33"/>
                <p:cNvSpPr/>
                <p:nvPr/>
              </p:nvSpPr>
              <p:spPr>
                <a:xfrm>
                  <a:off x="4925350" y="750975"/>
                  <a:ext cx="1077475" cy="422825"/>
                </a:xfrm>
                <a:custGeom>
                  <a:rect b="b" l="l" r="r" t="t"/>
                  <a:pathLst>
                    <a:path extrusionOk="0" fill="none" h="16913" w="43099">
                      <a:moveTo>
                        <a:pt x="43098" y="16913"/>
                      </a:moveTo>
                      <a:cubicBezTo>
                        <a:pt x="40963" y="11642"/>
                        <a:pt x="37027" y="7406"/>
                        <a:pt x="30356" y="7106"/>
                      </a:cubicBezTo>
                      <a:cubicBezTo>
                        <a:pt x="23718" y="6839"/>
                        <a:pt x="20549" y="3170"/>
                        <a:pt x="15145" y="1602"/>
                      </a:cubicBezTo>
                      <a:cubicBezTo>
                        <a:pt x="9741" y="1"/>
                        <a:pt x="1" y="4170"/>
                        <a:pt x="1" y="417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" name="Google Shape;34;p33"/>
                <p:cNvSpPr/>
                <p:nvPr/>
              </p:nvSpPr>
              <p:spPr>
                <a:xfrm>
                  <a:off x="5240575" y="954450"/>
                  <a:ext cx="567925" cy="117625"/>
                </a:xfrm>
                <a:custGeom>
                  <a:rect b="b" l="l" r="r" t="t"/>
                  <a:pathLst>
                    <a:path extrusionOk="0" fill="none" h="4705" w="22717">
                      <a:moveTo>
                        <a:pt x="1" y="3870"/>
                      </a:moveTo>
                      <a:cubicBezTo>
                        <a:pt x="8774" y="4704"/>
                        <a:pt x="12343" y="2803"/>
                        <a:pt x="14978" y="1402"/>
                      </a:cubicBezTo>
                      <a:cubicBezTo>
                        <a:pt x="17613" y="1"/>
                        <a:pt x="22717" y="68"/>
                        <a:pt x="22717" y="68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" name="Google Shape;35;p33"/>
                <p:cNvSpPr/>
                <p:nvPr/>
              </p:nvSpPr>
              <p:spPr>
                <a:xfrm>
                  <a:off x="5656700" y="704275"/>
                  <a:ext cx="249375" cy="319425"/>
                </a:xfrm>
                <a:custGeom>
                  <a:rect b="b" l="l" r="r" t="t"/>
                  <a:pathLst>
                    <a:path extrusionOk="0" fill="none" h="12777" w="9975">
                      <a:moveTo>
                        <a:pt x="1" y="1"/>
                      </a:moveTo>
                      <a:cubicBezTo>
                        <a:pt x="4037" y="768"/>
                        <a:pt x="7573" y="3470"/>
                        <a:pt x="8107" y="5972"/>
                      </a:cubicBezTo>
                      <a:cubicBezTo>
                        <a:pt x="8607" y="8240"/>
                        <a:pt x="9241" y="10542"/>
                        <a:pt x="9975" y="1277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" name="Google Shape;36;p33"/>
                <p:cNvSpPr/>
                <p:nvPr/>
              </p:nvSpPr>
              <p:spPr>
                <a:xfrm>
                  <a:off x="5481575" y="1069550"/>
                  <a:ext cx="492875" cy="134275"/>
                </a:xfrm>
                <a:custGeom>
                  <a:rect b="b" l="l" r="r" t="t"/>
                  <a:pathLst>
                    <a:path extrusionOk="0" fill="none" h="5371" w="19715">
                      <a:moveTo>
                        <a:pt x="1" y="4170"/>
                      </a:moveTo>
                      <a:cubicBezTo>
                        <a:pt x="5138" y="5371"/>
                        <a:pt x="8974" y="3636"/>
                        <a:pt x="12143" y="1801"/>
                      </a:cubicBezTo>
                      <a:cubicBezTo>
                        <a:pt x="15312" y="0"/>
                        <a:pt x="19715" y="1801"/>
                        <a:pt x="19715" y="180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7" name="Google Shape;37;p33"/>
            <p:cNvSpPr/>
            <p:nvPr/>
          </p:nvSpPr>
          <p:spPr>
            <a:xfrm flipH="1">
              <a:off x="-3571" y="4285732"/>
              <a:ext cx="1142921" cy="867228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" name="Google Shape;38;p33"/>
            <p:cNvGrpSpPr/>
            <p:nvPr/>
          </p:nvGrpSpPr>
          <p:grpSpPr>
            <a:xfrm>
              <a:off x="228600" y="3780600"/>
              <a:ext cx="692200" cy="1356000"/>
              <a:chOff x="3978000" y="1359750"/>
              <a:chExt cx="692200" cy="1356000"/>
            </a:xfrm>
          </p:grpSpPr>
          <p:sp>
            <p:nvSpPr>
              <p:cNvPr id="39" name="Google Shape;39;p33"/>
              <p:cNvSpPr/>
              <p:nvPr/>
            </p:nvSpPr>
            <p:spPr>
              <a:xfrm>
                <a:off x="3996350" y="1359750"/>
                <a:ext cx="206850" cy="477025"/>
              </a:xfrm>
              <a:custGeom>
                <a:rect b="b" l="l" r="r" t="t"/>
                <a:pathLst>
                  <a:path extrusionOk="0" h="19081" w="8274">
                    <a:moveTo>
                      <a:pt x="3837" y="0"/>
                    </a:moveTo>
                    <a:cubicBezTo>
                      <a:pt x="3837" y="1"/>
                      <a:pt x="2036" y="5271"/>
                      <a:pt x="1035" y="9541"/>
                    </a:cubicBezTo>
                    <a:cubicBezTo>
                      <a:pt x="1" y="13777"/>
                      <a:pt x="2603" y="19081"/>
                      <a:pt x="2603" y="19081"/>
                    </a:cubicBezTo>
                    <a:cubicBezTo>
                      <a:pt x="8273" y="7973"/>
                      <a:pt x="3837" y="1"/>
                      <a:pt x="3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33"/>
              <p:cNvSpPr/>
              <p:nvPr/>
            </p:nvSpPr>
            <p:spPr>
              <a:xfrm>
                <a:off x="4102275" y="1480675"/>
                <a:ext cx="159300" cy="813100"/>
              </a:xfrm>
              <a:custGeom>
                <a:rect b="b" l="l" r="r" t="t"/>
                <a:pathLst>
                  <a:path extrusionOk="0" h="32524" w="6372">
                    <a:moveTo>
                      <a:pt x="3336" y="0"/>
                    </a:moveTo>
                    <a:cubicBezTo>
                      <a:pt x="3336" y="1"/>
                      <a:pt x="3803" y="935"/>
                      <a:pt x="3736" y="4704"/>
                    </a:cubicBezTo>
                    <a:cubicBezTo>
                      <a:pt x="3669" y="8473"/>
                      <a:pt x="2402" y="11542"/>
                      <a:pt x="1234" y="16645"/>
                    </a:cubicBezTo>
                    <a:cubicBezTo>
                      <a:pt x="67" y="21749"/>
                      <a:pt x="0" y="26586"/>
                      <a:pt x="4403" y="32524"/>
                    </a:cubicBezTo>
                    <a:cubicBezTo>
                      <a:pt x="4403" y="32524"/>
                      <a:pt x="4337" y="31022"/>
                      <a:pt x="4070" y="28621"/>
                    </a:cubicBezTo>
                    <a:cubicBezTo>
                      <a:pt x="3803" y="26186"/>
                      <a:pt x="5271" y="20415"/>
                      <a:pt x="5838" y="12176"/>
                    </a:cubicBezTo>
                    <a:cubicBezTo>
                      <a:pt x="6371" y="3970"/>
                      <a:pt x="3336" y="1"/>
                      <a:pt x="33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3"/>
              <p:cNvSpPr/>
              <p:nvPr/>
            </p:nvSpPr>
            <p:spPr>
              <a:xfrm>
                <a:off x="3978000" y="2038575"/>
                <a:ext cx="466200" cy="391575"/>
              </a:xfrm>
              <a:custGeom>
                <a:rect b="b" l="l" r="r" t="t"/>
                <a:pathLst>
                  <a:path extrusionOk="0" h="15663" w="18648">
                    <a:moveTo>
                      <a:pt x="18322" y="15088"/>
                    </a:moveTo>
                    <a:cubicBezTo>
                      <a:pt x="18431" y="15139"/>
                      <a:pt x="18539" y="15191"/>
                      <a:pt x="18648" y="15244"/>
                    </a:cubicBezTo>
                    <a:cubicBezTo>
                      <a:pt x="18538" y="15190"/>
                      <a:pt x="18429" y="15138"/>
                      <a:pt x="18322" y="15088"/>
                    </a:cubicBezTo>
                    <a:close/>
                    <a:moveTo>
                      <a:pt x="1" y="0"/>
                    </a:moveTo>
                    <a:lnTo>
                      <a:pt x="1" y="0"/>
                    </a:lnTo>
                    <a:cubicBezTo>
                      <a:pt x="735" y="2936"/>
                      <a:pt x="1168" y="5938"/>
                      <a:pt x="1302" y="8973"/>
                    </a:cubicBezTo>
                    <a:cubicBezTo>
                      <a:pt x="1553" y="14117"/>
                      <a:pt x="4104" y="15663"/>
                      <a:pt x="7541" y="15663"/>
                    </a:cubicBezTo>
                    <a:cubicBezTo>
                      <a:pt x="7760" y="15663"/>
                      <a:pt x="7982" y="15657"/>
                      <a:pt x="8207" y="15645"/>
                    </a:cubicBezTo>
                    <a:cubicBezTo>
                      <a:pt x="10798" y="15507"/>
                      <a:pt x="12412" y="14203"/>
                      <a:pt x="14782" y="14203"/>
                    </a:cubicBezTo>
                    <a:cubicBezTo>
                      <a:pt x="15783" y="14203"/>
                      <a:pt x="16920" y="14436"/>
                      <a:pt x="18322" y="15088"/>
                    </a:cubicBezTo>
                    <a:lnTo>
                      <a:pt x="18322" y="15088"/>
                    </a:lnTo>
                    <a:cubicBezTo>
                      <a:pt x="16717" y="14331"/>
                      <a:pt x="15029" y="13751"/>
                      <a:pt x="13310" y="13376"/>
                    </a:cubicBezTo>
                    <a:cubicBezTo>
                      <a:pt x="10542" y="12809"/>
                      <a:pt x="5271" y="13910"/>
                      <a:pt x="4571" y="8973"/>
                    </a:cubicBezTo>
                    <a:cubicBezTo>
                      <a:pt x="3837" y="4037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33"/>
              <p:cNvSpPr/>
              <p:nvPr/>
            </p:nvSpPr>
            <p:spPr>
              <a:xfrm>
                <a:off x="4273225" y="1963525"/>
                <a:ext cx="321075" cy="575425"/>
              </a:xfrm>
              <a:custGeom>
                <a:rect b="b" l="l" r="r" t="t"/>
                <a:pathLst>
                  <a:path extrusionOk="0" h="23017" w="1284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668" y="3603"/>
                      <a:pt x="1401" y="8006"/>
                    </a:cubicBezTo>
                    <a:cubicBezTo>
                      <a:pt x="2135" y="12442"/>
                      <a:pt x="5738" y="13476"/>
                      <a:pt x="7939" y="15378"/>
                    </a:cubicBezTo>
                    <a:cubicBezTo>
                      <a:pt x="10174" y="17246"/>
                      <a:pt x="10541" y="19080"/>
                      <a:pt x="11175" y="20515"/>
                    </a:cubicBezTo>
                    <a:cubicBezTo>
                      <a:pt x="11609" y="21449"/>
                      <a:pt x="12142" y="22283"/>
                      <a:pt x="12843" y="23017"/>
                    </a:cubicBezTo>
                    <a:cubicBezTo>
                      <a:pt x="11275" y="18747"/>
                      <a:pt x="12476" y="13943"/>
                      <a:pt x="10241" y="11942"/>
                    </a:cubicBezTo>
                    <a:cubicBezTo>
                      <a:pt x="8039" y="9974"/>
                      <a:pt x="5037" y="8540"/>
                      <a:pt x="3269" y="4970"/>
                    </a:cubicBezTo>
                    <a:cubicBezTo>
                      <a:pt x="1502" y="1368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3"/>
              <p:cNvSpPr/>
              <p:nvPr/>
            </p:nvSpPr>
            <p:spPr>
              <a:xfrm>
                <a:off x="4038050" y="2497175"/>
                <a:ext cx="628800" cy="180200"/>
              </a:xfrm>
              <a:custGeom>
                <a:rect b="b" l="l" r="r" t="t"/>
                <a:pathLst>
                  <a:path extrusionOk="0" h="7208" w="25152">
                    <a:moveTo>
                      <a:pt x="3418" y="0"/>
                    </a:moveTo>
                    <a:cubicBezTo>
                      <a:pt x="2260" y="0"/>
                      <a:pt x="1107" y="208"/>
                      <a:pt x="1" y="603"/>
                    </a:cubicBezTo>
                    <a:cubicBezTo>
                      <a:pt x="92" y="601"/>
                      <a:pt x="183" y="599"/>
                      <a:pt x="274" y="599"/>
                    </a:cubicBezTo>
                    <a:cubicBezTo>
                      <a:pt x="2546" y="599"/>
                      <a:pt x="4740" y="1397"/>
                      <a:pt x="6472" y="2905"/>
                    </a:cubicBezTo>
                    <a:cubicBezTo>
                      <a:pt x="8918" y="5052"/>
                      <a:pt x="10744" y="6468"/>
                      <a:pt x="13321" y="6468"/>
                    </a:cubicBezTo>
                    <a:cubicBezTo>
                      <a:pt x="13907" y="6468"/>
                      <a:pt x="14532" y="6395"/>
                      <a:pt x="15212" y="6240"/>
                    </a:cubicBezTo>
                    <a:cubicBezTo>
                      <a:pt x="17832" y="5645"/>
                      <a:pt x="19585" y="4964"/>
                      <a:pt x="21090" y="4964"/>
                    </a:cubicBezTo>
                    <a:cubicBezTo>
                      <a:pt x="21692" y="4964"/>
                      <a:pt x="22255" y="5073"/>
                      <a:pt x="22817" y="5340"/>
                    </a:cubicBezTo>
                    <a:cubicBezTo>
                      <a:pt x="24478" y="6088"/>
                      <a:pt x="24991" y="6881"/>
                      <a:pt x="25117" y="7129"/>
                    </a:cubicBezTo>
                    <a:lnTo>
                      <a:pt x="25117" y="7129"/>
                    </a:lnTo>
                    <a:cubicBezTo>
                      <a:pt x="23466" y="3508"/>
                      <a:pt x="20008" y="2301"/>
                      <a:pt x="16214" y="2301"/>
                    </a:cubicBezTo>
                    <a:cubicBezTo>
                      <a:pt x="15674" y="2301"/>
                      <a:pt x="15127" y="2326"/>
                      <a:pt x="14578" y="2371"/>
                    </a:cubicBezTo>
                    <a:cubicBezTo>
                      <a:pt x="14141" y="2407"/>
                      <a:pt x="13735" y="2424"/>
                      <a:pt x="13357" y="2424"/>
                    </a:cubicBezTo>
                    <a:cubicBezTo>
                      <a:pt x="9898" y="2424"/>
                      <a:pt x="8692" y="1025"/>
                      <a:pt x="5805" y="303"/>
                    </a:cubicBezTo>
                    <a:cubicBezTo>
                      <a:pt x="5016" y="99"/>
                      <a:pt x="4216" y="0"/>
                      <a:pt x="3418" y="0"/>
                    </a:cubicBezTo>
                    <a:close/>
                    <a:moveTo>
                      <a:pt x="25117" y="7129"/>
                    </a:moveTo>
                    <a:cubicBezTo>
                      <a:pt x="25128" y="7155"/>
                      <a:pt x="25140" y="7182"/>
                      <a:pt x="25152" y="7208"/>
                    </a:cubicBezTo>
                    <a:cubicBezTo>
                      <a:pt x="25152" y="7208"/>
                      <a:pt x="25142" y="7180"/>
                      <a:pt x="25117" y="7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3"/>
              <p:cNvSpPr/>
              <p:nvPr/>
            </p:nvSpPr>
            <p:spPr>
              <a:xfrm>
                <a:off x="4033875" y="1359750"/>
                <a:ext cx="636325" cy="1356000"/>
              </a:xfrm>
              <a:custGeom>
                <a:rect b="b" l="l" r="r" t="t"/>
                <a:pathLst>
                  <a:path extrusionOk="0" fill="none" h="54240" w="25453">
                    <a:moveTo>
                      <a:pt x="25452" y="54239"/>
                    </a:moveTo>
                    <a:cubicBezTo>
                      <a:pt x="25452" y="49703"/>
                      <a:pt x="21483" y="45300"/>
                      <a:pt x="16413" y="42397"/>
                    </a:cubicBezTo>
                    <a:cubicBezTo>
                      <a:pt x="11342" y="39495"/>
                      <a:pt x="5505" y="38461"/>
                      <a:pt x="2736" y="31456"/>
                    </a:cubicBezTo>
                    <a:cubicBezTo>
                      <a:pt x="1" y="24418"/>
                      <a:pt x="701" y="22450"/>
                      <a:pt x="1168" y="18113"/>
                    </a:cubicBezTo>
                    <a:cubicBezTo>
                      <a:pt x="1635" y="13810"/>
                      <a:pt x="3136" y="4470"/>
                      <a:pt x="2336" y="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3"/>
              <p:cNvSpPr/>
              <p:nvPr/>
            </p:nvSpPr>
            <p:spPr>
              <a:xfrm>
                <a:off x="4139800" y="1480675"/>
                <a:ext cx="91750" cy="813100"/>
              </a:xfrm>
              <a:custGeom>
                <a:rect b="b" l="l" r="r" t="t"/>
                <a:pathLst>
                  <a:path extrusionOk="0" fill="none" h="32524" w="3670">
                    <a:moveTo>
                      <a:pt x="1835" y="0"/>
                    </a:moveTo>
                    <a:cubicBezTo>
                      <a:pt x="3403" y="6171"/>
                      <a:pt x="3670" y="10908"/>
                      <a:pt x="1835" y="18013"/>
                    </a:cubicBezTo>
                    <a:cubicBezTo>
                      <a:pt x="0" y="25118"/>
                      <a:pt x="2369" y="30789"/>
                      <a:pt x="2902" y="32524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33"/>
              <p:cNvSpPr/>
              <p:nvPr/>
            </p:nvSpPr>
            <p:spPr>
              <a:xfrm>
                <a:off x="3978000" y="2037725"/>
                <a:ext cx="441175" cy="373625"/>
              </a:xfrm>
              <a:custGeom>
                <a:rect b="b" l="l" r="r" t="t"/>
                <a:pathLst>
                  <a:path extrusionOk="0" fill="none" h="14945" w="17647">
                    <a:moveTo>
                      <a:pt x="1" y="1"/>
                    </a:moveTo>
                    <a:cubicBezTo>
                      <a:pt x="2503" y="5305"/>
                      <a:pt x="2203" y="10875"/>
                      <a:pt x="4571" y="12910"/>
                    </a:cubicBezTo>
                    <a:cubicBezTo>
                      <a:pt x="6906" y="14945"/>
                      <a:pt x="14311" y="12677"/>
                      <a:pt x="17647" y="1471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3"/>
              <p:cNvSpPr/>
              <p:nvPr/>
            </p:nvSpPr>
            <p:spPr>
              <a:xfrm>
                <a:off x="4273225" y="1963525"/>
                <a:ext cx="320250" cy="575425"/>
              </a:xfrm>
              <a:custGeom>
                <a:rect b="b" l="l" r="r" t="t"/>
                <a:pathLst>
                  <a:path extrusionOk="0" fill="none" h="23017" w="12810">
                    <a:moveTo>
                      <a:pt x="0" y="0"/>
                    </a:moveTo>
                    <a:cubicBezTo>
                      <a:pt x="2135" y="5170"/>
                      <a:pt x="2335" y="9373"/>
                      <a:pt x="5838" y="11508"/>
                    </a:cubicBezTo>
                    <a:cubicBezTo>
                      <a:pt x="9340" y="13643"/>
                      <a:pt x="9707" y="13210"/>
                      <a:pt x="10541" y="16345"/>
                    </a:cubicBezTo>
                    <a:cubicBezTo>
                      <a:pt x="11175" y="18613"/>
                      <a:pt x="11942" y="20848"/>
                      <a:pt x="12810" y="2301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3"/>
              <p:cNvSpPr/>
              <p:nvPr/>
            </p:nvSpPr>
            <p:spPr>
              <a:xfrm>
                <a:off x="4038050" y="2504725"/>
                <a:ext cx="627975" cy="172650"/>
              </a:xfrm>
              <a:custGeom>
                <a:rect b="b" l="l" r="r" t="t"/>
                <a:pathLst>
                  <a:path extrusionOk="0" fill="none" h="6906" w="25119">
                    <a:moveTo>
                      <a:pt x="1" y="301"/>
                    </a:moveTo>
                    <a:cubicBezTo>
                      <a:pt x="5805" y="1"/>
                      <a:pt x="8207" y="3270"/>
                      <a:pt x="11776" y="4204"/>
                    </a:cubicBezTo>
                    <a:cubicBezTo>
                      <a:pt x="15312" y="5105"/>
                      <a:pt x="16646" y="3337"/>
                      <a:pt x="19281" y="3337"/>
                    </a:cubicBezTo>
                    <a:cubicBezTo>
                      <a:pt x="21916" y="3303"/>
                      <a:pt x="25119" y="6906"/>
                      <a:pt x="25119" y="690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33"/>
            <p:cNvGrpSpPr/>
            <p:nvPr/>
          </p:nvGrpSpPr>
          <p:grpSpPr>
            <a:xfrm flipH="1">
              <a:off x="3853275" y="4102696"/>
              <a:ext cx="1437451" cy="1070462"/>
              <a:chOff x="3348635" y="3991675"/>
              <a:chExt cx="1586765" cy="1181655"/>
            </a:xfrm>
          </p:grpSpPr>
          <p:grpSp>
            <p:nvGrpSpPr>
              <p:cNvPr id="50" name="Google Shape;50;p33"/>
              <p:cNvGrpSpPr/>
              <p:nvPr/>
            </p:nvGrpSpPr>
            <p:grpSpPr>
              <a:xfrm>
                <a:off x="3825400" y="4246925"/>
                <a:ext cx="1066625" cy="897225"/>
                <a:chOff x="3825400" y="4246925"/>
                <a:chExt cx="1066625" cy="897225"/>
              </a:xfrm>
            </p:grpSpPr>
            <p:sp>
              <p:nvSpPr>
                <p:cNvPr id="51" name="Google Shape;51;p33"/>
                <p:cNvSpPr/>
                <p:nvPr/>
              </p:nvSpPr>
              <p:spPr>
                <a:xfrm>
                  <a:off x="3825400" y="4246925"/>
                  <a:ext cx="1066625" cy="897225"/>
                </a:xfrm>
                <a:custGeom>
                  <a:rect b="b" l="l" r="r" t="t"/>
                  <a:pathLst>
                    <a:path extrusionOk="0" h="35889" w="42665">
                      <a:moveTo>
                        <a:pt x="14839" y="1"/>
                      </a:moveTo>
                      <a:cubicBezTo>
                        <a:pt x="12955" y="1"/>
                        <a:pt x="11176" y="3827"/>
                        <a:pt x="12076" y="9169"/>
                      </a:cubicBezTo>
                      <a:cubicBezTo>
                        <a:pt x="13110" y="15340"/>
                        <a:pt x="15845" y="15407"/>
                        <a:pt x="16979" y="17108"/>
                      </a:cubicBezTo>
                      <a:cubicBezTo>
                        <a:pt x="18080" y="18776"/>
                        <a:pt x="16212" y="19110"/>
                        <a:pt x="15412" y="21311"/>
                      </a:cubicBezTo>
                      <a:cubicBezTo>
                        <a:pt x="14644" y="23546"/>
                        <a:pt x="14644" y="26215"/>
                        <a:pt x="12910" y="26215"/>
                      </a:cubicBezTo>
                      <a:cubicBezTo>
                        <a:pt x="11209" y="26215"/>
                        <a:pt x="10008" y="23480"/>
                        <a:pt x="10942" y="20978"/>
                      </a:cubicBezTo>
                      <a:cubicBezTo>
                        <a:pt x="11876" y="18443"/>
                        <a:pt x="13510" y="16441"/>
                        <a:pt x="10875" y="14907"/>
                      </a:cubicBezTo>
                      <a:cubicBezTo>
                        <a:pt x="10533" y="14710"/>
                        <a:pt x="10227" y="14622"/>
                        <a:pt x="9955" y="14622"/>
                      </a:cubicBezTo>
                      <a:cubicBezTo>
                        <a:pt x="8102" y="14622"/>
                        <a:pt x="7826" y="18738"/>
                        <a:pt x="8640" y="20978"/>
                      </a:cubicBezTo>
                      <a:cubicBezTo>
                        <a:pt x="9574" y="23546"/>
                        <a:pt x="9507" y="26715"/>
                        <a:pt x="7773" y="28083"/>
                      </a:cubicBezTo>
                      <a:cubicBezTo>
                        <a:pt x="7472" y="28324"/>
                        <a:pt x="7203" y="28433"/>
                        <a:pt x="6970" y="28433"/>
                      </a:cubicBezTo>
                      <a:cubicBezTo>
                        <a:pt x="5883" y="28433"/>
                        <a:pt x="5583" y="26077"/>
                        <a:pt x="6572" y="23880"/>
                      </a:cubicBezTo>
                      <a:cubicBezTo>
                        <a:pt x="7385" y="22044"/>
                        <a:pt x="6612" y="20613"/>
                        <a:pt x="5109" y="20613"/>
                      </a:cubicBezTo>
                      <a:cubicBezTo>
                        <a:pt x="4455" y="20613"/>
                        <a:pt x="3663" y="20884"/>
                        <a:pt x="2803" y="21512"/>
                      </a:cubicBezTo>
                      <a:cubicBezTo>
                        <a:pt x="1" y="23546"/>
                        <a:pt x="3336" y="26548"/>
                        <a:pt x="5738" y="29717"/>
                      </a:cubicBezTo>
                      <a:cubicBezTo>
                        <a:pt x="7479" y="32015"/>
                        <a:pt x="6696" y="34224"/>
                        <a:pt x="4571" y="34224"/>
                      </a:cubicBezTo>
                      <a:cubicBezTo>
                        <a:pt x="3764" y="34224"/>
                        <a:pt x="2764" y="33906"/>
                        <a:pt x="1635" y="33153"/>
                      </a:cubicBezTo>
                      <a:lnTo>
                        <a:pt x="1635" y="33153"/>
                      </a:lnTo>
                      <a:cubicBezTo>
                        <a:pt x="1635" y="33153"/>
                        <a:pt x="2302" y="35388"/>
                        <a:pt x="2402" y="35488"/>
                      </a:cubicBezTo>
                      <a:cubicBezTo>
                        <a:pt x="2446" y="35532"/>
                        <a:pt x="13405" y="35889"/>
                        <a:pt x="20927" y="35889"/>
                      </a:cubicBezTo>
                      <a:cubicBezTo>
                        <a:pt x="24914" y="35889"/>
                        <a:pt x="27935" y="35789"/>
                        <a:pt x="27854" y="35488"/>
                      </a:cubicBezTo>
                      <a:cubicBezTo>
                        <a:pt x="27620" y="34588"/>
                        <a:pt x="30222" y="33053"/>
                        <a:pt x="34258" y="32986"/>
                      </a:cubicBezTo>
                      <a:cubicBezTo>
                        <a:pt x="38295" y="32886"/>
                        <a:pt x="38728" y="31685"/>
                        <a:pt x="38528" y="29717"/>
                      </a:cubicBezTo>
                      <a:cubicBezTo>
                        <a:pt x="38429" y="28553"/>
                        <a:pt x="37373" y="27925"/>
                        <a:pt x="36008" y="27925"/>
                      </a:cubicBezTo>
                      <a:cubicBezTo>
                        <a:pt x="35067" y="27925"/>
                        <a:pt x="33979" y="28224"/>
                        <a:pt x="32957" y="28850"/>
                      </a:cubicBezTo>
                      <a:cubicBezTo>
                        <a:pt x="32056" y="29411"/>
                        <a:pt x="31186" y="29664"/>
                        <a:pt x="30502" y="29664"/>
                      </a:cubicBezTo>
                      <a:cubicBezTo>
                        <a:pt x="29315" y="29664"/>
                        <a:pt x="28693" y="28899"/>
                        <a:pt x="29455" y="27649"/>
                      </a:cubicBezTo>
                      <a:cubicBezTo>
                        <a:pt x="30656" y="25681"/>
                        <a:pt x="34425" y="25848"/>
                        <a:pt x="37160" y="25081"/>
                      </a:cubicBezTo>
                      <a:cubicBezTo>
                        <a:pt x="39929" y="24280"/>
                        <a:pt x="42664" y="19777"/>
                        <a:pt x="40429" y="17108"/>
                      </a:cubicBezTo>
                      <a:cubicBezTo>
                        <a:pt x="39937" y="16513"/>
                        <a:pt x="39346" y="16260"/>
                        <a:pt x="38719" y="16260"/>
                      </a:cubicBezTo>
                      <a:cubicBezTo>
                        <a:pt x="36495" y="16260"/>
                        <a:pt x="33807" y="19441"/>
                        <a:pt x="33391" y="21912"/>
                      </a:cubicBezTo>
                      <a:cubicBezTo>
                        <a:pt x="33191" y="23179"/>
                        <a:pt x="32618" y="23710"/>
                        <a:pt x="31991" y="23710"/>
                      </a:cubicBezTo>
                      <a:cubicBezTo>
                        <a:pt x="31050" y="23710"/>
                        <a:pt x="29989" y="22513"/>
                        <a:pt x="29889" y="20811"/>
                      </a:cubicBezTo>
                      <a:cubicBezTo>
                        <a:pt x="29722" y="17976"/>
                        <a:pt x="32190" y="16208"/>
                        <a:pt x="31790" y="13606"/>
                      </a:cubicBezTo>
                      <a:cubicBezTo>
                        <a:pt x="31628" y="12647"/>
                        <a:pt x="31145" y="12199"/>
                        <a:pt x="30504" y="12199"/>
                      </a:cubicBezTo>
                      <a:cubicBezTo>
                        <a:pt x="29430" y="12199"/>
                        <a:pt x="27911" y="13459"/>
                        <a:pt x="26720" y="15674"/>
                      </a:cubicBezTo>
                      <a:cubicBezTo>
                        <a:pt x="24852" y="19210"/>
                        <a:pt x="28021" y="21512"/>
                        <a:pt x="27887" y="24447"/>
                      </a:cubicBezTo>
                      <a:cubicBezTo>
                        <a:pt x="27720" y="27349"/>
                        <a:pt x="24585" y="31018"/>
                        <a:pt x="21516" y="31018"/>
                      </a:cubicBezTo>
                      <a:cubicBezTo>
                        <a:pt x="18414" y="31018"/>
                        <a:pt x="16546" y="27783"/>
                        <a:pt x="17146" y="23913"/>
                      </a:cubicBezTo>
                      <a:cubicBezTo>
                        <a:pt x="17747" y="20077"/>
                        <a:pt x="21249" y="21545"/>
                        <a:pt x="23918" y="19310"/>
                      </a:cubicBezTo>
                      <a:cubicBezTo>
                        <a:pt x="25974" y="17540"/>
                        <a:pt x="25024" y="15972"/>
                        <a:pt x="23318" y="15972"/>
                      </a:cubicBezTo>
                      <a:cubicBezTo>
                        <a:pt x="22838" y="15972"/>
                        <a:pt x="22299" y="16096"/>
                        <a:pt x="21749" y="16375"/>
                      </a:cubicBezTo>
                      <a:cubicBezTo>
                        <a:pt x="20979" y="16770"/>
                        <a:pt x="20364" y="16951"/>
                        <a:pt x="19888" y="16951"/>
                      </a:cubicBezTo>
                      <a:cubicBezTo>
                        <a:pt x="18840" y="16951"/>
                        <a:pt x="18466" y="16073"/>
                        <a:pt x="18581" y="14673"/>
                      </a:cubicBezTo>
                      <a:cubicBezTo>
                        <a:pt x="18747" y="12605"/>
                        <a:pt x="22617" y="12105"/>
                        <a:pt x="23984" y="9770"/>
                      </a:cubicBezTo>
                      <a:cubicBezTo>
                        <a:pt x="25333" y="7501"/>
                        <a:pt x="26259" y="1894"/>
                        <a:pt x="22675" y="1894"/>
                      </a:cubicBezTo>
                      <a:cubicBezTo>
                        <a:pt x="22623" y="1894"/>
                        <a:pt x="22571" y="1895"/>
                        <a:pt x="22517" y="1897"/>
                      </a:cubicBezTo>
                      <a:cubicBezTo>
                        <a:pt x="18714" y="2098"/>
                        <a:pt x="20115" y="6100"/>
                        <a:pt x="20382" y="9103"/>
                      </a:cubicBezTo>
                      <a:cubicBezTo>
                        <a:pt x="20649" y="12105"/>
                        <a:pt x="18147" y="12338"/>
                        <a:pt x="16279" y="12605"/>
                      </a:cubicBezTo>
                      <a:cubicBezTo>
                        <a:pt x="16156" y="12622"/>
                        <a:pt x="16040" y="12631"/>
                        <a:pt x="15933" y="12631"/>
                      </a:cubicBezTo>
                      <a:cubicBezTo>
                        <a:pt x="14383" y="12631"/>
                        <a:pt x="14455" y="10841"/>
                        <a:pt x="15578" y="7535"/>
                      </a:cubicBezTo>
                      <a:cubicBezTo>
                        <a:pt x="16779" y="4032"/>
                        <a:pt x="17813" y="1631"/>
                        <a:pt x="15678" y="263"/>
                      </a:cubicBezTo>
                      <a:cubicBezTo>
                        <a:pt x="15402" y="86"/>
                        <a:pt x="15119" y="1"/>
                        <a:pt x="1483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2;p33"/>
                <p:cNvSpPr/>
                <p:nvPr/>
              </p:nvSpPr>
              <p:spPr>
                <a:xfrm>
                  <a:off x="3826225" y="4618750"/>
                  <a:ext cx="967400" cy="524200"/>
                </a:xfrm>
                <a:custGeom>
                  <a:rect b="b" l="l" r="r" t="t"/>
                  <a:pathLst>
                    <a:path extrusionOk="0" h="20968" w="38696">
                      <a:moveTo>
                        <a:pt x="9208" y="0"/>
                      </a:moveTo>
                      <a:lnTo>
                        <a:pt x="9208" y="0"/>
                      </a:lnTo>
                      <a:cubicBezTo>
                        <a:pt x="8040" y="968"/>
                        <a:pt x="7973" y="4203"/>
                        <a:pt x="8640" y="6105"/>
                      </a:cubicBezTo>
                      <a:cubicBezTo>
                        <a:pt x="9608" y="8673"/>
                        <a:pt x="9508" y="11842"/>
                        <a:pt x="7807" y="13210"/>
                      </a:cubicBezTo>
                      <a:cubicBezTo>
                        <a:pt x="7500" y="13451"/>
                        <a:pt x="7227" y="13560"/>
                        <a:pt x="6992" y="13560"/>
                      </a:cubicBezTo>
                      <a:cubicBezTo>
                        <a:pt x="5894" y="13560"/>
                        <a:pt x="5611" y="11204"/>
                        <a:pt x="6572" y="9007"/>
                      </a:cubicBezTo>
                      <a:cubicBezTo>
                        <a:pt x="7410" y="7146"/>
                        <a:pt x="6625" y="5707"/>
                        <a:pt x="5124" y="5707"/>
                      </a:cubicBezTo>
                      <a:cubicBezTo>
                        <a:pt x="4472" y="5707"/>
                        <a:pt x="3685" y="5979"/>
                        <a:pt x="2836" y="6605"/>
                      </a:cubicBezTo>
                      <a:cubicBezTo>
                        <a:pt x="1" y="8673"/>
                        <a:pt x="3337" y="11675"/>
                        <a:pt x="5738" y="14811"/>
                      </a:cubicBezTo>
                      <a:cubicBezTo>
                        <a:pt x="7478" y="17107"/>
                        <a:pt x="6697" y="19332"/>
                        <a:pt x="4575" y="19332"/>
                      </a:cubicBezTo>
                      <a:cubicBezTo>
                        <a:pt x="3768" y="19332"/>
                        <a:pt x="2766" y="19010"/>
                        <a:pt x="1635" y="18247"/>
                      </a:cubicBezTo>
                      <a:lnTo>
                        <a:pt x="1635" y="18247"/>
                      </a:lnTo>
                      <a:cubicBezTo>
                        <a:pt x="1636" y="18247"/>
                        <a:pt x="2336" y="20482"/>
                        <a:pt x="2403" y="20582"/>
                      </a:cubicBezTo>
                      <a:cubicBezTo>
                        <a:pt x="2468" y="20625"/>
                        <a:pt x="13417" y="20968"/>
                        <a:pt x="20941" y="20968"/>
                      </a:cubicBezTo>
                      <a:cubicBezTo>
                        <a:pt x="24938" y="20968"/>
                        <a:pt x="27969" y="20871"/>
                        <a:pt x="27888" y="20582"/>
                      </a:cubicBezTo>
                      <a:cubicBezTo>
                        <a:pt x="27654" y="19715"/>
                        <a:pt x="30189" y="18180"/>
                        <a:pt x="34259" y="18113"/>
                      </a:cubicBezTo>
                      <a:cubicBezTo>
                        <a:pt x="38262" y="18013"/>
                        <a:pt x="38695" y="16812"/>
                        <a:pt x="38528" y="14844"/>
                      </a:cubicBezTo>
                      <a:cubicBezTo>
                        <a:pt x="38462" y="14010"/>
                        <a:pt x="37828" y="13343"/>
                        <a:pt x="37027" y="13177"/>
                      </a:cubicBezTo>
                      <a:cubicBezTo>
                        <a:pt x="36360" y="14377"/>
                        <a:pt x="34926" y="15845"/>
                        <a:pt x="32024" y="16279"/>
                      </a:cubicBezTo>
                      <a:cubicBezTo>
                        <a:pt x="26887" y="17046"/>
                        <a:pt x="27487" y="15878"/>
                        <a:pt x="23384" y="18013"/>
                      </a:cubicBezTo>
                      <a:cubicBezTo>
                        <a:pt x="22132" y="18665"/>
                        <a:pt x="21227" y="18941"/>
                        <a:pt x="20522" y="18941"/>
                      </a:cubicBezTo>
                      <a:cubicBezTo>
                        <a:pt x="18917" y="18941"/>
                        <a:pt x="18344" y="17514"/>
                        <a:pt x="17046" y="15845"/>
                      </a:cubicBezTo>
                      <a:cubicBezTo>
                        <a:pt x="16670" y="15369"/>
                        <a:pt x="16324" y="15180"/>
                        <a:pt x="15989" y="15180"/>
                      </a:cubicBezTo>
                      <a:cubicBezTo>
                        <a:pt x="14696" y="15180"/>
                        <a:pt x="13557" y="18000"/>
                        <a:pt x="11363" y="18000"/>
                      </a:cubicBezTo>
                      <a:cubicBezTo>
                        <a:pt x="11258" y="18000"/>
                        <a:pt x="11151" y="17993"/>
                        <a:pt x="11042" y="17980"/>
                      </a:cubicBezTo>
                      <a:cubicBezTo>
                        <a:pt x="8040" y="17646"/>
                        <a:pt x="11042" y="15478"/>
                        <a:pt x="11042" y="13110"/>
                      </a:cubicBezTo>
                      <a:cubicBezTo>
                        <a:pt x="11042" y="10741"/>
                        <a:pt x="8640" y="6071"/>
                        <a:pt x="9174" y="5071"/>
                      </a:cubicBezTo>
                      <a:cubicBezTo>
                        <a:pt x="9474" y="4404"/>
                        <a:pt x="9941" y="1969"/>
                        <a:pt x="9208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" name="Google Shape;53;p33"/>
              <p:cNvGrpSpPr/>
              <p:nvPr/>
            </p:nvGrpSpPr>
            <p:grpSpPr>
              <a:xfrm>
                <a:off x="4424175" y="4550550"/>
                <a:ext cx="511225" cy="592950"/>
                <a:chOff x="4483725" y="3281075"/>
                <a:chExt cx="511225" cy="592950"/>
              </a:xfrm>
            </p:grpSpPr>
            <p:sp>
              <p:nvSpPr>
                <p:cNvPr id="54" name="Google Shape;54;p33"/>
                <p:cNvSpPr/>
                <p:nvPr/>
              </p:nvSpPr>
              <p:spPr>
                <a:xfrm>
                  <a:off x="4483725" y="3362800"/>
                  <a:ext cx="152650" cy="334425"/>
                </a:xfrm>
                <a:custGeom>
                  <a:rect b="b" l="l" r="r" t="t"/>
                  <a:pathLst>
                    <a:path extrusionOk="0" h="13377" w="6106">
                      <a:moveTo>
                        <a:pt x="1435" y="0"/>
                      </a:moveTo>
                      <a:cubicBezTo>
                        <a:pt x="1435" y="1"/>
                        <a:pt x="1" y="6005"/>
                        <a:pt x="2336" y="8373"/>
                      </a:cubicBezTo>
                      <a:cubicBezTo>
                        <a:pt x="3703" y="9774"/>
                        <a:pt x="4738" y="11509"/>
                        <a:pt x="5271" y="13377"/>
                      </a:cubicBezTo>
                      <a:cubicBezTo>
                        <a:pt x="5271" y="13377"/>
                        <a:pt x="6105" y="8540"/>
                        <a:pt x="5471" y="6338"/>
                      </a:cubicBezTo>
                      <a:cubicBezTo>
                        <a:pt x="4871" y="4170"/>
                        <a:pt x="2536" y="3836"/>
                        <a:pt x="14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5;p33"/>
                <p:cNvSpPr/>
                <p:nvPr/>
              </p:nvSpPr>
              <p:spPr>
                <a:xfrm>
                  <a:off x="4597150" y="3490375"/>
                  <a:ext cx="371950" cy="345275"/>
                </a:xfrm>
                <a:custGeom>
                  <a:rect b="b" l="l" r="r" t="t"/>
                  <a:pathLst>
                    <a:path extrusionOk="0" h="13811" w="14878">
                      <a:moveTo>
                        <a:pt x="14878" y="1"/>
                      </a:moveTo>
                      <a:lnTo>
                        <a:pt x="14878" y="1"/>
                      </a:lnTo>
                      <a:cubicBezTo>
                        <a:pt x="13176" y="1836"/>
                        <a:pt x="11042" y="3170"/>
                        <a:pt x="8640" y="3870"/>
                      </a:cubicBezTo>
                      <a:cubicBezTo>
                        <a:pt x="4837" y="4938"/>
                        <a:pt x="4037" y="5538"/>
                        <a:pt x="3036" y="7706"/>
                      </a:cubicBezTo>
                      <a:cubicBezTo>
                        <a:pt x="2069" y="9841"/>
                        <a:pt x="0" y="13811"/>
                        <a:pt x="0" y="13811"/>
                      </a:cubicBezTo>
                      <a:cubicBezTo>
                        <a:pt x="2969" y="10642"/>
                        <a:pt x="3036" y="8974"/>
                        <a:pt x="5738" y="8274"/>
                      </a:cubicBezTo>
                      <a:cubicBezTo>
                        <a:pt x="8473" y="7573"/>
                        <a:pt x="11775" y="6472"/>
                        <a:pt x="13210" y="4571"/>
                      </a:cubicBezTo>
                      <a:cubicBezTo>
                        <a:pt x="14611" y="2636"/>
                        <a:pt x="14878" y="1"/>
                        <a:pt x="1487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6;p33"/>
                <p:cNvSpPr/>
                <p:nvPr/>
              </p:nvSpPr>
              <p:spPr>
                <a:xfrm>
                  <a:off x="4663850" y="3281075"/>
                  <a:ext cx="331100" cy="278550"/>
                </a:xfrm>
                <a:custGeom>
                  <a:rect b="b" l="l" r="r" t="t"/>
                  <a:pathLst>
                    <a:path extrusionOk="0" h="11142" w="13244">
                      <a:moveTo>
                        <a:pt x="13244" y="0"/>
                      </a:moveTo>
                      <a:cubicBezTo>
                        <a:pt x="13243" y="1"/>
                        <a:pt x="10642" y="2669"/>
                        <a:pt x="7173" y="3570"/>
                      </a:cubicBezTo>
                      <a:cubicBezTo>
                        <a:pt x="3704" y="4504"/>
                        <a:pt x="1469" y="6538"/>
                        <a:pt x="735" y="8373"/>
                      </a:cubicBezTo>
                      <a:cubicBezTo>
                        <a:pt x="1" y="10241"/>
                        <a:pt x="268" y="11142"/>
                        <a:pt x="268" y="11142"/>
                      </a:cubicBezTo>
                      <a:cubicBezTo>
                        <a:pt x="2603" y="9007"/>
                        <a:pt x="4671" y="9507"/>
                        <a:pt x="8507" y="6672"/>
                      </a:cubicBezTo>
                      <a:cubicBezTo>
                        <a:pt x="10742" y="5004"/>
                        <a:pt x="12410" y="2669"/>
                        <a:pt x="132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57;p33"/>
                <p:cNvSpPr/>
                <p:nvPr/>
              </p:nvSpPr>
              <p:spPr>
                <a:xfrm>
                  <a:off x="4576300" y="3281075"/>
                  <a:ext cx="417825" cy="592950"/>
                </a:xfrm>
                <a:custGeom>
                  <a:rect b="b" l="l" r="r" t="t"/>
                  <a:pathLst>
                    <a:path extrusionOk="0" fill="none" h="23718" w="16713">
                      <a:moveTo>
                        <a:pt x="0" y="23717"/>
                      </a:moveTo>
                      <a:cubicBezTo>
                        <a:pt x="2369" y="20482"/>
                        <a:pt x="601" y="17713"/>
                        <a:pt x="2269" y="14144"/>
                      </a:cubicBezTo>
                      <a:cubicBezTo>
                        <a:pt x="3937" y="10608"/>
                        <a:pt x="5671" y="6905"/>
                        <a:pt x="9474" y="5604"/>
                      </a:cubicBezTo>
                      <a:cubicBezTo>
                        <a:pt x="13243" y="4337"/>
                        <a:pt x="16712" y="0"/>
                        <a:pt x="16712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58;p33"/>
                <p:cNvSpPr/>
                <p:nvPr/>
              </p:nvSpPr>
              <p:spPr>
                <a:xfrm>
                  <a:off x="4519600" y="3362800"/>
                  <a:ext cx="95925" cy="334425"/>
                </a:xfrm>
                <a:custGeom>
                  <a:rect b="b" l="l" r="r" t="t"/>
                  <a:pathLst>
                    <a:path extrusionOk="0" fill="none" h="13377" w="3837">
                      <a:moveTo>
                        <a:pt x="0" y="0"/>
                      </a:moveTo>
                      <a:cubicBezTo>
                        <a:pt x="400" y="5404"/>
                        <a:pt x="2535" y="5905"/>
                        <a:pt x="3102" y="8606"/>
                      </a:cubicBezTo>
                      <a:cubicBezTo>
                        <a:pt x="3469" y="10174"/>
                        <a:pt x="3703" y="11775"/>
                        <a:pt x="3836" y="13377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Google Shape;59;p33"/>
                <p:cNvSpPr/>
                <p:nvPr/>
              </p:nvSpPr>
              <p:spPr>
                <a:xfrm>
                  <a:off x="4597150" y="3491225"/>
                  <a:ext cx="371125" cy="345275"/>
                </a:xfrm>
                <a:custGeom>
                  <a:rect b="b" l="l" r="r" t="t"/>
                  <a:pathLst>
                    <a:path extrusionOk="0" fill="none" h="13811" w="14845">
                      <a:moveTo>
                        <a:pt x="14844" y="0"/>
                      </a:moveTo>
                      <a:cubicBezTo>
                        <a:pt x="12343" y="3970"/>
                        <a:pt x="9207" y="4637"/>
                        <a:pt x="6505" y="6238"/>
                      </a:cubicBezTo>
                      <a:cubicBezTo>
                        <a:pt x="3836" y="7839"/>
                        <a:pt x="2202" y="10141"/>
                        <a:pt x="0" y="1381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" name="Google Shape;60;p33"/>
              <p:cNvGrpSpPr/>
              <p:nvPr/>
            </p:nvGrpSpPr>
            <p:grpSpPr>
              <a:xfrm rot="3402052">
                <a:off x="3319649" y="4326495"/>
                <a:ext cx="1077455" cy="512015"/>
                <a:chOff x="4925350" y="704275"/>
                <a:chExt cx="1077475" cy="512025"/>
              </a:xfrm>
            </p:grpSpPr>
            <p:sp>
              <p:nvSpPr>
                <p:cNvPr id="61" name="Google Shape;61;p33"/>
                <p:cNvSpPr/>
                <p:nvPr/>
              </p:nvSpPr>
              <p:spPr>
                <a:xfrm>
                  <a:off x="4925350" y="743200"/>
                  <a:ext cx="670500" cy="172925"/>
                </a:xfrm>
                <a:custGeom>
                  <a:rect b="b" l="l" r="r" t="t"/>
                  <a:pathLst>
                    <a:path extrusionOk="0" h="6917" w="26820">
                      <a:moveTo>
                        <a:pt x="13408" y="0"/>
                      </a:moveTo>
                      <a:cubicBezTo>
                        <a:pt x="6185" y="0"/>
                        <a:pt x="1" y="4481"/>
                        <a:pt x="1" y="4481"/>
                      </a:cubicBezTo>
                      <a:cubicBezTo>
                        <a:pt x="904" y="4638"/>
                        <a:pt x="1765" y="4704"/>
                        <a:pt x="2589" y="4704"/>
                      </a:cubicBezTo>
                      <a:cubicBezTo>
                        <a:pt x="6608" y="4704"/>
                        <a:pt x="9749" y="3155"/>
                        <a:pt x="12638" y="3155"/>
                      </a:cubicBezTo>
                      <a:cubicBezTo>
                        <a:pt x="13686" y="3155"/>
                        <a:pt x="14701" y="3359"/>
                        <a:pt x="15712" y="3914"/>
                      </a:cubicBezTo>
                      <a:cubicBezTo>
                        <a:pt x="20082" y="6316"/>
                        <a:pt x="26820" y="6916"/>
                        <a:pt x="26820" y="6916"/>
                      </a:cubicBezTo>
                      <a:cubicBezTo>
                        <a:pt x="26820" y="6916"/>
                        <a:pt x="22383" y="579"/>
                        <a:pt x="14644" y="45"/>
                      </a:cubicBezTo>
                      <a:cubicBezTo>
                        <a:pt x="14229" y="14"/>
                        <a:pt x="13817" y="0"/>
                        <a:pt x="1340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" name="Google Shape;62;p33"/>
                <p:cNvSpPr/>
                <p:nvPr/>
              </p:nvSpPr>
              <p:spPr>
                <a:xfrm>
                  <a:off x="5240575" y="942350"/>
                  <a:ext cx="567925" cy="146325"/>
                </a:xfrm>
                <a:custGeom>
                  <a:rect b="b" l="l" r="r" t="t"/>
                  <a:pathLst>
                    <a:path extrusionOk="0" h="5853" w="22717">
                      <a:moveTo>
                        <a:pt x="17929" y="1"/>
                      </a:moveTo>
                      <a:cubicBezTo>
                        <a:pt x="15911" y="1"/>
                        <a:pt x="13527" y="302"/>
                        <a:pt x="11342" y="1352"/>
                      </a:cubicBezTo>
                      <a:cubicBezTo>
                        <a:pt x="5588" y="4132"/>
                        <a:pt x="1548" y="4364"/>
                        <a:pt x="361" y="4364"/>
                      </a:cubicBezTo>
                      <a:cubicBezTo>
                        <a:pt x="124" y="4364"/>
                        <a:pt x="1" y="4354"/>
                        <a:pt x="1" y="4354"/>
                      </a:cubicBezTo>
                      <a:lnTo>
                        <a:pt x="1" y="4354"/>
                      </a:lnTo>
                      <a:cubicBezTo>
                        <a:pt x="2237" y="5423"/>
                        <a:pt x="4500" y="5852"/>
                        <a:pt x="6647" y="5852"/>
                      </a:cubicBezTo>
                      <a:cubicBezTo>
                        <a:pt x="10265" y="5852"/>
                        <a:pt x="13551" y="4631"/>
                        <a:pt x="15812" y="3187"/>
                      </a:cubicBezTo>
                      <a:cubicBezTo>
                        <a:pt x="17880" y="1786"/>
                        <a:pt x="20248" y="918"/>
                        <a:pt x="22717" y="552"/>
                      </a:cubicBezTo>
                      <a:cubicBezTo>
                        <a:pt x="22717" y="552"/>
                        <a:pt x="20657" y="1"/>
                        <a:pt x="179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63;p33"/>
                <p:cNvSpPr/>
                <p:nvPr/>
              </p:nvSpPr>
              <p:spPr>
                <a:xfrm>
                  <a:off x="5482425" y="1051825"/>
                  <a:ext cx="492875" cy="164475"/>
                </a:xfrm>
                <a:custGeom>
                  <a:rect b="b" l="l" r="r" t="t"/>
                  <a:pathLst>
                    <a:path extrusionOk="0" h="6579" w="19715">
                      <a:moveTo>
                        <a:pt x="14944" y="0"/>
                      </a:moveTo>
                      <a:cubicBezTo>
                        <a:pt x="12982" y="0"/>
                        <a:pt x="10528" y="740"/>
                        <a:pt x="8540" y="2344"/>
                      </a:cubicBezTo>
                      <a:cubicBezTo>
                        <a:pt x="5471" y="4845"/>
                        <a:pt x="0" y="4879"/>
                        <a:pt x="0" y="4879"/>
                      </a:cubicBezTo>
                      <a:cubicBezTo>
                        <a:pt x="0" y="4879"/>
                        <a:pt x="2899" y="6579"/>
                        <a:pt x="6353" y="6579"/>
                      </a:cubicBezTo>
                      <a:cubicBezTo>
                        <a:pt x="7172" y="6579"/>
                        <a:pt x="8023" y="6483"/>
                        <a:pt x="8873" y="6246"/>
                      </a:cubicBezTo>
                      <a:cubicBezTo>
                        <a:pt x="12727" y="5166"/>
                        <a:pt x="14306" y="2323"/>
                        <a:pt x="17994" y="2323"/>
                      </a:cubicBezTo>
                      <a:cubicBezTo>
                        <a:pt x="18521" y="2323"/>
                        <a:pt x="19090" y="2381"/>
                        <a:pt x="19714" y="2510"/>
                      </a:cubicBezTo>
                      <a:cubicBezTo>
                        <a:pt x="19714" y="2510"/>
                        <a:pt x="19314" y="1877"/>
                        <a:pt x="17613" y="676"/>
                      </a:cubicBezTo>
                      <a:cubicBezTo>
                        <a:pt x="16990" y="233"/>
                        <a:pt x="16044" y="0"/>
                        <a:pt x="149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64;p33"/>
                <p:cNvSpPr/>
                <p:nvPr/>
              </p:nvSpPr>
              <p:spPr>
                <a:xfrm>
                  <a:off x="5657550" y="704275"/>
                  <a:ext cx="271875" cy="318600"/>
                </a:xfrm>
                <a:custGeom>
                  <a:rect b="b" l="l" r="r" t="t"/>
                  <a:pathLst>
                    <a:path extrusionOk="0" h="12744" w="10875">
                      <a:moveTo>
                        <a:pt x="0" y="1"/>
                      </a:moveTo>
                      <a:cubicBezTo>
                        <a:pt x="0" y="1"/>
                        <a:pt x="3503" y="1702"/>
                        <a:pt x="5104" y="4437"/>
                      </a:cubicBezTo>
                      <a:cubicBezTo>
                        <a:pt x="6705" y="7139"/>
                        <a:pt x="9941" y="12743"/>
                        <a:pt x="9941" y="12743"/>
                      </a:cubicBezTo>
                      <a:cubicBezTo>
                        <a:pt x="8273" y="8540"/>
                        <a:pt x="10875" y="7439"/>
                        <a:pt x="8840" y="3937"/>
                      </a:cubicBezTo>
                      <a:cubicBezTo>
                        <a:pt x="6805" y="434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" name="Google Shape;65;p33"/>
                <p:cNvSpPr/>
                <p:nvPr/>
              </p:nvSpPr>
              <p:spPr>
                <a:xfrm>
                  <a:off x="4925350" y="750975"/>
                  <a:ext cx="1077475" cy="422825"/>
                </a:xfrm>
                <a:custGeom>
                  <a:rect b="b" l="l" r="r" t="t"/>
                  <a:pathLst>
                    <a:path extrusionOk="0" fill="none" h="16913" w="43099">
                      <a:moveTo>
                        <a:pt x="43098" y="16913"/>
                      </a:moveTo>
                      <a:cubicBezTo>
                        <a:pt x="40963" y="11642"/>
                        <a:pt x="37027" y="7406"/>
                        <a:pt x="30356" y="7106"/>
                      </a:cubicBezTo>
                      <a:cubicBezTo>
                        <a:pt x="23718" y="6839"/>
                        <a:pt x="20549" y="3170"/>
                        <a:pt x="15145" y="1602"/>
                      </a:cubicBezTo>
                      <a:cubicBezTo>
                        <a:pt x="9741" y="1"/>
                        <a:pt x="1" y="4170"/>
                        <a:pt x="1" y="417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Google Shape;66;p33"/>
                <p:cNvSpPr/>
                <p:nvPr/>
              </p:nvSpPr>
              <p:spPr>
                <a:xfrm>
                  <a:off x="5240575" y="954450"/>
                  <a:ext cx="567925" cy="117625"/>
                </a:xfrm>
                <a:custGeom>
                  <a:rect b="b" l="l" r="r" t="t"/>
                  <a:pathLst>
                    <a:path extrusionOk="0" fill="none" h="4705" w="22717">
                      <a:moveTo>
                        <a:pt x="1" y="3870"/>
                      </a:moveTo>
                      <a:cubicBezTo>
                        <a:pt x="8774" y="4704"/>
                        <a:pt x="12343" y="2803"/>
                        <a:pt x="14978" y="1402"/>
                      </a:cubicBezTo>
                      <a:cubicBezTo>
                        <a:pt x="17613" y="1"/>
                        <a:pt x="22717" y="68"/>
                        <a:pt x="22717" y="68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7;p33"/>
                <p:cNvSpPr/>
                <p:nvPr/>
              </p:nvSpPr>
              <p:spPr>
                <a:xfrm>
                  <a:off x="5656700" y="704275"/>
                  <a:ext cx="249375" cy="319425"/>
                </a:xfrm>
                <a:custGeom>
                  <a:rect b="b" l="l" r="r" t="t"/>
                  <a:pathLst>
                    <a:path extrusionOk="0" fill="none" h="12777" w="9975">
                      <a:moveTo>
                        <a:pt x="1" y="1"/>
                      </a:moveTo>
                      <a:cubicBezTo>
                        <a:pt x="4037" y="768"/>
                        <a:pt x="7573" y="3470"/>
                        <a:pt x="8107" y="5972"/>
                      </a:cubicBezTo>
                      <a:cubicBezTo>
                        <a:pt x="8607" y="8240"/>
                        <a:pt x="9241" y="10542"/>
                        <a:pt x="9975" y="1277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68;p33"/>
                <p:cNvSpPr/>
                <p:nvPr/>
              </p:nvSpPr>
              <p:spPr>
                <a:xfrm>
                  <a:off x="5481575" y="1069550"/>
                  <a:ext cx="492875" cy="134275"/>
                </a:xfrm>
                <a:custGeom>
                  <a:rect b="b" l="l" r="r" t="t"/>
                  <a:pathLst>
                    <a:path extrusionOk="0" fill="none" h="5371" w="19715">
                      <a:moveTo>
                        <a:pt x="1" y="4170"/>
                      </a:moveTo>
                      <a:cubicBezTo>
                        <a:pt x="5138" y="5371"/>
                        <a:pt x="8974" y="3636"/>
                        <a:pt x="12143" y="1801"/>
                      </a:cubicBezTo>
                      <a:cubicBezTo>
                        <a:pt x="15312" y="0"/>
                        <a:pt x="19715" y="1801"/>
                        <a:pt x="19715" y="180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9" name="Google Shape;69;p33"/>
            <p:cNvSpPr/>
            <p:nvPr/>
          </p:nvSpPr>
          <p:spPr>
            <a:xfrm rot="-6095">
              <a:off x="1750774" y="486262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3"/>
            <p:cNvSpPr/>
            <p:nvPr/>
          </p:nvSpPr>
          <p:spPr>
            <a:xfrm rot="950585">
              <a:off x="6974512" y="4864342"/>
              <a:ext cx="161536" cy="68571"/>
            </a:xfrm>
            <a:prstGeom prst="ellipse">
              <a:avLst/>
            </a:prstGeom>
            <a:solidFill>
              <a:srgbClr val="7D9DCD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" name="Google Shape;71;p33"/>
            <p:cNvGrpSpPr/>
            <p:nvPr/>
          </p:nvGrpSpPr>
          <p:grpSpPr>
            <a:xfrm flipH="1" rot="260469">
              <a:off x="2736344" y="4733837"/>
              <a:ext cx="442031" cy="203389"/>
              <a:chOff x="3029000" y="3167975"/>
              <a:chExt cx="442000" cy="203375"/>
            </a:xfrm>
          </p:grpSpPr>
          <p:sp>
            <p:nvSpPr>
              <p:cNvPr id="72" name="Google Shape;72;p33"/>
              <p:cNvSpPr/>
              <p:nvPr/>
            </p:nvSpPr>
            <p:spPr>
              <a:xfrm>
                <a:off x="3134900" y="3167975"/>
                <a:ext cx="189500" cy="203375"/>
              </a:xfrm>
              <a:custGeom>
                <a:rect b="b" l="l" r="r" t="t"/>
                <a:pathLst>
                  <a:path extrusionOk="0" h="8135" w="7580">
                    <a:moveTo>
                      <a:pt x="4307" y="1"/>
                    </a:moveTo>
                    <a:cubicBezTo>
                      <a:pt x="3145" y="1"/>
                      <a:pt x="1903" y="214"/>
                      <a:pt x="1235" y="724"/>
                    </a:cubicBezTo>
                    <a:cubicBezTo>
                      <a:pt x="1" y="1691"/>
                      <a:pt x="201" y="6661"/>
                      <a:pt x="1869" y="7262"/>
                    </a:cubicBezTo>
                    <a:cubicBezTo>
                      <a:pt x="3134" y="7717"/>
                      <a:pt x="4841" y="8134"/>
                      <a:pt x="5621" y="8134"/>
                    </a:cubicBezTo>
                    <a:cubicBezTo>
                      <a:pt x="5868" y="8134"/>
                      <a:pt x="6022" y="8092"/>
                      <a:pt x="6039" y="7996"/>
                    </a:cubicBezTo>
                    <a:cubicBezTo>
                      <a:pt x="6139" y="7595"/>
                      <a:pt x="3370" y="6028"/>
                      <a:pt x="3370" y="6028"/>
                    </a:cubicBezTo>
                    <a:lnTo>
                      <a:pt x="3537" y="1558"/>
                    </a:lnTo>
                    <a:cubicBezTo>
                      <a:pt x="3945" y="1618"/>
                      <a:pt x="4333" y="1645"/>
                      <a:pt x="4692" y="1645"/>
                    </a:cubicBezTo>
                    <a:cubicBezTo>
                      <a:pt x="6505" y="1645"/>
                      <a:pt x="7580" y="958"/>
                      <a:pt x="6772" y="457"/>
                    </a:cubicBezTo>
                    <a:cubicBezTo>
                      <a:pt x="6330" y="173"/>
                      <a:pt x="5351" y="1"/>
                      <a:pt x="43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3"/>
              <p:cNvSpPr/>
              <p:nvPr/>
            </p:nvSpPr>
            <p:spPr>
              <a:xfrm>
                <a:off x="3351725" y="3228375"/>
                <a:ext cx="106775" cy="64450"/>
              </a:xfrm>
              <a:custGeom>
                <a:rect b="b" l="l" r="r" t="t"/>
                <a:pathLst>
                  <a:path extrusionOk="0" h="2578" w="4271">
                    <a:moveTo>
                      <a:pt x="3786" y="1"/>
                    </a:moveTo>
                    <a:cubicBezTo>
                      <a:pt x="2892" y="1"/>
                      <a:pt x="228" y="818"/>
                      <a:pt x="1" y="2577"/>
                    </a:cubicBezTo>
                    <a:cubicBezTo>
                      <a:pt x="1" y="2577"/>
                      <a:pt x="4270" y="376"/>
                      <a:pt x="4070" y="76"/>
                    </a:cubicBezTo>
                    <a:cubicBezTo>
                      <a:pt x="4045" y="26"/>
                      <a:pt x="3943" y="1"/>
                      <a:pt x="37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3"/>
              <p:cNvSpPr/>
              <p:nvPr/>
            </p:nvSpPr>
            <p:spPr>
              <a:xfrm>
                <a:off x="3346125" y="3292800"/>
                <a:ext cx="124875" cy="55525"/>
              </a:xfrm>
              <a:custGeom>
                <a:rect b="b" l="l" r="r" t="t"/>
                <a:pathLst>
                  <a:path extrusionOk="0" h="2221" w="4995">
                    <a:moveTo>
                      <a:pt x="225" y="0"/>
                    </a:moveTo>
                    <a:lnTo>
                      <a:pt x="225" y="0"/>
                    </a:lnTo>
                    <a:cubicBezTo>
                      <a:pt x="0" y="366"/>
                      <a:pt x="1880" y="2220"/>
                      <a:pt x="3495" y="2220"/>
                    </a:cubicBezTo>
                    <a:cubicBezTo>
                      <a:pt x="3798" y="2220"/>
                      <a:pt x="4092" y="2155"/>
                      <a:pt x="4361" y="2002"/>
                    </a:cubicBezTo>
                    <a:cubicBezTo>
                      <a:pt x="4995" y="1668"/>
                      <a:pt x="225" y="1"/>
                      <a:pt x="2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3"/>
              <p:cNvSpPr/>
              <p:nvPr/>
            </p:nvSpPr>
            <p:spPr>
              <a:xfrm>
                <a:off x="3029000" y="3184850"/>
                <a:ext cx="334850" cy="165025"/>
              </a:xfrm>
              <a:custGeom>
                <a:rect b="b" l="l" r="r" t="t"/>
                <a:pathLst>
                  <a:path extrusionOk="0" h="6601" w="13394">
                    <a:moveTo>
                      <a:pt x="5827" y="0"/>
                    </a:moveTo>
                    <a:cubicBezTo>
                      <a:pt x="5708" y="0"/>
                      <a:pt x="5589" y="5"/>
                      <a:pt x="5471" y="15"/>
                    </a:cubicBezTo>
                    <a:cubicBezTo>
                      <a:pt x="2002" y="316"/>
                      <a:pt x="1" y="4585"/>
                      <a:pt x="167" y="5286"/>
                    </a:cubicBezTo>
                    <a:cubicBezTo>
                      <a:pt x="262" y="5682"/>
                      <a:pt x="2308" y="6601"/>
                      <a:pt x="5208" y="6601"/>
                    </a:cubicBezTo>
                    <a:cubicBezTo>
                      <a:pt x="7437" y="6601"/>
                      <a:pt x="10170" y="6058"/>
                      <a:pt x="12910" y="4318"/>
                    </a:cubicBezTo>
                    <a:cubicBezTo>
                      <a:pt x="13393" y="3996"/>
                      <a:pt x="9238" y="0"/>
                      <a:pt x="5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3"/>
              <p:cNvSpPr/>
              <p:nvPr/>
            </p:nvSpPr>
            <p:spPr>
              <a:xfrm>
                <a:off x="3164925" y="3257775"/>
                <a:ext cx="20875" cy="92600"/>
              </a:xfrm>
              <a:custGeom>
                <a:rect b="b" l="l" r="r" t="t"/>
                <a:pathLst>
                  <a:path extrusionOk="0" fill="none" h="3704" w="835">
                    <a:moveTo>
                      <a:pt x="1" y="0"/>
                    </a:moveTo>
                    <a:cubicBezTo>
                      <a:pt x="835" y="1535"/>
                      <a:pt x="468" y="3169"/>
                      <a:pt x="34" y="370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3"/>
              <p:cNvSpPr/>
              <p:nvPr/>
            </p:nvSpPr>
            <p:spPr>
              <a:xfrm>
                <a:off x="3081550" y="3257050"/>
                <a:ext cx="28375" cy="25675"/>
              </a:xfrm>
              <a:custGeom>
                <a:rect b="b" l="l" r="r" t="t"/>
                <a:pathLst>
                  <a:path extrusionOk="0" h="1027" w="1135">
                    <a:moveTo>
                      <a:pt x="563" y="0"/>
                    </a:moveTo>
                    <a:cubicBezTo>
                      <a:pt x="508" y="0"/>
                      <a:pt x="454" y="9"/>
                      <a:pt x="400" y="29"/>
                    </a:cubicBezTo>
                    <a:cubicBezTo>
                      <a:pt x="133" y="130"/>
                      <a:pt x="0" y="396"/>
                      <a:pt x="100" y="663"/>
                    </a:cubicBezTo>
                    <a:cubicBezTo>
                      <a:pt x="153" y="877"/>
                      <a:pt x="356" y="1026"/>
                      <a:pt x="572" y="1026"/>
                    </a:cubicBezTo>
                    <a:cubicBezTo>
                      <a:pt x="626" y="1026"/>
                      <a:pt x="681" y="1017"/>
                      <a:pt x="734" y="997"/>
                    </a:cubicBezTo>
                    <a:cubicBezTo>
                      <a:pt x="1001" y="897"/>
                      <a:pt x="1134" y="630"/>
                      <a:pt x="1067" y="363"/>
                    </a:cubicBezTo>
                    <a:cubicBezTo>
                      <a:pt x="987" y="150"/>
                      <a:pt x="779" y="0"/>
                      <a:pt x="5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3"/>
              <p:cNvSpPr/>
              <p:nvPr/>
            </p:nvSpPr>
            <p:spPr>
              <a:xfrm>
                <a:off x="3088200" y="3264950"/>
                <a:ext cx="7550" cy="7025"/>
              </a:xfrm>
              <a:custGeom>
                <a:rect b="b" l="l" r="r" t="t"/>
                <a:pathLst>
                  <a:path extrusionOk="0" h="281" w="302">
                    <a:moveTo>
                      <a:pt x="159" y="1"/>
                    </a:moveTo>
                    <a:cubicBezTo>
                      <a:pt x="139" y="1"/>
                      <a:pt x="119" y="5"/>
                      <a:pt x="101" y="14"/>
                    </a:cubicBezTo>
                    <a:cubicBezTo>
                      <a:pt x="34" y="14"/>
                      <a:pt x="1" y="114"/>
                      <a:pt x="34" y="180"/>
                    </a:cubicBezTo>
                    <a:cubicBezTo>
                      <a:pt x="34" y="247"/>
                      <a:pt x="134" y="281"/>
                      <a:pt x="201" y="281"/>
                    </a:cubicBezTo>
                    <a:cubicBezTo>
                      <a:pt x="268" y="247"/>
                      <a:pt x="301" y="147"/>
                      <a:pt x="268" y="80"/>
                    </a:cubicBezTo>
                    <a:cubicBezTo>
                      <a:pt x="268" y="32"/>
                      <a:pt x="214" y="1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4"/>
          <p:cNvGrpSpPr/>
          <p:nvPr/>
        </p:nvGrpSpPr>
        <p:grpSpPr>
          <a:xfrm>
            <a:off x="-140241" y="3660150"/>
            <a:ext cx="9294816" cy="2183410"/>
            <a:chOff x="-140241" y="3660150"/>
            <a:chExt cx="9294816" cy="2183410"/>
          </a:xfrm>
        </p:grpSpPr>
        <p:grpSp>
          <p:nvGrpSpPr>
            <p:cNvPr id="81" name="Google Shape;81;p34"/>
            <p:cNvGrpSpPr/>
            <p:nvPr/>
          </p:nvGrpSpPr>
          <p:grpSpPr>
            <a:xfrm>
              <a:off x="-3525" y="4608231"/>
              <a:ext cx="9158100" cy="535914"/>
              <a:chOff x="-3525" y="3150023"/>
              <a:chExt cx="9158100" cy="1993727"/>
            </a:xfrm>
          </p:grpSpPr>
          <p:cxnSp>
            <p:nvCxnSpPr>
              <p:cNvPr id="82" name="Google Shape;82;p34"/>
              <p:cNvCxnSpPr/>
              <p:nvPr/>
            </p:nvCxnSpPr>
            <p:spPr>
              <a:xfrm>
                <a:off x="-3525" y="3150023"/>
                <a:ext cx="9158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3" name="Google Shape;83;p34"/>
              <p:cNvSpPr/>
              <p:nvPr/>
            </p:nvSpPr>
            <p:spPr>
              <a:xfrm>
                <a:off x="0" y="3163450"/>
                <a:ext cx="9144000" cy="1980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34"/>
            <p:cNvGrpSpPr/>
            <p:nvPr/>
          </p:nvGrpSpPr>
          <p:grpSpPr>
            <a:xfrm>
              <a:off x="-140241" y="3660150"/>
              <a:ext cx="9284248" cy="2183410"/>
              <a:chOff x="-140241" y="3660150"/>
              <a:chExt cx="9284248" cy="2183410"/>
            </a:xfrm>
          </p:grpSpPr>
          <p:sp>
            <p:nvSpPr>
              <p:cNvPr id="85" name="Google Shape;85;p34"/>
              <p:cNvSpPr/>
              <p:nvPr/>
            </p:nvSpPr>
            <p:spPr>
              <a:xfrm>
                <a:off x="7823050" y="4169749"/>
                <a:ext cx="1320957" cy="1002319"/>
              </a:xfrm>
              <a:custGeom>
                <a:rect b="b" l="l" r="r" t="t"/>
                <a:pathLst>
                  <a:path extrusionOk="0" h="30931" w="40764">
                    <a:moveTo>
                      <a:pt x="37643" y="1"/>
                    </a:moveTo>
                    <a:cubicBezTo>
                      <a:pt x="36339" y="1"/>
                      <a:pt x="34901" y="1033"/>
                      <a:pt x="34392" y="2844"/>
                    </a:cubicBezTo>
                    <a:cubicBezTo>
                      <a:pt x="33458" y="6080"/>
                      <a:pt x="36427" y="9048"/>
                      <a:pt x="37795" y="11550"/>
                    </a:cubicBezTo>
                    <a:cubicBezTo>
                      <a:pt x="38740" y="13256"/>
                      <a:pt x="37486" y="14803"/>
                      <a:pt x="36137" y="14803"/>
                    </a:cubicBezTo>
                    <a:cubicBezTo>
                      <a:pt x="35534" y="14803"/>
                      <a:pt x="34912" y="14494"/>
                      <a:pt x="34459" y="13752"/>
                    </a:cubicBezTo>
                    <a:cubicBezTo>
                      <a:pt x="32991" y="11350"/>
                      <a:pt x="34359" y="9148"/>
                      <a:pt x="33425" y="7847"/>
                    </a:cubicBezTo>
                    <a:cubicBezTo>
                      <a:pt x="33198" y="7520"/>
                      <a:pt x="32945" y="7363"/>
                      <a:pt x="32687" y="7363"/>
                    </a:cubicBezTo>
                    <a:cubicBezTo>
                      <a:pt x="31921" y="7363"/>
                      <a:pt x="31105" y="8738"/>
                      <a:pt x="30756" y="11083"/>
                    </a:cubicBezTo>
                    <a:cubicBezTo>
                      <a:pt x="30289" y="14219"/>
                      <a:pt x="32324" y="14619"/>
                      <a:pt x="33992" y="17254"/>
                    </a:cubicBezTo>
                    <a:cubicBezTo>
                      <a:pt x="35660" y="19923"/>
                      <a:pt x="36394" y="24259"/>
                      <a:pt x="33992" y="25193"/>
                    </a:cubicBezTo>
                    <a:cubicBezTo>
                      <a:pt x="33553" y="25364"/>
                      <a:pt x="33191" y="25444"/>
                      <a:pt x="32892" y="25444"/>
                    </a:cubicBezTo>
                    <a:cubicBezTo>
                      <a:pt x="31557" y="25444"/>
                      <a:pt x="31490" y="23835"/>
                      <a:pt x="31490" y="21491"/>
                    </a:cubicBezTo>
                    <a:cubicBezTo>
                      <a:pt x="31490" y="20222"/>
                      <a:pt x="30786" y="19625"/>
                      <a:pt x="30023" y="19625"/>
                    </a:cubicBezTo>
                    <a:cubicBezTo>
                      <a:pt x="29061" y="19625"/>
                      <a:pt x="28005" y="20575"/>
                      <a:pt x="28154" y="22325"/>
                    </a:cubicBezTo>
                    <a:cubicBezTo>
                      <a:pt x="28421" y="25460"/>
                      <a:pt x="28788" y="27395"/>
                      <a:pt x="25653" y="27795"/>
                    </a:cubicBezTo>
                    <a:cubicBezTo>
                      <a:pt x="25516" y="27811"/>
                      <a:pt x="25387" y="27819"/>
                      <a:pt x="25267" y="27819"/>
                    </a:cubicBezTo>
                    <a:cubicBezTo>
                      <a:pt x="22622" y="27819"/>
                      <a:pt x="23775" y="24091"/>
                      <a:pt x="25019" y="21858"/>
                    </a:cubicBezTo>
                    <a:cubicBezTo>
                      <a:pt x="26286" y="19556"/>
                      <a:pt x="29455" y="19022"/>
                      <a:pt x="29822" y="16620"/>
                    </a:cubicBezTo>
                    <a:cubicBezTo>
                      <a:pt x="30189" y="14252"/>
                      <a:pt x="28688" y="14386"/>
                      <a:pt x="28755" y="11817"/>
                    </a:cubicBezTo>
                    <a:cubicBezTo>
                      <a:pt x="28788" y="9282"/>
                      <a:pt x="30256" y="7481"/>
                      <a:pt x="30189" y="4679"/>
                    </a:cubicBezTo>
                    <a:cubicBezTo>
                      <a:pt x="30152" y="3123"/>
                      <a:pt x="29029" y="2336"/>
                      <a:pt x="27786" y="2336"/>
                    </a:cubicBezTo>
                    <a:cubicBezTo>
                      <a:pt x="26818" y="2336"/>
                      <a:pt x="25776" y="2814"/>
                      <a:pt x="25119" y="3778"/>
                    </a:cubicBezTo>
                    <a:cubicBezTo>
                      <a:pt x="23584" y="5979"/>
                      <a:pt x="25286" y="8014"/>
                      <a:pt x="26453" y="12918"/>
                    </a:cubicBezTo>
                    <a:cubicBezTo>
                      <a:pt x="27039" y="15379"/>
                      <a:pt x="26112" y="16437"/>
                      <a:pt x="25056" y="16437"/>
                    </a:cubicBezTo>
                    <a:cubicBezTo>
                      <a:pt x="24009" y="16437"/>
                      <a:pt x="22834" y="15396"/>
                      <a:pt x="22884" y="13652"/>
                    </a:cubicBezTo>
                    <a:cubicBezTo>
                      <a:pt x="22958" y="11056"/>
                      <a:pt x="22867" y="9119"/>
                      <a:pt x="21810" y="9119"/>
                    </a:cubicBezTo>
                    <a:cubicBezTo>
                      <a:pt x="21441" y="9119"/>
                      <a:pt x="20954" y="9356"/>
                      <a:pt x="20315" y="9882"/>
                    </a:cubicBezTo>
                    <a:cubicBezTo>
                      <a:pt x="17814" y="11884"/>
                      <a:pt x="20382" y="16153"/>
                      <a:pt x="22250" y="19823"/>
                    </a:cubicBezTo>
                    <a:cubicBezTo>
                      <a:pt x="23494" y="22311"/>
                      <a:pt x="22714" y="23649"/>
                      <a:pt x="21822" y="23649"/>
                    </a:cubicBezTo>
                    <a:cubicBezTo>
                      <a:pt x="21399" y="23649"/>
                      <a:pt x="20951" y="23348"/>
                      <a:pt x="20682" y="22725"/>
                    </a:cubicBezTo>
                    <a:cubicBezTo>
                      <a:pt x="20188" y="21558"/>
                      <a:pt x="19435" y="20825"/>
                      <a:pt x="18675" y="20825"/>
                    </a:cubicBezTo>
                    <a:cubicBezTo>
                      <a:pt x="18153" y="20825"/>
                      <a:pt x="17628" y="21170"/>
                      <a:pt x="17180" y="21958"/>
                    </a:cubicBezTo>
                    <a:cubicBezTo>
                      <a:pt x="16046" y="23926"/>
                      <a:pt x="17347" y="27428"/>
                      <a:pt x="15979" y="29229"/>
                    </a:cubicBezTo>
                    <a:cubicBezTo>
                      <a:pt x="15530" y="29821"/>
                      <a:pt x="15016" y="30107"/>
                      <a:pt x="14507" y="30107"/>
                    </a:cubicBezTo>
                    <a:cubicBezTo>
                      <a:pt x="13466" y="30107"/>
                      <a:pt x="12446" y="28912"/>
                      <a:pt x="12043" y="26694"/>
                    </a:cubicBezTo>
                    <a:cubicBezTo>
                      <a:pt x="11442" y="23359"/>
                      <a:pt x="13944" y="22792"/>
                      <a:pt x="15512" y="19823"/>
                    </a:cubicBezTo>
                    <a:cubicBezTo>
                      <a:pt x="16814" y="17358"/>
                      <a:pt x="15241" y="15744"/>
                      <a:pt x="13277" y="15744"/>
                    </a:cubicBezTo>
                    <a:cubicBezTo>
                      <a:pt x="12875" y="15744"/>
                      <a:pt x="12456" y="15812"/>
                      <a:pt x="12043" y="15953"/>
                    </a:cubicBezTo>
                    <a:cubicBezTo>
                      <a:pt x="9574" y="16787"/>
                      <a:pt x="11342" y="19956"/>
                      <a:pt x="10709" y="23659"/>
                    </a:cubicBezTo>
                    <a:cubicBezTo>
                      <a:pt x="10514" y="24747"/>
                      <a:pt x="10065" y="25184"/>
                      <a:pt x="9527" y="25184"/>
                    </a:cubicBezTo>
                    <a:cubicBezTo>
                      <a:pt x="8215" y="25184"/>
                      <a:pt x="6372" y="22594"/>
                      <a:pt x="6372" y="20490"/>
                    </a:cubicBezTo>
                    <a:cubicBezTo>
                      <a:pt x="6372" y="18504"/>
                      <a:pt x="5151" y="16412"/>
                      <a:pt x="3783" y="16412"/>
                    </a:cubicBezTo>
                    <a:cubicBezTo>
                      <a:pt x="3128" y="16412"/>
                      <a:pt x="2440" y="16890"/>
                      <a:pt x="1836" y="18088"/>
                    </a:cubicBezTo>
                    <a:cubicBezTo>
                      <a:pt x="1" y="21791"/>
                      <a:pt x="3403" y="24660"/>
                      <a:pt x="4704" y="26127"/>
                    </a:cubicBezTo>
                    <a:cubicBezTo>
                      <a:pt x="6005" y="27595"/>
                      <a:pt x="6472" y="29530"/>
                      <a:pt x="2770" y="30931"/>
                    </a:cubicBezTo>
                    <a:lnTo>
                      <a:pt x="40763" y="30330"/>
                    </a:lnTo>
                    <a:cubicBezTo>
                      <a:pt x="40763" y="30330"/>
                      <a:pt x="40763" y="4979"/>
                      <a:pt x="39929" y="1943"/>
                    </a:cubicBezTo>
                    <a:cubicBezTo>
                      <a:pt x="39567" y="610"/>
                      <a:pt x="38644" y="1"/>
                      <a:pt x="376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4"/>
              <p:cNvSpPr/>
              <p:nvPr/>
            </p:nvSpPr>
            <p:spPr>
              <a:xfrm flipH="1">
                <a:off x="-13047" y="4180177"/>
                <a:ext cx="1307200" cy="991880"/>
              </a:xfrm>
              <a:custGeom>
                <a:rect b="b" l="l" r="r" t="t"/>
                <a:pathLst>
                  <a:path extrusionOk="0" h="30931" w="40764">
                    <a:moveTo>
                      <a:pt x="37643" y="1"/>
                    </a:moveTo>
                    <a:cubicBezTo>
                      <a:pt x="36339" y="1"/>
                      <a:pt x="34901" y="1033"/>
                      <a:pt x="34392" y="2844"/>
                    </a:cubicBezTo>
                    <a:cubicBezTo>
                      <a:pt x="33458" y="6080"/>
                      <a:pt x="36427" y="9048"/>
                      <a:pt x="37795" y="11550"/>
                    </a:cubicBezTo>
                    <a:cubicBezTo>
                      <a:pt x="38740" y="13256"/>
                      <a:pt x="37486" y="14803"/>
                      <a:pt x="36137" y="14803"/>
                    </a:cubicBezTo>
                    <a:cubicBezTo>
                      <a:pt x="35534" y="14803"/>
                      <a:pt x="34912" y="14494"/>
                      <a:pt x="34459" y="13752"/>
                    </a:cubicBezTo>
                    <a:cubicBezTo>
                      <a:pt x="32991" y="11350"/>
                      <a:pt x="34359" y="9148"/>
                      <a:pt x="33425" y="7847"/>
                    </a:cubicBezTo>
                    <a:cubicBezTo>
                      <a:pt x="33198" y="7520"/>
                      <a:pt x="32945" y="7363"/>
                      <a:pt x="32687" y="7363"/>
                    </a:cubicBezTo>
                    <a:cubicBezTo>
                      <a:pt x="31921" y="7363"/>
                      <a:pt x="31105" y="8738"/>
                      <a:pt x="30756" y="11083"/>
                    </a:cubicBezTo>
                    <a:cubicBezTo>
                      <a:pt x="30289" y="14219"/>
                      <a:pt x="32324" y="14619"/>
                      <a:pt x="33992" y="17254"/>
                    </a:cubicBezTo>
                    <a:cubicBezTo>
                      <a:pt x="35660" y="19923"/>
                      <a:pt x="36394" y="24259"/>
                      <a:pt x="33992" y="25193"/>
                    </a:cubicBezTo>
                    <a:cubicBezTo>
                      <a:pt x="33553" y="25364"/>
                      <a:pt x="33191" y="25444"/>
                      <a:pt x="32892" y="25444"/>
                    </a:cubicBezTo>
                    <a:cubicBezTo>
                      <a:pt x="31557" y="25444"/>
                      <a:pt x="31490" y="23835"/>
                      <a:pt x="31490" y="21491"/>
                    </a:cubicBezTo>
                    <a:cubicBezTo>
                      <a:pt x="31490" y="20222"/>
                      <a:pt x="30786" y="19625"/>
                      <a:pt x="30023" y="19625"/>
                    </a:cubicBezTo>
                    <a:cubicBezTo>
                      <a:pt x="29061" y="19625"/>
                      <a:pt x="28005" y="20575"/>
                      <a:pt x="28154" y="22325"/>
                    </a:cubicBezTo>
                    <a:cubicBezTo>
                      <a:pt x="28421" y="25460"/>
                      <a:pt x="28788" y="27395"/>
                      <a:pt x="25653" y="27795"/>
                    </a:cubicBezTo>
                    <a:cubicBezTo>
                      <a:pt x="25516" y="27811"/>
                      <a:pt x="25387" y="27819"/>
                      <a:pt x="25267" y="27819"/>
                    </a:cubicBezTo>
                    <a:cubicBezTo>
                      <a:pt x="22622" y="27819"/>
                      <a:pt x="23775" y="24091"/>
                      <a:pt x="25019" y="21858"/>
                    </a:cubicBezTo>
                    <a:cubicBezTo>
                      <a:pt x="26286" y="19556"/>
                      <a:pt x="29455" y="19022"/>
                      <a:pt x="29822" y="16620"/>
                    </a:cubicBezTo>
                    <a:cubicBezTo>
                      <a:pt x="30189" y="14252"/>
                      <a:pt x="28688" y="14386"/>
                      <a:pt x="28755" y="11817"/>
                    </a:cubicBezTo>
                    <a:cubicBezTo>
                      <a:pt x="28788" y="9282"/>
                      <a:pt x="30256" y="7481"/>
                      <a:pt x="30189" y="4679"/>
                    </a:cubicBezTo>
                    <a:cubicBezTo>
                      <a:pt x="30152" y="3123"/>
                      <a:pt x="29029" y="2336"/>
                      <a:pt x="27786" y="2336"/>
                    </a:cubicBezTo>
                    <a:cubicBezTo>
                      <a:pt x="26818" y="2336"/>
                      <a:pt x="25776" y="2814"/>
                      <a:pt x="25119" y="3778"/>
                    </a:cubicBezTo>
                    <a:cubicBezTo>
                      <a:pt x="23584" y="5979"/>
                      <a:pt x="25286" y="8014"/>
                      <a:pt x="26453" y="12918"/>
                    </a:cubicBezTo>
                    <a:cubicBezTo>
                      <a:pt x="27039" y="15379"/>
                      <a:pt x="26112" y="16437"/>
                      <a:pt x="25056" y="16437"/>
                    </a:cubicBezTo>
                    <a:cubicBezTo>
                      <a:pt x="24009" y="16437"/>
                      <a:pt x="22834" y="15396"/>
                      <a:pt x="22884" y="13652"/>
                    </a:cubicBezTo>
                    <a:cubicBezTo>
                      <a:pt x="22958" y="11056"/>
                      <a:pt x="22867" y="9119"/>
                      <a:pt x="21810" y="9119"/>
                    </a:cubicBezTo>
                    <a:cubicBezTo>
                      <a:pt x="21441" y="9119"/>
                      <a:pt x="20954" y="9356"/>
                      <a:pt x="20315" y="9882"/>
                    </a:cubicBezTo>
                    <a:cubicBezTo>
                      <a:pt x="17814" y="11884"/>
                      <a:pt x="20382" y="16153"/>
                      <a:pt x="22250" y="19823"/>
                    </a:cubicBezTo>
                    <a:cubicBezTo>
                      <a:pt x="23494" y="22311"/>
                      <a:pt x="22714" y="23649"/>
                      <a:pt x="21822" y="23649"/>
                    </a:cubicBezTo>
                    <a:cubicBezTo>
                      <a:pt x="21399" y="23649"/>
                      <a:pt x="20951" y="23348"/>
                      <a:pt x="20682" y="22725"/>
                    </a:cubicBezTo>
                    <a:cubicBezTo>
                      <a:pt x="20188" y="21558"/>
                      <a:pt x="19435" y="20825"/>
                      <a:pt x="18675" y="20825"/>
                    </a:cubicBezTo>
                    <a:cubicBezTo>
                      <a:pt x="18153" y="20825"/>
                      <a:pt x="17628" y="21170"/>
                      <a:pt x="17180" y="21958"/>
                    </a:cubicBezTo>
                    <a:cubicBezTo>
                      <a:pt x="16046" y="23926"/>
                      <a:pt x="17347" y="27428"/>
                      <a:pt x="15979" y="29229"/>
                    </a:cubicBezTo>
                    <a:cubicBezTo>
                      <a:pt x="15530" y="29821"/>
                      <a:pt x="15016" y="30107"/>
                      <a:pt x="14507" y="30107"/>
                    </a:cubicBezTo>
                    <a:cubicBezTo>
                      <a:pt x="13466" y="30107"/>
                      <a:pt x="12446" y="28912"/>
                      <a:pt x="12043" y="26694"/>
                    </a:cubicBezTo>
                    <a:cubicBezTo>
                      <a:pt x="11442" y="23359"/>
                      <a:pt x="13944" y="22792"/>
                      <a:pt x="15512" y="19823"/>
                    </a:cubicBezTo>
                    <a:cubicBezTo>
                      <a:pt x="16814" y="17358"/>
                      <a:pt x="15241" y="15744"/>
                      <a:pt x="13277" y="15744"/>
                    </a:cubicBezTo>
                    <a:cubicBezTo>
                      <a:pt x="12875" y="15744"/>
                      <a:pt x="12456" y="15812"/>
                      <a:pt x="12043" y="15953"/>
                    </a:cubicBezTo>
                    <a:cubicBezTo>
                      <a:pt x="9574" y="16787"/>
                      <a:pt x="11342" y="19956"/>
                      <a:pt x="10709" y="23659"/>
                    </a:cubicBezTo>
                    <a:cubicBezTo>
                      <a:pt x="10514" y="24747"/>
                      <a:pt x="10065" y="25184"/>
                      <a:pt x="9527" y="25184"/>
                    </a:cubicBezTo>
                    <a:cubicBezTo>
                      <a:pt x="8215" y="25184"/>
                      <a:pt x="6372" y="22594"/>
                      <a:pt x="6372" y="20490"/>
                    </a:cubicBezTo>
                    <a:cubicBezTo>
                      <a:pt x="6372" y="18504"/>
                      <a:pt x="5151" y="16412"/>
                      <a:pt x="3783" y="16412"/>
                    </a:cubicBezTo>
                    <a:cubicBezTo>
                      <a:pt x="3128" y="16412"/>
                      <a:pt x="2440" y="16890"/>
                      <a:pt x="1836" y="18088"/>
                    </a:cubicBezTo>
                    <a:cubicBezTo>
                      <a:pt x="1" y="21791"/>
                      <a:pt x="3403" y="24660"/>
                      <a:pt x="4704" y="26127"/>
                    </a:cubicBezTo>
                    <a:cubicBezTo>
                      <a:pt x="6005" y="27595"/>
                      <a:pt x="6472" y="29530"/>
                      <a:pt x="2770" y="30931"/>
                    </a:cubicBezTo>
                    <a:lnTo>
                      <a:pt x="40763" y="30330"/>
                    </a:lnTo>
                    <a:cubicBezTo>
                      <a:pt x="40763" y="30330"/>
                      <a:pt x="40763" y="4979"/>
                      <a:pt x="39929" y="1943"/>
                    </a:cubicBezTo>
                    <a:cubicBezTo>
                      <a:pt x="39567" y="610"/>
                      <a:pt x="38644" y="1"/>
                      <a:pt x="376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7" name="Google Shape;87;p34"/>
              <p:cNvGrpSpPr/>
              <p:nvPr/>
            </p:nvGrpSpPr>
            <p:grpSpPr>
              <a:xfrm rot="8398153">
                <a:off x="6686030" y="4382392"/>
                <a:ext cx="2514953" cy="738926"/>
                <a:chOff x="8674525" y="3553425"/>
                <a:chExt cx="2514950" cy="738925"/>
              </a:xfrm>
            </p:grpSpPr>
            <p:sp>
              <p:nvSpPr>
                <p:cNvPr id="88" name="Google Shape;88;p34"/>
                <p:cNvSpPr/>
                <p:nvPr/>
              </p:nvSpPr>
              <p:spPr>
                <a:xfrm>
                  <a:off x="9513875" y="3562600"/>
                  <a:ext cx="1199925" cy="590600"/>
                </a:xfrm>
                <a:custGeom>
                  <a:rect b="b" l="l" r="r" t="t"/>
                  <a:pathLst>
                    <a:path extrusionOk="0" h="23624" w="47997">
                      <a:moveTo>
                        <a:pt x="14770" y="0"/>
                      </a:moveTo>
                      <a:cubicBezTo>
                        <a:pt x="8133" y="0"/>
                        <a:pt x="0" y="3063"/>
                        <a:pt x="3041" y="5363"/>
                      </a:cubicBezTo>
                      <a:cubicBezTo>
                        <a:pt x="3763" y="5910"/>
                        <a:pt x="4686" y="6108"/>
                        <a:pt x="5732" y="6108"/>
                      </a:cubicBezTo>
                      <a:cubicBezTo>
                        <a:pt x="8462" y="6108"/>
                        <a:pt x="12028" y="4761"/>
                        <a:pt x="15051" y="4761"/>
                      </a:cubicBezTo>
                      <a:cubicBezTo>
                        <a:pt x="16102" y="4761"/>
                        <a:pt x="17088" y="4924"/>
                        <a:pt x="17950" y="5363"/>
                      </a:cubicBezTo>
                      <a:cubicBezTo>
                        <a:pt x="22238" y="7550"/>
                        <a:pt x="22636" y="11554"/>
                        <a:pt x="28514" y="12633"/>
                      </a:cubicBezTo>
                      <a:cubicBezTo>
                        <a:pt x="29468" y="12804"/>
                        <a:pt x="30368" y="12868"/>
                        <a:pt x="31222" y="12868"/>
                      </a:cubicBezTo>
                      <a:cubicBezTo>
                        <a:pt x="33844" y="12868"/>
                        <a:pt x="36024" y="12261"/>
                        <a:pt x="37966" y="12261"/>
                      </a:cubicBezTo>
                      <a:cubicBezTo>
                        <a:pt x="39287" y="12261"/>
                        <a:pt x="40498" y="12542"/>
                        <a:pt x="41663" y="13485"/>
                      </a:cubicBezTo>
                      <a:cubicBezTo>
                        <a:pt x="43821" y="15218"/>
                        <a:pt x="44191" y="18398"/>
                        <a:pt x="47996" y="23624"/>
                      </a:cubicBezTo>
                      <a:cubicBezTo>
                        <a:pt x="45809" y="17717"/>
                        <a:pt x="46292" y="11554"/>
                        <a:pt x="40470" y="9027"/>
                      </a:cubicBezTo>
                      <a:cubicBezTo>
                        <a:pt x="38993" y="8378"/>
                        <a:pt x="37874" y="8152"/>
                        <a:pt x="36946" y="8152"/>
                      </a:cubicBezTo>
                      <a:cubicBezTo>
                        <a:pt x="34808" y="8152"/>
                        <a:pt x="33683" y="9352"/>
                        <a:pt x="31523" y="9352"/>
                      </a:cubicBezTo>
                      <a:cubicBezTo>
                        <a:pt x="30926" y="9352"/>
                        <a:pt x="30250" y="9261"/>
                        <a:pt x="29452" y="9027"/>
                      </a:cubicBezTo>
                      <a:cubicBezTo>
                        <a:pt x="24482" y="7550"/>
                        <a:pt x="23033" y="592"/>
                        <a:pt x="16218" y="53"/>
                      </a:cubicBezTo>
                      <a:cubicBezTo>
                        <a:pt x="15747" y="17"/>
                        <a:pt x="15262" y="0"/>
                        <a:pt x="1477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" name="Google Shape;89;p34"/>
                <p:cNvSpPr/>
                <p:nvPr/>
              </p:nvSpPr>
              <p:spPr>
                <a:xfrm>
                  <a:off x="9858975" y="4039550"/>
                  <a:ext cx="854825" cy="249475"/>
                </a:xfrm>
                <a:custGeom>
                  <a:rect b="b" l="l" r="r" t="t"/>
                  <a:pathLst>
                    <a:path extrusionOk="0" h="9979" w="34193">
                      <a:moveTo>
                        <a:pt x="18678" y="1"/>
                      </a:moveTo>
                      <a:cubicBezTo>
                        <a:pt x="15005" y="1"/>
                        <a:pt x="10976" y="836"/>
                        <a:pt x="6816" y="3211"/>
                      </a:cubicBezTo>
                      <a:cubicBezTo>
                        <a:pt x="1205" y="6388"/>
                        <a:pt x="0" y="9978"/>
                        <a:pt x="3787" y="9978"/>
                      </a:cubicBezTo>
                      <a:cubicBezTo>
                        <a:pt x="4333" y="9978"/>
                        <a:pt x="4982" y="9904"/>
                        <a:pt x="5736" y="9743"/>
                      </a:cubicBezTo>
                      <a:cubicBezTo>
                        <a:pt x="11757" y="8465"/>
                        <a:pt x="12836" y="5966"/>
                        <a:pt x="16698" y="4546"/>
                      </a:cubicBezTo>
                      <a:cubicBezTo>
                        <a:pt x="18889" y="3746"/>
                        <a:pt x="20269" y="3073"/>
                        <a:pt x="23247" y="3073"/>
                      </a:cubicBezTo>
                      <a:cubicBezTo>
                        <a:pt x="25558" y="3073"/>
                        <a:pt x="28831" y="3478"/>
                        <a:pt x="34192" y="4546"/>
                      </a:cubicBezTo>
                      <a:cubicBezTo>
                        <a:pt x="34192" y="4546"/>
                        <a:pt x="29307" y="1734"/>
                        <a:pt x="24309" y="627"/>
                      </a:cubicBezTo>
                      <a:cubicBezTo>
                        <a:pt x="22561" y="247"/>
                        <a:pt x="20672" y="1"/>
                        <a:pt x="1867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" name="Google Shape;90;p34"/>
                <p:cNvSpPr/>
                <p:nvPr/>
              </p:nvSpPr>
              <p:spPr>
                <a:xfrm>
                  <a:off x="8899075" y="3553425"/>
                  <a:ext cx="1327675" cy="473200"/>
                </a:xfrm>
                <a:custGeom>
                  <a:rect b="b" l="l" r="r" t="t"/>
                  <a:pathLst>
                    <a:path extrusionOk="0" h="18928" w="53107">
                      <a:moveTo>
                        <a:pt x="7686" y="1"/>
                      </a:moveTo>
                      <a:cubicBezTo>
                        <a:pt x="6786" y="1"/>
                        <a:pt x="5921" y="116"/>
                        <a:pt x="5112" y="363"/>
                      </a:cubicBezTo>
                      <a:cubicBezTo>
                        <a:pt x="0" y="1925"/>
                        <a:pt x="6220" y="5247"/>
                        <a:pt x="14853" y="8542"/>
                      </a:cubicBezTo>
                      <a:cubicBezTo>
                        <a:pt x="23458" y="11836"/>
                        <a:pt x="23856" y="16351"/>
                        <a:pt x="28967" y="18368"/>
                      </a:cubicBezTo>
                      <a:cubicBezTo>
                        <a:pt x="29993" y="18766"/>
                        <a:pt x="31059" y="18928"/>
                        <a:pt x="32150" y="18928"/>
                      </a:cubicBezTo>
                      <a:cubicBezTo>
                        <a:pt x="36497" y="18928"/>
                        <a:pt x="41233" y="16368"/>
                        <a:pt x="45297" y="16096"/>
                      </a:cubicBezTo>
                      <a:cubicBezTo>
                        <a:pt x="46911" y="15988"/>
                        <a:pt x="48285" y="15951"/>
                        <a:pt x="49408" y="15951"/>
                      </a:cubicBezTo>
                      <a:cubicBezTo>
                        <a:pt x="51843" y="15951"/>
                        <a:pt x="53106" y="16124"/>
                        <a:pt x="53106" y="16124"/>
                      </a:cubicBezTo>
                      <a:cubicBezTo>
                        <a:pt x="50460" y="15050"/>
                        <a:pt x="47877" y="14687"/>
                        <a:pt x="45244" y="14687"/>
                      </a:cubicBezTo>
                      <a:cubicBezTo>
                        <a:pt x="42310" y="14687"/>
                        <a:pt x="39313" y="15137"/>
                        <a:pt x="36095" y="15556"/>
                      </a:cubicBezTo>
                      <a:cubicBezTo>
                        <a:pt x="35628" y="15617"/>
                        <a:pt x="35173" y="15646"/>
                        <a:pt x="34731" y="15646"/>
                      </a:cubicBezTo>
                      <a:cubicBezTo>
                        <a:pt x="29400" y="15646"/>
                        <a:pt x="25827" y="11398"/>
                        <a:pt x="21868" y="7150"/>
                      </a:cubicBezTo>
                      <a:cubicBezTo>
                        <a:pt x="18258" y="3254"/>
                        <a:pt x="12475" y="1"/>
                        <a:pt x="768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" name="Google Shape;91;p34"/>
                <p:cNvSpPr/>
                <p:nvPr/>
              </p:nvSpPr>
              <p:spPr>
                <a:xfrm>
                  <a:off x="8674525" y="3842775"/>
                  <a:ext cx="853600" cy="238150"/>
                </a:xfrm>
                <a:custGeom>
                  <a:rect b="b" l="l" r="r" t="t"/>
                  <a:pathLst>
                    <a:path extrusionOk="0" h="9526" w="34144">
                      <a:moveTo>
                        <a:pt x="9414" y="1"/>
                      </a:moveTo>
                      <a:cubicBezTo>
                        <a:pt x="4875" y="1"/>
                        <a:pt x="954" y="1081"/>
                        <a:pt x="378" y="3585"/>
                      </a:cubicBezTo>
                      <a:cubicBezTo>
                        <a:pt x="1" y="5220"/>
                        <a:pt x="978" y="5718"/>
                        <a:pt x="2724" y="5718"/>
                      </a:cubicBezTo>
                      <a:cubicBezTo>
                        <a:pt x="5441" y="5718"/>
                        <a:pt x="10020" y="4511"/>
                        <a:pt x="14252" y="4511"/>
                      </a:cubicBezTo>
                      <a:cubicBezTo>
                        <a:pt x="14475" y="4511"/>
                        <a:pt x="14697" y="4515"/>
                        <a:pt x="14918" y="4522"/>
                      </a:cubicBezTo>
                      <a:cubicBezTo>
                        <a:pt x="21795" y="4745"/>
                        <a:pt x="26597" y="9526"/>
                        <a:pt x="33714" y="9526"/>
                      </a:cubicBezTo>
                      <a:cubicBezTo>
                        <a:pt x="33857" y="9526"/>
                        <a:pt x="34000" y="9524"/>
                        <a:pt x="34144" y="9520"/>
                      </a:cubicBezTo>
                      <a:cubicBezTo>
                        <a:pt x="27697" y="6794"/>
                        <a:pt x="26135" y="3982"/>
                        <a:pt x="19206" y="1568"/>
                      </a:cubicBezTo>
                      <a:cubicBezTo>
                        <a:pt x="16308" y="567"/>
                        <a:pt x="12699" y="1"/>
                        <a:pt x="9414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" name="Google Shape;92;p34"/>
                <p:cNvSpPr/>
                <p:nvPr/>
              </p:nvSpPr>
              <p:spPr>
                <a:xfrm>
                  <a:off x="9589875" y="3583775"/>
                  <a:ext cx="1123925" cy="694375"/>
                </a:xfrm>
                <a:custGeom>
                  <a:rect b="b" l="l" r="r" t="t"/>
                  <a:pathLst>
                    <a:path extrusionOk="0" fill="none" h="27775" w="44957">
                      <a:moveTo>
                        <a:pt x="1" y="4516"/>
                      </a:moveTo>
                      <a:cubicBezTo>
                        <a:pt x="11275" y="910"/>
                        <a:pt x="14967" y="1"/>
                        <a:pt x="19283" y="5027"/>
                      </a:cubicBezTo>
                      <a:cubicBezTo>
                        <a:pt x="23600" y="10026"/>
                        <a:pt x="26014" y="11304"/>
                        <a:pt x="31722" y="9742"/>
                      </a:cubicBezTo>
                      <a:cubicBezTo>
                        <a:pt x="37402" y="8151"/>
                        <a:pt x="40639" y="10821"/>
                        <a:pt x="41946" y="14882"/>
                      </a:cubicBezTo>
                      <a:cubicBezTo>
                        <a:pt x="43224" y="18971"/>
                        <a:pt x="44956" y="22777"/>
                        <a:pt x="44956" y="22777"/>
                      </a:cubicBezTo>
                      <a:cubicBezTo>
                        <a:pt x="44956" y="22777"/>
                        <a:pt x="37913" y="18687"/>
                        <a:pt x="31097" y="19880"/>
                      </a:cubicBezTo>
                      <a:cubicBezTo>
                        <a:pt x="24282" y="21073"/>
                        <a:pt x="16216" y="25361"/>
                        <a:pt x="12780" y="27775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2839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" name="Google Shape;93;p34"/>
                <p:cNvSpPr/>
                <p:nvPr/>
              </p:nvSpPr>
              <p:spPr>
                <a:xfrm>
                  <a:off x="8980725" y="3598700"/>
                  <a:ext cx="1246025" cy="411100"/>
                </a:xfrm>
                <a:custGeom>
                  <a:rect b="b" l="l" r="r" t="t"/>
                  <a:pathLst>
                    <a:path extrusionOk="0" fill="none" h="16444" w="49841">
                      <a:moveTo>
                        <a:pt x="0" y="0"/>
                      </a:moveTo>
                      <a:cubicBezTo>
                        <a:pt x="8577" y="511"/>
                        <a:pt x="14086" y="2783"/>
                        <a:pt x="18488" y="7668"/>
                      </a:cubicBezTo>
                      <a:cubicBezTo>
                        <a:pt x="22890" y="12553"/>
                        <a:pt x="25332" y="16443"/>
                        <a:pt x="31182" y="15534"/>
                      </a:cubicBezTo>
                      <a:cubicBezTo>
                        <a:pt x="37033" y="14626"/>
                        <a:pt x="44984" y="12638"/>
                        <a:pt x="49840" y="14285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2839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94;p34"/>
                <p:cNvSpPr/>
                <p:nvPr/>
              </p:nvSpPr>
              <p:spPr>
                <a:xfrm>
                  <a:off x="8682525" y="3877700"/>
                  <a:ext cx="817925" cy="196700"/>
                </a:xfrm>
                <a:custGeom>
                  <a:rect b="b" l="l" r="r" t="t"/>
                  <a:pathLst>
                    <a:path extrusionOk="0" fill="none" h="7868" w="32717">
                      <a:moveTo>
                        <a:pt x="1" y="3125"/>
                      </a:moveTo>
                      <a:cubicBezTo>
                        <a:pt x="8577" y="86"/>
                        <a:pt x="16501" y="1"/>
                        <a:pt x="22095" y="2898"/>
                      </a:cubicBezTo>
                      <a:cubicBezTo>
                        <a:pt x="27718" y="5794"/>
                        <a:pt x="29024" y="7498"/>
                        <a:pt x="32716" y="7867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2839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95;p34"/>
                <p:cNvSpPr/>
                <p:nvPr/>
              </p:nvSpPr>
              <p:spPr>
                <a:xfrm>
                  <a:off x="9408125" y="3898300"/>
                  <a:ext cx="1781350" cy="394050"/>
                </a:xfrm>
                <a:custGeom>
                  <a:rect b="b" l="l" r="r" t="t"/>
                  <a:pathLst>
                    <a:path extrusionOk="0" fill="none" h="15762" w="71254">
                      <a:moveTo>
                        <a:pt x="0" y="5084"/>
                      </a:moveTo>
                      <a:cubicBezTo>
                        <a:pt x="9088" y="10962"/>
                        <a:pt x="15961" y="7753"/>
                        <a:pt x="25503" y="3863"/>
                      </a:cubicBezTo>
                      <a:cubicBezTo>
                        <a:pt x="35016" y="1"/>
                        <a:pt x="41832" y="4062"/>
                        <a:pt x="48932" y="8321"/>
                      </a:cubicBezTo>
                      <a:cubicBezTo>
                        <a:pt x="56032" y="12553"/>
                        <a:pt x="62961" y="15762"/>
                        <a:pt x="71253" y="15364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" name="Google Shape;96;p34"/>
              <p:cNvGrpSpPr/>
              <p:nvPr/>
            </p:nvGrpSpPr>
            <p:grpSpPr>
              <a:xfrm flipH="1" rot="899960">
                <a:off x="-46534" y="4049649"/>
                <a:ext cx="1586478" cy="932997"/>
                <a:chOff x="11944150" y="3369375"/>
                <a:chExt cx="1586525" cy="933025"/>
              </a:xfrm>
            </p:grpSpPr>
            <p:sp>
              <p:nvSpPr>
                <p:cNvPr id="97" name="Google Shape;97;p34"/>
                <p:cNvSpPr/>
                <p:nvPr/>
              </p:nvSpPr>
              <p:spPr>
                <a:xfrm>
                  <a:off x="12532725" y="3369375"/>
                  <a:ext cx="354000" cy="731300"/>
                </a:xfrm>
                <a:custGeom>
                  <a:rect b="b" l="l" r="r" t="t"/>
                  <a:pathLst>
                    <a:path extrusionOk="0" h="29252" w="14160">
                      <a:moveTo>
                        <a:pt x="11212" y="0"/>
                      </a:moveTo>
                      <a:cubicBezTo>
                        <a:pt x="9469" y="0"/>
                        <a:pt x="7162" y="1378"/>
                        <a:pt x="5424" y="4175"/>
                      </a:cubicBezTo>
                      <a:cubicBezTo>
                        <a:pt x="1960" y="9798"/>
                        <a:pt x="2215" y="12808"/>
                        <a:pt x="2357" y="17238"/>
                      </a:cubicBezTo>
                      <a:cubicBezTo>
                        <a:pt x="2499" y="21697"/>
                        <a:pt x="0" y="29251"/>
                        <a:pt x="0" y="29251"/>
                      </a:cubicBezTo>
                      <a:cubicBezTo>
                        <a:pt x="5169" y="24764"/>
                        <a:pt x="6305" y="21016"/>
                        <a:pt x="5992" y="14484"/>
                      </a:cubicBezTo>
                      <a:cubicBezTo>
                        <a:pt x="5708" y="7924"/>
                        <a:pt x="12467" y="9684"/>
                        <a:pt x="13603" y="4175"/>
                      </a:cubicBezTo>
                      <a:cubicBezTo>
                        <a:pt x="14160" y="1406"/>
                        <a:pt x="12974" y="0"/>
                        <a:pt x="1121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98;p34"/>
                <p:cNvSpPr/>
                <p:nvPr/>
              </p:nvSpPr>
              <p:spPr>
                <a:xfrm>
                  <a:off x="12458875" y="3660000"/>
                  <a:ext cx="1011500" cy="515925"/>
                </a:xfrm>
                <a:custGeom>
                  <a:rect b="b" l="l" r="r" t="t"/>
                  <a:pathLst>
                    <a:path extrusionOk="0" h="20637" w="40460">
                      <a:moveTo>
                        <a:pt x="35642" y="0"/>
                      </a:moveTo>
                      <a:cubicBezTo>
                        <a:pt x="35472" y="0"/>
                        <a:pt x="35293" y="6"/>
                        <a:pt x="35102" y="19"/>
                      </a:cubicBezTo>
                      <a:cubicBezTo>
                        <a:pt x="29507" y="416"/>
                        <a:pt x="28826" y="6039"/>
                        <a:pt x="22010" y="6721"/>
                      </a:cubicBezTo>
                      <a:cubicBezTo>
                        <a:pt x="15194" y="7374"/>
                        <a:pt x="13462" y="9050"/>
                        <a:pt x="10253" y="13224"/>
                      </a:cubicBezTo>
                      <a:cubicBezTo>
                        <a:pt x="7044" y="17399"/>
                        <a:pt x="1" y="20636"/>
                        <a:pt x="1" y="20636"/>
                      </a:cubicBezTo>
                      <a:cubicBezTo>
                        <a:pt x="8123" y="19927"/>
                        <a:pt x="12013" y="15014"/>
                        <a:pt x="16671" y="11946"/>
                      </a:cubicBezTo>
                      <a:cubicBezTo>
                        <a:pt x="21328" y="8851"/>
                        <a:pt x="22947" y="11520"/>
                        <a:pt x="29905" y="8198"/>
                      </a:cubicBezTo>
                      <a:cubicBezTo>
                        <a:pt x="36626" y="4960"/>
                        <a:pt x="40459" y="0"/>
                        <a:pt x="356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" name="Google Shape;99;p34"/>
                <p:cNvSpPr/>
                <p:nvPr/>
              </p:nvSpPr>
              <p:spPr>
                <a:xfrm>
                  <a:off x="12353800" y="3942625"/>
                  <a:ext cx="1176875" cy="359775"/>
                </a:xfrm>
                <a:custGeom>
                  <a:rect b="b" l="l" r="r" t="t"/>
                  <a:pathLst>
                    <a:path extrusionOk="0" h="14391" w="47075">
                      <a:moveTo>
                        <a:pt x="44882" y="1"/>
                      </a:moveTo>
                      <a:cubicBezTo>
                        <a:pt x="42116" y="1"/>
                        <a:pt x="37057" y="1922"/>
                        <a:pt x="32655" y="1922"/>
                      </a:cubicBezTo>
                      <a:cubicBezTo>
                        <a:pt x="32571" y="1922"/>
                        <a:pt x="32487" y="1921"/>
                        <a:pt x="32404" y="1919"/>
                      </a:cubicBezTo>
                      <a:cubicBezTo>
                        <a:pt x="32336" y="1919"/>
                        <a:pt x="32268" y="1918"/>
                        <a:pt x="32201" y="1918"/>
                      </a:cubicBezTo>
                      <a:cubicBezTo>
                        <a:pt x="25672" y="1918"/>
                        <a:pt x="22856" y="5981"/>
                        <a:pt x="19567" y="8764"/>
                      </a:cubicBezTo>
                      <a:cubicBezTo>
                        <a:pt x="16892" y="11008"/>
                        <a:pt x="13113" y="12058"/>
                        <a:pt x="10065" y="12058"/>
                      </a:cubicBezTo>
                      <a:cubicBezTo>
                        <a:pt x="9295" y="12058"/>
                        <a:pt x="8571" y="11991"/>
                        <a:pt x="7924" y="11859"/>
                      </a:cubicBezTo>
                      <a:cubicBezTo>
                        <a:pt x="6334" y="11518"/>
                        <a:pt x="4353" y="11433"/>
                        <a:pt x="2770" y="11433"/>
                      </a:cubicBezTo>
                      <a:cubicBezTo>
                        <a:pt x="1186" y="11433"/>
                        <a:pt x="1" y="11518"/>
                        <a:pt x="1" y="11518"/>
                      </a:cubicBezTo>
                      <a:cubicBezTo>
                        <a:pt x="5718" y="12209"/>
                        <a:pt x="9403" y="14391"/>
                        <a:pt x="13770" y="14391"/>
                      </a:cubicBezTo>
                      <a:cubicBezTo>
                        <a:pt x="15151" y="14391"/>
                        <a:pt x="16601" y="14172"/>
                        <a:pt x="18204" y="13620"/>
                      </a:cubicBezTo>
                      <a:cubicBezTo>
                        <a:pt x="24906" y="11319"/>
                        <a:pt x="24367" y="7031"/>
                        <a:pt x="30103" y="7031"/>
                      </a:cubicBezTo>
                      <a:cubicBezTo>
                        <a:pt x="35868" y="7031"/>
                        <a:pt x="46546" y="6293"/>
                        <a:pt x="46944" y="1919"/>
                      </a:cubicBezTo>
                      <a:cubicBezTo>
                        <a:pt x="47075" y="480"/>
                        <a:pt x="46265" y="1"/>
                        <a:pt x="4488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" name="Google Shape;100;p34"/>
                <p:cNvSpPr/>
                <p:nvPr/>
              </p:nvSpPr>
              <p:spPr>
                <a:xfrm>
                  <a:off x="12539825" y="3393500"/>
                  <a:ext cx="323050" cy="696525"/>
                </a:xfrm>
                <a:custGeom>
                  <a:rect b="b" l="l" r="r" t="t"/>
                  <a:pathLst>
                    <a:path extrusionOk="0" fill="none" h="27861" w="12922">
                      <a:moveTo>
                        <a:pt x="12922" y="1"/>
                      </a:moveTo>
                      <a:cubicBezTo>
                        <a:pt x="8633" y="3608"/>
                        <a:pt x="4516" y="3295"/>
                        <a:pt x="4232" y="10679"/>
                      </a:cubicBezTo>
                      <a:cubicBezTo>
                        <a:pt x="3919" y="18063"/>
                        <a:pt x="3067" y="23856"/>
                        <a:pt x="0" y="2786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2839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01;p34"/>
                <p:cNvSpPr/>
                <p:nvPr/>
              </p:nvSpPr>
              <p:spPr>
                <a:xfrm>
                  <a:off x="12458875" y="3676075"/>
                  <a:ext cx="940750" cy="500550"/>
                </a:xfrm>
                <a:custGeom>
                  <a:rect b="b" l="l" r="r" t="t"/>
                  <a:pathLst>
                    <a:path extrusionOk="0" fill="none" h="20022" w="37630">
                      <a:moveTo>
                        <a:pt x="37629" y="1"/>
                      </a:moveTo>
                      <a:cubicBezTo>
                        <a:pt x="33114" y="1591"/>
                        <a:pt x="30984" y="5822"/>
                        <a:pt x="26298" y="6958"/>
                      </a:cubicBezTo>
                      <a:cubicBezTo>
                        <a:pt x="21641" y="8094"/>
                        <a:pt x="19340" y="7413"/>
                        <a:pt x="16160" y="9429"/>
                      </a:cubicBezTo>
                      <a:cubicBezTo>
                        <a:pt x="13007" y="11445"/>
                        <a:pt x="12468" y="13632"/>
                        <a:pt x="8606" y="15904"/>
                      </a:cubicBezTo>
                      <a:cubicBezTo>
                        <a:pt x="5822" y="17466"/>
                        <a:pt x="2954" y="18858"/>
                        <a:pt x="1" y="20022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2839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34"/>
                <p:cNvSpPr/>
                <p:nvPr/>
              </p:nvSpPr>
              <p:spPr>
                <a:xfrm>
                  <a:off x="12354525" y="3967175"/>
                  <a:ext cx="1170750" cy="318800"/>
                </a:xfrm>
                <a:custGeom>
                  <a:rect b="b" l="l" r="r" t="t"/>
                  <a:pathLst>
                    <a:path extrusionOk="0" fill="none" h="12752" w="46830">
                      <a:moveTo>
                        <a:pt x="46830" y="0"/>
                      </a:moveTo>
                      <a:cubicBezTo>
                        <a:pt x="41491" y="3266"/>
                        <a:pt x="34079" y="2840"/>
                        <a:pt x="30500" y="3380"/>
                      </a:cubicBezTo>
                      <a:cubicBezTo>
                        <a:pt x="26894" y="3919"/>
                        <a:pt x="24849" y="6333"/>
                        <a:pt x="20362" y="9542"/>
                      </a:cubicBezTo>
                      <a:cubicBezTo>
                        <a:pt x="15847" y="12751"/>
                        <a:pt x="10990" y="12212"/>
                        <a:pt x="8633" y="11729"/>
                      </a:cubicBezTo>
                      <a:cubicBezTo>
                        <a:pt x="6305" y="11275"/>
                        <a:pt x="0" y="10536"/>
                        <a:pt x="0" y="1053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2839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34"/>
                <p:cNvSpPr/>
                <p:nvPr/>
              </p:nvSpPr>
              <p:spPr>
                <a:xfrm>
                  <a:off x="11944150" y="4040300"/>
                  <a:ext cx="626225" cy="242825"/>
                </a:xfrm>
                <a:custGeom>
                  <a:rect b="b" l="l" r="r" t="t"/>
                  <a:pathLst>
                    <a:path extrusionOk="0" fill="none" h="9713" w="25049">
                      <a:moveTo>
                        <a:pt x="0" y="9713"/>
                      </a:moveTo>
                      <a:cubicBezTo>
                        <a:pt x="18233" y="9628"/>
                        <a:pt x="22038" y="5396"/>
                        <a:pt x="25048" y="0"/>
                      </a:cubicBezTo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rgbClr val="1B273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04" name="Google Shape;104;p34"/>
          <p:cNvSpPr txBox="1"/>
          <p:nvPr>
            <p:ph type="title"/>
          </p:nvPr>
        </p:nvSpPr>
        <p:spPr>
          <a:xfrm>
            <a:off x="1069925" y="1429175"/>
            <a:ext cx="29493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gra"/>
              <a:buNone/>
              <a:defRPr b="1" sz="4200">
                <a:latin typeface="Magra"/>
                <a:ea typeface="Magra"/>
                <a:cs typeface="Magra"/>
                <a:sym typeface="Mag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34"/>
          <p:cNvSpPr txBox="1"/>
          <p:nvPr>
            <p:ph idx="1" type="subTitle"/>
          </p:nvPr>
        </p:nvSpPr>
        <p:spPr>
          <a:xfrm>
            <a:off x="1069950" y="2710425"/>
            <a:ext cx="36843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06" name="Google Shape;106;p34"/>
          <p:cNvGrpSpPr/>
          <p:nvPr/>
        </p:nvGrpSpPr>
        <p:grpSpPr>
          <a:xfrm>
            <a:off x="1833999" y="4746228"/>
            <a:ext cx="5706339" cy="288929"/>
            <a:chOff x="1833999" y="4746228"/>
            <a:chExt cx="5706339" cy="288929"/>
          </a:xfrm>
        </p:grpSpPr>
        <p:sp>
          <p:nvSpPr>
            <p:cNvPr id="107" name="Google Shape;107;p34"/>
            <p:cNvSpPr/>
            <p:nvPr/>
          </p:nvSpPr>
          <p:spPr>
            <a:xfrm rot="-7184">
              <a:off x="1834126" y="4912757"/>
              <a:ext cx="287101" cy="122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4"/>
            <p:cNvSpPr/>
            <p:nvPr/>
          </p:nvSpPr>
          <p:spPr>
            <a:xfrm rot="-4102">
              <a:off x="7016926" y="4805376"/>
              <a:ext cx="251400" cy="107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4"/>
            <p:cNvSpPr/>
            <p:nvPr/>
          </p:nvSpPr>
          <p:spPr>
            <a:xfrm rot="-6095">
              <a:off x="7371074" y="493102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4"/>
            <p:cNvSpPr/>
            <p:nvPr/>
          </p:nvSpPr>
          <p:spPr>
            <a:xfrm rot="-7361">
              <a:off x="4534476" y="4887528"/>
              <a:ext cx="280201" cy="1194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4"/>
            <p:cNvSpPr/>
            <p:nvPr/>
          </p:nvSpPr>
          <p:spPr>
            <a:xfrm rot="-6095">
              <a:off x="4266074" y="474637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4"/>
            <p:cNvSpPr/>
            <p:nvPr/>
          </p:nvSpPr>
          <p:spPr>
            <a:xfrm rot="-6095">
              <a:off x="2185399" y="482257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g2d12a332ecb_0_1485"/>
          <p:cNvGrpSpPr/>
          <p:nvPr/>
        </p:nvGrpSpPr>
        <p:grpSpPr>
          <a:xfrm>
            <a:off x="-3525" y="3780600"/>
            <a:ext cx="9158100" cy="1404535"/>
            <a:chOff x="-3525" y="3780600"/>
            <a:chExt cx="9158100" cy="1404535"/>
          </a:xfrm>
        </p:grpSpPr>
        <p:grpSp>
          <p:nvGrpSpPr>
            <p:cNvPr id="115" name="Google Shape;115;g2d12a332ecb_0_1485"/>
            <p:cNvGrpSpPr/>
            <p:nvPr/>
          </p:nvGrpSpPr>
          <p:grpSpPr>
            <a:xfrm flipH="1">
              <a:off x="-3525" y="4608662"/>
              <a:ext cx="9158100" cy="535483"/>
              <a:chOff x="-3525" y="3151625"/>
              <a:chExt cx="9158100" cy="1992125"/>
            </a:xfrm>
          </p:grpSpPr>
          <p:cxnSp>
            <p:nvCxnSpPr>
              <p:cNvPr id="116" name="Google Shape;116;g2d12a332ecb_0_1485"/>
              <p:cNvCxnSpPr/>
              <p:nvPr/>
            </p:nvCxnSpPr>
            <p:spPr>
              <a:xfrm>
                <a:off x="-3525" y="3151625"/>
                <a:ext cx="9158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g2d12a332ecb_0_1485"/>
              <p:cNvSpPr/>
              <p:nvPr/>
            </p:nvSpPr>
            <p:spPr>
              <a:xfrm>
                <a:off x="0" y="3163450"/>
                <a:ext cx="9144000" cy="1980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g2d12a332ecb_0_1485"/>
            <p:cNvGrpSpPr/>
            <p:nvPr/>
          </p:nvGrpSpPr>
          <p:grpSpPr>
            <a:xfrm flipH="1">
              <a:off x="6729" y="4285732"/>
              <a:ext cx="1741211" cy="899403"/>
              <a:chOff x="7403110" y="4285732"/>
              <a:chExt cx="1741211" cy="899403"/>
            </a:xfrm>
          </p:grpSpPr>
          <p:sp>
            <p:nvSpPr>
              <p:cNvPr id="119" name="Google Shape;119;g2d12a332ecb_0_1485"/>
              <p:cNvSpPr/>
              <p:nvPr/>
            </p:nvSpPr>
            <p:spPr>
              <a:xfrm>
                <a:off x="8001400" y="4285732"/>
                <a:ext cx="1142921" cy="867228"/>
              </a:xfrm>
              <a:custGeom>
                <a:rect b="b" l="l" r="r" t="t"/>
                <a:pathLst>
                  <a:path extrusionOk="0" h="30931" w="40764">
                    <a:moveTo>
                      <a:pt x="37643" y="1"/>
                    </a:moveTo>
                    <a:cubicBezTo>
                      <a:pt x="36339" y="1"/>
                      <a:pt x="34901" y="1033"/>
                      <a:pt x="34392" y="2844"/>
                    </a:cubicBezTo>
                    <a:cubicBezTo>
                      <a:pt x="33458" y="6080"/>
                      <a:pt x="36427" y="9048"/>
                      <a:pt x="37795" y="11550"/>
                    </a:cubicBezTo>
                    <a:cubicBezTo>
                      <a:pt x="38740" y="13256"/>
                      <a:pt x="37486" y="14803"/>
                      <a:pt x="36137" y="14803"/>
                    </a:cubicBezTo>
                    <a:cubicBezTo>
                      <a:pt x="35534" y="14803"/>
                      <a:pt x="34912" y="14494"/>
                      <a:pt x="34459" y="13752"/>
                    </a:cubicBezTo>
                    <a:cubicBezTo>
                      <a:pt x="32991" y="11350"/>
                      <a:pt x="34359" y="9148"/>
                      <a:pt x="33425" y="7847"/>
                    </a:cubicBezTo>
                    <a:cubicBezTo>
                      <a:pt x="33198" y="7520"/>
                      <a:pt x="32945" y="7363"/>
                      <a:pt x="32687" y="7363"/>
                    </a:cubicBezTo>
                    <a:cubicBezTo>
                      <a:pt x="31921" y="7363"/>
                      <a:pt x="31105" y="8738"/>
                      <a:pt x="30756" y="11083"/>
                    </a:cubicBezTo>
                    <a:cubicBezTo>
                      <a:pt x="30289" y="14219"/>
                      <a:pt x="32324" y="14619"/>
                      <a:pt x="33992" y="17254"/>
                    </a:cubicBezTo>
                    <a:cubicBezTo>
                      <a:pt x="35660" y="19923"/>
                      <a:pt x="36394" y="24259"/>
                      <a:pt x="33992" y="25193"/>
                    </a:cubicBezTo>
                    <a:cubicBezTo>
                      <a:pt x="33553" y="25364"/>
                      <a:pt x="33191" y="25444"/>
                      <a:pt x="32892" y="25444"/>
                    </a:cubicBezTo>
                    <a:cubicBezTo>
                      <a:pt x="31557" y="25444"/>
                      <a:pt x="31490" y="23835"/>
                      <a:pt x="31490" y="21491"/>
                    </a:cubicBezTo>
                    <a:cubicBezTo>
                      <a:pt x="31490" y="20222"/>
                      <a:pt x="30786" y="19625"/>
                      <a:pt x="30023" y="19625"/>
                    </a:cubicBezTo>
                    <a:cubicBezTo>
                      <a:pt x="29061" y="19625"/>
                      <a:pt x="28005" y="20575"/>
                      <a:pt x="28154" y="22325"/>
                    </a:cubicBezTo>
                    <a:cubicBezTo>
                      <a:pt x="28421" y="25460"/>
                      <a:pt x="28788" y="27395"/>
                      <a:pt x="25653" y="27795"/>
                    </a:cubicBezTo>
                    <a:cubicBezTo>
                      <a:pt x="25516" y="27811"/>
                      <a:pt x="25387" y="27819"/>
                      <a:pt x="25267" y="27819"/>
                    </a:cubicBezTo>
                    <a:cubicBezTo>
                      <a:pt x="22622" y="27819"/>
                      <a:pt x="23775" y="24091"/>
                      <a:pt x="25019" y="21858"/>
                    </a:cubicBezTo>
                    <a:cubicBezTo>
                      <a:pt x="26286" y="19556"/>
                      <a:pt x="29455" y="19022"/>
                      <a:pt x="29822" y="16620"/>
                    </a:cubicBezTo>
                    <a:cubicBezTo>
                      <a:pt x="30189" y="14252"/>
                      <a:pt x="28688" y="14386"/>
                      <a:pt x="28755" y="11817"/>
                    </a:cubicBezTo>
                    <a:cubicBezTo>
                      <a:pt x="28788" y="9282"/>
                      <a:pt x="30256" y="7481"/>
                      <a:pt x="30189" y="4679"/>
                    </a:cubicBezTo>
                    <a:cubicBezTo>
                      <a:pt x="30152" y="3123"/>
                      <a:pt x="29029" y="2336"/>
                      <a:pt x="27786" y="2336"/>
                    </a:cubicBezTo>
                    <a:cubicBezTo>
                      <a:pt x="26818" y="2336"/>
                      <a:pt x="25776" y="2814"/>
                      <a:pt x="25119" y="3778"/>
                    </a:cubicBezTo>
                    <a:cubicBezTo>
                      <a:pt x="23584" y="5979"/>
                      <a:pt x="25286" y="8014"/>
                      <a:pt x="26453" y="12918"/>
                    </a:cubicBezTo>
                    <a:cubicBezTo>
                      <a:pt x="27039" y="15379"/>
                      <a:pt x="26112" y="16437"/>
                      <a:pt x="25056" y="16437"/>
                    </a:cubicBezTo>
                    <a:cubicBezTo>
                      <a:pt x="24009" y="16437"/>
                      <a:pt x="22834" y="15396"/>
                      <a:pt x="22884" y="13652"/>
                    </a:cubicBezTo>
                    <a:cubicBezTo>
                      <a:pt x="22958" y="11056"/>
                      <a:pt x="22867" y="9119"/>
                      <a:pt x="21810" y="9119"/>
                    </a:cubicBezTo>
                    <a:cubicBezTo>
                      <a:pt x="21441" y="9119"/>
                      <a:pt x="20954" y="9356"/>
                      <a:pt x="20315" y="9882"/>
                    </a:cubicBezTo>
                    <a:cubicBezTo>
                      <a:pt x="17814" y="11884"/>
                      <a:pt x="20382" y="16153"/>
                      <a:pt x="22250" y="19823"/>
                    </a:cubicBezTo>
                    <a:cubicBezTo>
                      <a:pt x="23494" y="22311"/>
                      <a:pt x="22714" y="23649"/>
                      <a:pt x="21822" y="23649"/>
                    </a:cubicBezTo>
                    <a:cubicBezTo>
                      <a:pt x="21399" y="23649"/>
                      <a:pt x="20951" y="23348"/>
                      <a:pt x="20682" y="22725"/>
                    </a:cubicBezTo>
                    <a:cubicBezTo>
                      <a:pt x="20188" y="21558"/>
                      <a:pt x="19435" y="20825"/>
                      <a:pt x="18675" y="20825"/>
                    </a:cubicBezTo>
                    <a:cubicBezTo>
                      <a:pt x="18153" y="20825"/>
                      <a:pt x="17628" y="21170"/>
                      <a:pt x="17180" y="21958"/>
                    </a:cubicBezTo>
                    <a:cubicBezTo>
                      <a:pt x="16046" y="23926"/>
                      <a:pt x="17347" y="27428"/>
                      <a:pt x="15979" y="29229"/>
                    </a:cubicBezTo>
                    <a:cubicBezTo>
                      <a:pt x="15530" y="29821"/>
                      <a:pt x="15016" y="30107"/>
                      <a:pt x="14507" y="30107"/>
                    </a:cubicBezTo>
                    <a:cubicBezTo>
                      <a:pt x="13466" y="30107"/>
                      <a:pt x="12446" y="28912"/>
                      <a:pt x="12043" y="26694"/>
                    </a:cubicBezTo>
                    <a:cubicBezTo>
                      <a:pt x="11442" y="23359"/>
                      <a:pt x="13944" y="22792"/>
                      <a:pt x="15512" y="19823"/>
                    </a:cubicBezTo>
                    <a:cubicBezTo>
                      <a:pt x="16814" y="17358"/>
                      <a:pt x="15241" y="15744"/>
                      <a:pt x="13277" y="15744"/>
                    </a:cubicBezTo>
                    <a:cubicBezTo>
                      <a:pt x="12875" y="15744"/>
                      <a:pt x="12456" y="15812"/>
                      <a:pt x="12043" y="15953"/>
                    </a:cubicBezTo>
                    <a:cubicBezTo>
                      <a:pt x="9574" y="16787"/>
                      <a:pt x="11342" y="19956"/>
                      <a:pt x="10709" y="23659"/>
                    </a:cubicBezTo>
                    <a:cubicBezTo>
                      <a:pt x="10514" y="24747"/>
                      <a:pt x="10065" y="25184"/>
                      <a:pt x="9527" y="25184"/>
                    </a:cubicBezTo>
                    <a:cubicBezTo>
                      <a:pt x="8215" y="25184"/>
                      <a:pt x="6372" y="22594"/>
                      <a:pt x="6372" y="20490"/>
                    </a:cubicBezTo>
                    <a:cubicBezTo>
                      <a:pt x="6372" y="18504"/>
                      <a:pt x="5151" y="16412"/>
                      <a:pt x="3783" y="16412"/>
                    </a:cubicBezTo>
                    <a:cubicBezTo>
                      <a:pt x="3128" y="16412"/>
                      <a:pt x="2440" y="16890"/>
                      <a:pt x="1836" y="18088"/>
                    </a:cubicBezTo>
                    <a:cubicBezTo>
                      <a:pt x="1" y="21791"/>
                      <a:pt x="3403" y="24660"/>
                      <a:pt x="4704" y="26127"/>
                    </a:cubicBezTo>
                    <a:cubicBezTo>
                      <a:pt x="6005" y="27595"/>
                      <a:pt x="6472" y="29530"/>
                      <a:pt x="2770" y="30931"/>
                    </a:cubicBezTo>
                    <a:lnTo>
                      <a:pt x="40763" y="30330"/>
                    </a:lnTo>
                    <a:cubicBezTo>
                      <a:pt x="40763" y="30330"/>
                      <a:pt x="40763" y="4979"/>
                      <a:pt x="39929" y="1943"/>
                    </a:cubicBezTo>
                    <a:cubicBezTo>
                      <a:pt x="39567" y="610"/>
                      <a:pt x="38644" y="1"/>
                      <a:pt x="376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0" name="Google Shape;120;g2d12a332ecb_0_1485"/>
              <p:cNvGrpSpPr/>
              <p:nvPr/>
            </p:nvGrpSpPr>
            <p:grpSpPr>
              <a:xfrm rot="739684">
                <a:off x="7445346" y="4564015"/>
                <a:ext cx="1077430" cy="512003"/>
                <a:chOff x="4925350" y="704275"/>
                <a:chExt cx="1077475" cy="512025"/>
              </a:xfrm>
            </p:grpSpPr>
            <p:sp>
              <p:nvSpPr>
                <p:cNvPr id="121" name="Google Shape;121;g2d12a332ecb_0_1485"/>
                <p:cNvSpPr/>
                <p:nvPr/>
              </p:nvSpPr>
              <p:spPr>
                <a:xfrm>
                  <a:off x="4925350" y="743200"/>
                  <a:ext cx="670500" cy="172925"/>
                </a:xfrm>
                <a:custGeom>
                  <a:rect b="b" l="l" r="r" t="t"/>
                  <a:pathLst>
                    <a:path extrusionOk="0" h="6917" w="26820">
                      <a:moveTo>
                        <a:pt x="13408" y="0"/>
                      </a:moveTo>
                      <a:cubicBezTo>
                        <a:pt x="6185" y="0"/>
                        <a:pt x="1" y="4481"/>
                        <a:pt x="1" y="4481"/>
                      </a:cubicBezTo>
                      <a:cubicBezTo>
                        <a:pt x="904" y="4638"/>
                        <a:pt x="1765" y="4704"/>
                        <a:pt x="2589" y="4704"/>
                      </a:cubicBezTo>
                      <a:cubicBezTo>
                        <a:pt x="6608" y="4704"/>
                        <a:pt x="9749" y="3155"/>
                        <a:pt x="12638" y="3155"/>
                      </a:cubicBezTo>
                      <a:cubicBezTo>
                        <a:pt x="13686" y="3155"/>
                        <a:pt x="14701" y="3359"/>
                        <a:pt x="15712" y="3914"/>
                      </a:cubicBezTo>
                      <a:cubicBezTo>
                        <a:pt x="20082" y="6316"/>
                        <a:pt x="26820" y="6916"/>
                        <a:pt x="26820" y="6916"/>
                      </a:cubicBezTo>
                      <a:cubicBezTo>
                        <a:pt x="26820" y="6916"/>
                        <a:pt x="22383" y="579"/>
                        <a:pt x="14644" y="45"/>
                      </a:cubicBezTo>
                      <a:cubicBezTo>
                        <a:pt x="14229" y="14"/>
                        <a:pt x="13817" y="0"/>
                        <a:pt x="13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" name="Google Shape;122;g2d12a332ecb_0_1485"/>
                <p:cNvSpPr/>
                <p:nvPr/>
              </p:nvSpPr>
              <p:spPr>
                <a:xfrm>
                  <a:off x="5240575" y="942350"/>
                  <a:ext cx="567925" cy="146325"/>
                </a:xfrm>
                <a:custGeom>
                  <a:rect b="b" l="l" r="r" t="t"/>
                  <a:pathLst>
                    <a:path extrusionOk="0" h="5853" w="22717">
                      <a:moveTo>
                        <a:pt x="17929" y="1"/>
                      </a:moveTo>
                      <a:cubicBezTo>
                        <a:pt x="15911" y="1"/>
                        <a:pt x="13527" y="302"/>
                        <a:pt x="11342" y="1352"/>
                      </a:cubicBezTo>
                      <a:cubicBezTo>
                        <a:pt x="5588" y="4132"/>
                        <a:pt x="1548" y="4364"/>
                        <a:pt x="361" y="4364"/>
                      </a:cubicBezTo>
                      <a:cubicBezTo>
                        <a:pt x="124" y="4364"/>
                        <a:pt x="1" y="4354"/>
                        <a:pt x="1" y="4354"/>
                      </a:cubicBezTo>
                      <a:lnTo>
                        <a:pt x="1" y="4354"/>
                      </a:lnTo>
                      <a:cubicBezTo>
                        <a:pt x="2237" y="5423"/>
                        <a:pt x="4500" y="5852"/>
                        <a:pt x="6647" y="5852"/>
                      </a:cubicBezTo>
                      <a:cubicBezTo>
                        <a:pt x="10265" y="5852"/>
                        <a:pt x="13551" y="4631"/>
                        <a:pt x="15812" y="3187"/>
                      </a:cubicBezTo>
                      <a:cubicBezTo>
                        <a:pt x="17880" y="1786"/>
                        <a:pt x="20248" y="918"/>
                        <a:pt x="22717" y="552"/>
                      </a:cubicBezTo>
                      <a:cubicBezTo>
                        <a:pt x="22717" y="552"/>
                        <a:pt x="20657" y="1"/>
                        <a:pt x="1792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g2d12a332ecb_0_1485"/>
                <p:cNvSpPr/>
                <p:nvPr/>
              </p:nvSpPr>
              <p:spPr>
                <a:xfrm>
                  <a:off x="5482425" y="1051825"/>
                  <a:ext cx="492875" cy="164475"/>
                </a:xfrm>
                <a:custGeom>
                  <a:rect b="b" l="l" r="r" t="t"/>
                  <a:pathLst>
                    <a:path extrusionOk="0" h="6579" w="19715">
                      <a:moveTo>
                        <a:pt x="14944" y="0"/>
                      </a:moveTo>
                      <a:cubicBezTo>
                        <a:pt x="12982" y="0"/>
                        <a:pt x="10528" y="740"/>
                        <a:pt x="8540" y="2344"/>
                      </a:cubicBezTo>
                      <a:cubicBezTo>
                        <a:pt x="5471" y="4845"/>
                        <a:pt x="0" y="4879"/>
                        <a:pt x="0" y="4879"/>
                      </a:cubicBezTo>
                      <a:cubicBezTo>
                        <a:pt x="0" y="4879"/>
                        <a:pt x="2899" y="6579"/>
                        <a:pt x="6353" y="6579"/>
                      </a:cubicBezTo>
                      <a:cubicBezTo>
                        <a:pt x="7172" y="6579"/>
                        <a:pt x="8023" y="6483"/>
                        <a:pt x="8873" y="6246"/>
                      </a:cubicBezTo>
                      <a:cubicBezTo>
                        <a:pt x="12727" y="5166"/>
                        <a:pt x="14306" y="2323"/>
                        <a:pt x="17994" y="2323"/>
                      </a:cubicBezTo>
                      <a:cubicBezTo>
                        <a:pt x="18521" y="2323"/>
                        <a:pt x="19090" y="2381"/>
                        <a:pt x="19714" y="2510"/>
                      </a:cubicBezTo>
                      <a:cubicBezTo>
                        <a:pt x="19714" y="2510"/>
                        <a:pt x="19314" y="1877"/>
                        <a:pt x="17613" y="676"/>
                      </a:cubicBezTo>
                      <a:cubicBezTo>
                        <a:pt x="16990" y="233"/>
                        <a:pt x="16044" y="0"/>
                        <a:pt x="1494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" name="Google Shape;124;g2d12a332ecb_0_1485"/>
                <p:cNvSpPr/>
                <p:nvPr/>
              </p:nvSpPr>
              <p:spPr>
                <a:xfrm>
                  <a:off x="5657550" y="704275"/>
                  <a:ext cx="271875" cy="318600"/>
                </a:xfrm>
                <a:custGeom>
                  <a:rect b="b" l="l" r="r" t="t"/>
                  <a:pathLst>
                    <a:path extrusionOk="0" h="12744" w="10875">
                      <a:moveTo>
                        <a:pt x="0" y="1"/>
                      </a:moveTo>
                      <a:cubicBezTo>
                        <a:pt x="0" y="1"/>
                        <a:pt x="3503" y="1702"/>
                        <a:pt x="5104" y="4437"/>
                      </a:cubicBezTo>
                      <a:cubicBezTo>
                        <a:pt x="6705" y="7139"/>
                        <a:pt x="9941" y="12743"/>
                        <a:pt x="9941" y="12743"/>
                      </a:cubicBezTo>
                      <a:cubicBezTo>
                        <a:pt x="8273" y="8540"/>
                        <a:pt x="10875" y="7439"/>
                        <a:pt x="8840" y="3937"/>
                      </a:cubicBezTo>
                      <a:cubicBezTo>
                        <a:pt x="6805" y="434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g2d12a332ecb_0_1485"/>
                <p:cNvSpPr/>
                <p:nvPr/>
              </p:nvSpPr>
              <p:spPr>
                <a:xfrm>
                  <a:off x="4925350" y="750975"/>
                  <a:ext cx="1077475" cy="422825"/>
                </a:xfrm>
                <a:custGeom>
                  <a:rect b="b" l="l" r="r" t="t"/>
                  <a:pathLst>
                    <a:path extrusionOk="0" fill="none" h="16913" w="43099">
                      <a:moveTo>
                        <a:pt x="43098" y="16913"/>
                      </a:moveTo>
                      <a:cubicBezTo>
                        <a:pt x="40963" y="11642"/>
                        <a:pt x="37027" y="7406"/>
                        <a:pt x="30356" y="7106"/>
                      </a:cubicBezTo>
                      <a:cubicBezTo>
                        <a:pt x="23718" y="6839"/>
                        <a:pt x="20549" y="3170"/>
                        <a:pt x="15145" y="1602"/>
                      </a:cubicBezTo>
                      <a:cubicBezTo>
                        <a:pt x="9741" y="1"/>
                        <a:pt x="1" y="4170"/>
                        <a:pt x="1" y="417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g2d12a332ecb_0_1485"/>
                <p:cNvSpPr/>
                <p:nvPr/>
              </p:nvSpPr>
              <p:spPr>
                <a:xfrm>
                  <a:off x="5240575" y="954450"/>
                  <a:ext cx="567925" cy="117625"/>
                </a:xfrm>
                <a:custGeom>
                  <a:rect b="b" l="l" r="r" t="t"/>
                  <a:pathLst>
                    <a:path extrusionOk="0" fill="none" h="4705" w="22717">
                      <a:moveTo>
                        <a:pt x="1" y="3870"/>
                      </a:moveTo>
                      <a:cubicBezTo>
                        <a:pt x="8774" y="4704"/>
                        <a:pt x="12343" y="2803"/>
                        <a:pt x="14978" y="1402"/>
                      </a:cubicBezTo>
                      <a:cubicBezTo>
                        <a:pt x="17613" y="1"/>
                        <a:pt x="22717" y="68"/>
                        <a:pt x="22717" y="68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" name="Google Shape;127;g2d12a332ecb_0_1485"/>
                <p:cNvSpPr/>
                <p:nvPr/>
              </p:nvSpPr>
              <p:spPr>
                <a:xfrm>
                  <a:off x="5656700" y="704275"/>
                  <a:ext cx="249375" cy="319425"/>
                </a:xfrm>
                <a:custGeom>
                  <a:rect b="b" l="l" r="r" t="t"/>
                  <a:pathLst>
                    <a:path extrusionOk="0" fill="none" h="12777" w="9975">
                      <a:moveTo>
                        <a:pt x="1" y="1"/>
                      </a:moveTo>
                      <a:cubicBezTo>
                        <a:pt x="4037" y="768"/>
                        <a:pt x="7573" y="3470"/>
                        <a:pt x="8107" y="5972"/>
                      </a:cubicBezTo>
                      <a:cubicBezTo>
                        <a:pt x="8607" y="8240"/>
                        <a:pt x="9241" y="10542"/>
                        <a:pt x="9975" y="1277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" name="Google Shape;128;g2d12a332ecb_0_1485"/>
                <p:cNvSpPr/>
                <p:nvPr/>
              </p:nvSpPr>
              <p:spPr>
                <a:xfrm>
                  <a:off x="5481575" y="1069550"/>
                  <a:ext cx="492875" cy="134275"/>
                </a:xfrm>
                <a:custGeom>
                  <a:rect b="b" l="l" r="r" t="t"/>
                  <a:pathLst>
                    <a:path extrusionOk="0" fill="none" h="5371" w="19715">
                      <a:moveTo>
                        <a:pt x="1" y="4170"/>
                      </a:moveTo>
                      <a:cubicBezTo>
                        <a:pt x="5138" y="5371"/>
                        <a:pt x="8974" y="3636"/>
                        <a:pt x="12143" y="1801"/>
                      </a:cubicBezTo>
                      <a:cubicBezTo>
                        <a:pt x="15312" y="0"/>
                        <a:pt x="19715" y="1801"/>
                        <a:pt x="19715" y="180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9" name="Google Shape;129;g2d12a332ecb_0_1485"/>
            <p:cNvSpPr/>
            <p:nvPr/>
          </p:nvSpPr>
          <p:spPr>
            <a:xfrm>
              <a:off x="7798850" y="4124225"/>
              <a:ext cx="1355709" cy="1028688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" name="Google Shape;130;g2d12a332ecb_0_1485"/>
            <p:cNvGrpSpPr/>
            <p:nvPr/>
          </p:nvGrpSpPr>
          <p:grpSpPr>
            <a:xfrm flipH="1">
              <a:off x="8230250" y="3780600"/>
              <a:ext cx="692200" cy="1356000"/>
              <a:chOff x="3978000" y="1359750"/>
              <a:chExt cx="692200" cy="1356000"/>
            </a:xfrm>
          </p:grpSpPr>
          <p:sp>
            <p:nvSpPr>
              <p:cNvPr id="131" name="Google Shape;131;g2d12a332ecb_0_1485"/>
              <p:cNvSpPr/>
              <p:nvPr/>
            </p:nvSpPr>
            <p:spPr>
              <a:xfrm>
                <a:off x="3996350" y="1359750"/>
                <a:ext cx="206850" cy="477025"/>
              </a:xfrm>
              <a:custGeom>
                <a:rect b="b" l="l" r="r" t="t"/>
                <a:pathLst>
                  <a:path extrusionOk="0" h="19081" w="8274">
                    <a:moveTo>
                      <a:pt x="3837" y="0"/>
                    </a:moveTo>
                    <a:cubicBezTo>
                      <a:pt x="3837" y="1"/>
                      <a:pt x="2036" y="5271"/>
                      <a:pt x="1035" y="9541"/>
                    </a:cubicBezTo>
                    <a:cubicBezTo>
                      <a:pt x="1" y="13777"/>
                      <a:pt x="2603" y="19081"/>
                      <a:pt x="2603" y="19081"/>
                    </a:cubicBezTo>
                    <a:cubicBezTo>
                      <a:pt x="8273" y="7973"/>
                      <a:pt x="3837" y="1"/>
                      <a:pt x="3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g2d12a332ecb_0_1485"/>
              <p:cNvSpPr/>
              <p:nvPr/>
            </p:nvSpPr>
            <p:spPr>
              <a:xfrm>
                <a:off x="4102275" y="1480675"/>
                <a:ext cx="159300" cy="813100"/>
              </a:xfrm>
              <a:custGeom>
                <a:rect b="b" l="l" r="r" t="t"/>
                <a:pathLst>
                  <a:path extrusionOk="0" h="32524" w="6372">
                    <a:moveTo>
                      <a:pt x="3336" y="0"/>
                    </a:moveTo>
                    <a:cubicBezTo>
                      <a:pt x="3336" y="1"/>
                      <a:pt x="3803" y="935"/>
                      <a:pt x="3736" y="4704"/>
                    </a:cubicBezTo>
                    <a:cubicBezTo>
                      <a:pt x="3669" y="8473"/>
                      <a:pt x="2402" y="11542"/>
                      <a:pt x="1234" y="16645"/>
                    </a:cubicBezTo>
                    <a:cubicBezTo>
                      <a:pt x="67" y="21749"/>
                      <a:pt x="0" y="26586"/>
                      <a:pt x="4403" y="32524"/>
                    </a:cubicBezTo>
                    <a:cubicBezTo>
                      <a:pt x="4403" y="32524"/>
                      <a:pt x="4337" y="31022"/>
                      <a:pt x="4070" y="28621"/>
                    </a:cubicBezTo>
                    <a:cubicBezTo>
                      <a:pt x="3803" y="26186"/>
                      <a:pt x="5271" y="20415"/>
                      <a:pt x="5838" y="12176"/>
                    </a:cubicBezTo>
                    <a:cubicBezTo>
                      <a:pt x="6371" y="3970"/>
                      <a:pt x="3336" y="1"/>
                      <a:pt x="33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g2d12a332ecb_0_1485"/>
              <p:cNvSpPr/>
              <p:nvPr/>
            </p:nvSpPr>
            <p:spPr>
              <a:xfrm>
                <a:off x="3978000" y="2038575"/>
                <a:ext cx="466200" cy="391575"/>
              </a:xfrm>
              <a:custGeom>
                <a:rect b="b" l="l" r="r" t="t"/>
                <a:pathLst>
                  <a:path extrusionOk="0" h="15663" w="18648">
                    <a:moveTo>
                      <a:pt x="18322" y="15088"/>
                    </a:moveTo>
                    <a:cubicBezTo>
                      <a:pt x="18431" y="15139"/>
                      <a:pt x="18539" y="15191"/>
                      <a:pt x="18648" y="15244"/>
                    </a:cubicBezTo>
                    <a:cubicBezTo>
                      <a:pt x="18538" y="15190"/>
                      <a:pt x="18429" y="15138"/>
                      <a:pt x="18322" y="15088"/>
                    </a:cubicBezTo>
                    <a:close/>
                    <a:moveTo>
                      <a:pt x="1" y="0"/>
                    </a:moveTo>
                    <a:lnTo>
                      <a:pt x="1" y="0"/>
                    </a:lnTo>
                    <a:cubicBezTo>
                      <a:pt x="735" y="2936"/>
                      <a:pt x="1168" y="5938"/>
                      <a:pt x="1302" y="8973"/>
                    </a:cubicBezTo>
                    <a:cubicBezTo>
                      <a:pt x="1553" y="14117"/>
                      <a:pt x="4104" y="15663"/>
                      <a:pt x="7541" y="15663"/>
                    </a:cubicBezTo>
                    <a:cubicBezTo>
                      <a:pt x="7760" y="15663"/>
                      <a:pt x="7982" y="15657"/>
                      <a:pt x="8207" y="15645"/>
                    </a:cubicBezTo>
                    <a:cubicBezTo>
                      <a:pt x="10798" y="15507"/>
                      <a:pt x="12412" y="14203"/>
                      <a:pt x="14782" y="14203"/>
                    </a:cubicBezTo>
                    <a:cubicBezTo>
                      <a:pt x="15783" y="14203"/>
                      <a:pt x="16920" y="14436"/>
                      <a:pt x="18322" y="15088"/>
                    </a:cubicBezTo>
                    <a:lnTo>
                      <a:pt x="18322" y="15088"/>
                    </a:lnTo>
                    <a:cubicBezTo>
                      <a:pt x="16717" y="14331"/>
                      <a:pt x="15029" y="13751"/>
                      <a:pt x="13310" y="13376"/>
                    </a:cubicBezTo>
                    <a:cubicBezTo>
                      <a:pt x="10542" y="12809"/>
                      <a:pt x="5271" y="13910"/>
                      <a:pt x="4571" y="8973"/>
                    </a:cubicBezTo>
                    <a:cubicBezTo>
                      <a:pt x="3837" y="4037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g2d12a332ecb_0_1485"/>
              <p:cNvSpPr/>
              <p:nvPr/>
            </p:nvSpPr>
            <p:spPr>
              <a:xfrm>
                <a:off x="4273225" y="1963525"/>
                <a:ext cx="321075" cy="575425"/>
              </a:xfrm>
              <a:custGeom>
                <a:rect b="b" l="l" r="r" t="t"/>
                <a:pathLst>
                  <a:path extrusionOk="0" h="23017" w="1284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668" y="3603"/>
                      <a:pt x="1401" y="8006"/>
                    </a:cubicBezTo>
                    <a:cubicBezTo>
                      <a:pt x="2135" y="12442"/>
                      <a:pt x="5738" y="13476"/>
                      <a:pt x="7939" y="15378"/>
                    </a:cubicBezTo>
                    <a:cubicBezTo>
                      <a:pt x="10174" y="17246"/>
                      <a:pt x="10541" y="19080"/>
                      <a:pt x="11175" y="20515"/>
                    </a:cubicBezTo>
                    <a:cubicBezTo>
                      <a:pt x="11609" y="21449"/>
                      <a:pt x="12142" y="22283"/>
                      <a:pt x="12843" y="23017"/>
                    </a:cubicBezTo>
                    <a:cubicBezTo>
                      <a:pt x="11275" y="18747"/>
                      <a:pt x="12476" y="13943"/>
                      <a:pt x="10241" y="11942"/>
                    </a:cubicBezTo>
                    <a:cubicBezTo>
                      <a:pt x="8039" y="9974"/>
                      <a:pt x="5037" y="8540"/>
                      <a:pt x="3269" y="4970"/>
                    </a:cubicBezTo>
                    <a:cubicBezTo>
                      <a:pt x="1502" y="1368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g2d12a332ecb_0_1485"/>
              <p:cNvSpPr/>
              <p:nvPr/>
            </p:nvSpPr>
            <p:spPr>
              <a:xfrm>
                <a:off x="4038050" y="2497175"/>
                <a:ext cx="628800" cy="180200"/>
              </a:xfrm>
              <a:custGeom>
                <a:rect b="b" l="l" r="r" t="t"/>
                <a:pathLst>
                  <a:path extrusionOk="0" h="7208" w="25152">
                    <a:moveTo>
                      <a:pt x="3418" y="0"/>
                    </a:moveTo>
                    <a:cubicBezTo>
                      <a:pt x="2260" y="0"/>
                      <a:pt x="1107" y="208"/>
                      <a:pt x="1" y="603"/>
                    </a:cubicBezTo>
                    <a:cubicBezTo>
                      <a:pt x="92" y="601"/>
                      <a:pt x="183" y="599"/>
                      <a:pt x="274" y="599"/>
                    </a:cubicBezTo>
                    <a:cubicBezTo>
                      <a:pt x="2546" y="599"/>
                      <a:pt x="4740" y="1397"/>
                      <a:pt x="6472" y="2905"/>
                    </a:cubicBezTo>
                    <a:cubicBezTo>
                      <a:pt x="8918" y="5052"/>
                      <a:pt x="10744" y="6468"/>
                      <a:pt x="13321" y="6468"/>
                    </a:cubicBezTo>
                    <a:cubicBezTo>
                      <a:pt x="13907" y="6468"/>
                      <a:pt x="14532" y="6395"/>
                      <a:pt x="15212" y="6240"/>
                    </a:cubicBezTo>
                    <a:cubicBezTo>
                      <a:pt x="17832" y="5645"/>
                      <a:pt x="19585" y="4964"/>
                      <a:pt x="21090" y="4964"/>
                    </a:cubicBezTo>
                    <a:cubicBezTo>
                      <a:pt x="21692" y="4964"/>
                      <a:pt x="22255" y="5073"/>
                      <a:pt x="22817" y="5340"/>
                    </a:cubicBezTo>
                    <a:cubicBezTo>
                      <a:pt x="24478" y="6088"/>
                      <a:pt x="24991" y="6881"/>
                      <a:pt x="25117" y="7129"/>
                    </a:cubicBezTo>
                    <a:lnTo>
                      <a:pt x="25117" y="7129"/>
                    </a:lnTo>
                    <a:cubicBezTo>
                      <a:pt x="23466" y="3508"/>
                      <a:pt x="20008" y="2301"/>
                      <a:pt x="16214" y="2301"/>
                    </a:cubicBezTo>
                    <a:cubicBezTo>
                      <a:pt x="15674" y="2301"/>
                      <a:pt x="15127" y="2326"/>
                      <a:pt x="14578" y="2371"/>
                    </a:cubicBezTo>
                    <a:cubicBezTo>
                      <a:pt x="14141" y="2407"/>
                      <a:pt x="13735" y="2424"/>
                      <a:pt x="13357" y="2424"/>
                    </a:cubicBezTo>
                    <a:cubicBezTo>
                      <a:pt x="9898" y="2424"/>
                      <a:pt x="8692" y="1025"/>
                      <a:pt x="5805" y="303"/>
                    </a:cubicBezTo>
                    <a:cubicBezTo>
                      <a:pt x="5016" y="99"/>
                      <a:pt x="4216" y="0"/>
                      <a:pt x="3418" y="0"/>
                    </a:cubicBezTo>
                    <a:close/>
                    <a:moveTo>
                      <a:pt x="25117" y="7129"/>
                    </a:moveTo>
                    <a:cubicBezTo>
                      <a:pt x="25128" y="7155"/>
                      <a:pt x="25140" y="7182"/>
                      <a:pt x="25152" y="7208"/>
                    </a:cubicBezTo>
                    <a:cubicBezTo>
                      <a:pt x="25152" y="7208"/>
                      <a:pt x="25142" y="7180"/>
                      <a:pt x="25117" y="7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g2d12a332ecb_0_1485"/>
              <p:cNvSpPr/>
              <p:nvPr/>
            </p:nvSpPr>
            <p:spPr>
              <a:xfrm>
                <a:off x="4033875" y="1359750"/>
                <a:ext cx="636325" cy="1356000"/>
              </a:xfrm>
              <a:custGeom>
                <a:rect b="b" l="l" r="r" t="t"/>
                <a:pathLst>
                  <a:path extrusionOk="0" fill="none" h="54240" w="25453">
                    <a:moveTo>
                      <a:pt x="25452" y="54239"/>
                    </a:moveTo>
                    <a:cubicBezTo>
                      <a:pt x="25452" y="49703"/>
                      <a:pt x="21483" y="45300"/>
                      <a:pt x="16413" y="42397"/>
                    </a:cubicBezTo>
                    <a:cubicBezTo>
                      <a:pt x="11342" y="39495"/>
                      <a:pt x="5505" y="38461"/>
                      <a:pt x="2736" y="31456"/>
                    </a:cubicBezTo>
                    <a:cubicBezTo>
                      <a:pt x="1" y="24418"/>
                      <a:pt x="701" y="22450"/>
                      <a:pt x="1168" y="18113"/>
                    </a:cubicBezTo>
                    <a:cubicBezTo>
                      <a:pt x="1635" y="13810"/>
                      <a:pt x="3136" y="4470"/>
                      <a:pt x="2336" y="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g2d12a332ecb_0_1485"/>
              <p:cNvSpPr/>
              <p:nvPr/>
            </p:nvSpPr>
            <p:spPr>
              <a:xfrm>
                <a:off x="4139800" y="1480675"/>
                <a:ext cx="91750" cy="813100"/>
              </a:xfrm>
              <a:custGeom>
                <a:rect b="b" l="l" r="r" t="t"/>
                <a:pathLst>
                  <a:path extrusionOk="0" fill="none" h="32524" w="3670">
                    <a:moveTo>
                      <a:pt x="1835" y="0"/>
                    </a:moveTo>
                    <a:cubicBezTo>
                      <a:pt x="3403" y="6171"/>
                      <a:pt x="3670" y="10908"/>
                      <a:pt x="1835" y="18013"/>
                    </a:cubicBezTo>
                    <a:cubicBezTo>
                      <a:pt x="0" y="25118"/>
                      <a:pt x="2369" y="30789"/>
                      <a:pt x="2902" y="32524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g2d12a332ecb_0_1485"/>
              <p:cNvSpPr/>
              <p:nvPr/>
            </p:nvSpPr>
            <p:spPr>
              <a:xfrm>
                <a:off x="3978000" y="2037725"/>
                <a:ext cx="441175" cy="373625"/>
              </a:xfrm>
              <a:custGeom>
                <a:rect b="b" l="l" r="r" t="t"/>
                <a:pathLst>
                  <a:path extrusionOk="0" fill="none" h="14945" w="17647">
                    <a:moveTo>
                      <a:pt x="1" y="1"/>
                    </a:moveTo>
                    <a:cubicBezTo>
                      <a:pt x="2503" y="5305"/>
                      <a:pt x="2203" y="10875"/>
                      <a:pt x="4571" y="12910"/>
                    </a:cubicBezTo>
                    <a:cubicBezTo>
                      <a:pt x="6906" y="14945"/>
                      <a:pt x="14311" y="12677"/>
                      <a:pt x="17647" y="1471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g2d12a332ecb_0_1485"/>
              <p:cNvSpPr/>
              <p:nvPr/>
            </p:nvSpPr>
            <p:spPr>
              <a:xfrm>
                <a:off x="4273225" y="1963525"/>
                <a:ext cx="320250" cy="575425"/>
              </a:xfrm>
              <a:custGeom>
                <a:rect b="b" l="l" r="r" t="t"/>
                <a:pathLst>
                  <a:path extrusionOk="0" fill="none" h="23017" w="12810">
                    <a:moveTo>
                      <a:pt x="0" y="0"/>
                    </a:moveTo>
                    <a:cubicBezTo>
                      <a:pt x="2135" y="5170"/>
                      <a:pt x="2335" y="9373"/>
                      <a:pt x="5838" y="11508"/>
                    </a:cubicBezTo>
                    <a:cubicBezTo>
                      <a:pt x="9340" y="13643"/>
                      <a:pt x="9707" y="13210"/>
                      <a:pt x="10541" y="16345"/>
                    </a:cubicBezTo>
                    <a:cubicBezTo>
                      <a:pt x="11175" y="18613"/>
                      <a:pt x="11942" y="20848"/>
                      <a:pt x="12810" y="2301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g2d12a332ecb_0_1485"/>
              <p:cNvSpPr/>
              <p:nvPr/>
            </p:nvSpPr>
            <p:spPr>
              <a:xfrm>
                <a:off x="4038050" y="2504725"/>
                <a:ext cx="627975" cy="172650"/>
              </a:xfrm>
              <a:custGeom>
                <a:rect b="b" l="l" r="r" t="t"/>
                <a:pathLst>
                  <a:path extrusionOk="0" fill="none" h="6906" w="25119">
                    <a:moveTo>
                      <a:pt x="1" y="301"/>
                    </a:moveTo>
                    <a:cubicBezTo>
                      <a:pt x="5805" y="1"/>
                      <a:pt x="8207" y="3270"/>
                      <a:pt x="11776" y="4204"/>
                    </a:cubicBezTo>
                    <a:cubicBezTo>
                      <a:pt x="15312" y="5105"/>
                      <a:pt x="16646" y="3337"/>
                      <a:pt x="19281" y="3337"/>
                    </a:cubicBezTo>
                    <a:cubicBezTo>
                      <a:pt x="21916" y="3303"/>
                      <a:pt x="25119" y="6906"/>
                      <a:pt x="25119" y="690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141;g2d12a332ecb_0_1485"/>
            <p:cNvSpPr/>
            <p:nvPr/>
          </p:nvSpPr>
          <p:spPr>
            <a:xfrm flipH="1" rot="7184">
              <a:off x="7029802" y="4912757"/>
              <a:ext cx="287101" cy="122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2d12a332ecb_0_1485"/>
            <p:cNvSpPr/>
            <p:nvPr/>
          </p:nvSpPr>
          <p:spPr>
            <a:xfrm flipH="1" rot="4102">
              <a:off x="1882788" y="4805376"/>
              <a:ext cx="251400" cy="107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2d12a332ecb_0_1485"/>
            <p:cNvSpPr/>
            <p:nvPr/>
          </p:nvSpPr>
          <p:spPr>
            <a:xfrm flipH="1" rot="6095">
              <a:off x="1610840" y="493102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2d12a332ecb_0_1485"/>
            <p:cNvSpPr/>
            <p:nvPr/>
          </p:nvSpPr>
          <p:spPr>
            <a:xfrm flipH="1" rot="7361">
              <a:off x="4336352" y="4887528"/>
              <a:ext cx="280201" cy="1194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2d12a332ecb_0_1485"/>
            <p:cNvSpPr/>
            <p:nvPr/>
          </p:nvSpPr>
          <p:spPr>
            <a:xfrm flipH="1" rot="6095">
              <a:off x="4715840" y="474637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2d12a332ecb_0_1485"/>
            <p:cNvSpPr/>
            <p:nvPr/>
          </p:nvSpPr>
          <p:spPr>
            <a:xfrm flipH="1" rot="6095">
              <a:off x="6796515" y="482257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" name="Google Shape;147;g2d12a332ecb_0_1485"/>
            <p:cNvGrpSpPr/>
            <p:nvPr/>
          </p:nvGrpSpPr>
          <p:grpSpPr>
            <a:xfrm>
              <a:off x="2215463" y="4632581"/>
              <a:ext cx="1627676" cy="478232"/>
              <a:chOff x="8674525" y="3553425"/>
              <a:chExt cx="2514950" cy="738925"/>
            </a:xfrm>
          </p:grpSpPr>
          <p:sp>
            <p:nvSpPr>
              <p:cNvPr id="148" name="Google Shape;148;g2d12a332ecb_0_1485"/>
              <p:cNvSpPr/>
              <p:nvPr/>
            </p:nvSpPr>
            <p:spPr>
              <a:xfrm>
                <a:off x="9513875" y="3562600"/>
                <a:ext cx="1199925" cy="590600"/>
              </a:xfrm>
              <a:custGeom>
                <a:rect b="b" l="l" r="r" t="t"/>
                <a:pathLst>
                  <a:path extrusionOk="0" h="23624" w="47997">
                    <a:moveTo>
                      <a:pt x="14770" y="0"/>
                    </a:moveTo>
                    <a:cubicBezTo>
                      <a:pt x="8133" y="0"/>
                      <a:pt x="0" y="3063"/>
                      <a:pt x="3041" y="5363"/>
                    </a:cubicBezTo>
                    <a:cubicBezTo>
                      <a:pt x="3763" y="5910"/>
                      <a:pt x="4686" y="6108"/>
                      <a:pt x="5732" y="6108"/>
                    </a:cubicBezTo>
                    <a:cubicBezTo>
                      <a:pt x="8462" y="6108"/>
                      <a:pt x="12028" y="4761"/>
                      <a:pt x="15051" y="4761"/>
                    </a:cubicBezTo>
                    <a:cubicBezTo>
                      <a:pt x="16102" y="4761"/>
                      <a:pt x="17088" y="4924"/>
                      <a:pt x="17950" y="5363"/>
                    </a:cubicBezTo>
                    <a:cubicBezTo>
                      <a:pt x="22238" y="7550"/>
                      <a:pt x="22636" y="11554"/>
                      <a:pt x="28514" y="12633"/>
                    </a:cubicBezTo>
                    <a:cubicBezTo>
                      <a:pt x="29468" y="12804"/>
                      <a:pt x="30368" y="12868"/>
                      <a:pt x="31222" y="12868"/>
                    </a:cubicBezTo>
                    <a:cubicBezTo>
                      <a:pt x="33844" y="12868"/>
                      <a:pt x="36024" y="12261"/>
                      <a:pt x="37966" y="12261"/>
                    </a:cubicBezTo>
                    <a:cubicBezTo>
                      <a:pt x="39287" y="12261"/>
                      <a:pt x="40498" y="12542"/>
                      <a:pt x="41663" y="13485"/>
                    </a:cubicBezTo>
                    <a:cubicBezTo>
                      <a:pt x="43821" y="15218"/>
                      <a:pt x="44191" y="18398"/>
                      <a:pt x="47996" y="23624"/>
                    </a:cubicBezTo>
                    <a:cubicBezTo>
                      <a:pt x="45809" y="17717"/>
                      <a:pt x="46292" y="11554"/>
                      <a:pt x="40470" y="9027"/>
                    </a:cubicBezTo>
                    <a:cubicBezTo>
                      <a:pt x="38993" y="8378"/>
                      <a:pt x="37874" y="8152"/>
                      <a:pt x="36946" y="8152"/>
                    </a:cubicBezTo>
                    <a:cubicBezTo>
                      <a:pt x="34808" y="8152"/>
                      <a:pt x="33683" y="9352"/>
                      <a:pt x="31523" y="9352"/>
                    </a:cubicBezTo>
                    <a:cubicBezTo>
                      <a:pt x="30926" y="9352"/>
                      <a:pt x="30250" y="9261"/>
                      <a:pt x="29452" y="9027"/>
                    </a:cubicBezTo>
                    <a:cubicBezTo>
                      <a:pt x="24482" y="7550"/>
                      <a:pt x="23033" y="592"/>
                      <a:pt x="16218" y="53"/>
                    </a:cubicBezTo>
                    <a:cubicBezTo>
                      <a:pt x="15747" y="17"/>
                      <a:pt x="15262" y="0"/>
                      <a:pt x="147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g2d12a332ecb_0_1485"/>
              <p:cNvSpPr/>
              <p:nvPr/>
            </p:nvSpPr>
            <p:spPr>
              <a:xfrm>
                <a:off x="9858975" y="4039550"/>
                <a:ext cx="854825" cy="249475"/>
              </a:xfrm>
              <a:custGeom>
                <a:rect b="b" l="l" r="r" t="t"/>
                <a:pathLst>
                  <a:path extrusionOk="0" h="9979" w="34193">
                    <a:moveTo>
                      <a:pt x="18678" y="1"/>
                    </a:moveTo>
                    <a:cubicBezTo>
                      <a:pt x="15005" y="1"/>
                      <a:pt x="10976" y="836"/>
                      <a:pt x="6816" y="3211"/>
                    </a:cubicBezTo>
                    <a:cubicBezTo>
                      <a:pt x="1205" y="6388"/>
                      <a:pt x="0" y="9978"/>
                      <a:pt x="3787" y="9978"/>
                    </a:cubicBezTo>
                    <a:cubicBezTo>
                      <a:pt x="4333" y="9978"/>
                      <a:pt x="4982" y="9904"/>
                      <a:pt x="5736" y="9743"/>
                    </a:cubicBezTo>
                    <a:cubicBezTo>
                      <a:pt x="11757" y="8465"/>
                      <a:pt x="12836" y="5966"/>
                      <a:pt x="16698" y="4546"/>
                    </a:cubicBezTo>
                    <a:cubicBezTo>
                      <a:pt x="18889" y="3746"/>
                      <a:pt x="20269" y="3073"/>
                      <a:pt x="23247" y="3073"/>
                    </a:cubicBezTo>
                    <a:cubicBezTo>
                      <a:pt x="25558" y="3073"/>
                      <a:pt x="28831" y="3478"/>
                      <a:pt x="34192" y="4546"/>
                    </a:cubicBezTo>
                    <a:cubicBezTo>
                      <a:pt x="34192" y="4546"/>
                      <a:pt x="29307" y="1734"/>
                      <a:pt x="24309" y="627"/>
                    </a:cubicBezTo>
                    <a:cubicBezTo>
                      <a:pt x="22561" y="247"/>
                      <a:pt x="20672" y="1"/>
                      <a:pt x="186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g2d12a332ecb_0_1485"/>
              <p:cNvSpPr/>
              <p:nvPr/>
            </p:nvSpPr>
            <p:spPr>
              <a:xfrm>
                <a:off x="8899075" y="3553425"/>
                <a:ext cx="1327675" cy="473200"/>
              </a:xfrm>
              <a:custGeom>
                <a:rect b="b" l="l" r="r" t="t"/>
                <a:pathLst>
                  <a:path extrusionOk="0" h="18928" w="53107">
                    <a:moveTo>
                      <a:pt x="7686" y="1"/>
                    </a:moveTo>
                    <a:cubicBezTo>
                      <a:pt x="6786" y="1"/>
                      <a:pt x="5921" y="116"/>
                      <a:pt x="5112" y="363"/>
                    </a:cubicBezTo>
                    <a:cubicBezTo>
                      <a:pt x="0" y="1925"/>
                      <a:pt x="6220" y="5247"/>
                      <a:pt x="14853" y="8542"/>
                    </a:cubicBezTo>
                    <a:cubicBezTo>
                      <a:pt x="23458" y="11836"/>
                      <a:pt x="23856" y="16351"/>
                      <a:pt x="28967" y="18368"/>
                    </a:cubicBezTo>
                    <a:cubicBezTo>
                      <a:pt x="29993" y="18766"/>
                      <a:pt x="31059" y="18928"/>
                      <a:pt x="32150" y="18928"/>
                    </a:cubicBezTo>
                    <a:cubicBezTo>
                      <a:pt x="36497" y="18928"/>
                      <a:pt x="41233" y="16368"/>
                      <a:pt x="45297" y="16096"/>
                    </a:cubicBezTo>
                    <a:cubicBezTo>
                      <a:pt x="46911" y="15988"/>
                      <a:pt x="48285" y="15951"/>
                      <a:pt x="49408" y="15951"/>
                    </a:cubicBezTo>
                    <a:cubicBezTo>
                      <a:pt x="51843" y="15951"/>
                      <a:pt x="53106" y="16124"/>
                      <a:pt x="53106" y="16124"/>
                    </a:cubicBezTo>
                    <a:cubicBezTo>
                      <a:pt x="50460" y="15050"/>
                      <a:pt x="47877" y="14687"/>
                      <a:pt x="45244" y="14687"/>
                    </a:cubicBezTo>
                    <a:cubicBezTo>
                      <a:pt x="42310" y="14687"/>
                      <a:pt x="39313" y="15137"/>
                      <a:pt x="36095" y="15556"/>
                    </a:cubicBezTo>
                    <a:cubicBezTo>
                      <a:pt x="35628" y="15617"/>
                      <a:pt x="35173" y="15646"/>
                      <a:pt x="34731" y="15646"/>
                    </a:cubicBezTo>
                    <a:cubicBezTo>
                      <a:pt x="29400" y="15646"/>
                      <a:pt x="25827" y="11398"/>
                      <a:pt x="21868" y="7150"/>
                    </a:cubicBezTo>
                    <a:cubicBezTo>
                      <a:pt x="18258" y="3254"/>
                      <a:pt x="12475" y="1"/>
                      <a:pt x="76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g2d12a332ecb_0_1485"/>
              <p:cNvSpPr/>
              <p:nvPr/>
            </p:nvSpPr>
            <p:spPr>
              <a:xfrm>
                <a:off x="8674525" y="3842775"/>
                <a:ext cx="853600" cy="238150"/>
              </a:xfrm>
              <a:custGeom>
                <a:rect b="b" l="l" r="r" t="t"/>
                <a:pathLst>
                  <a:path extrusionOk="0" h="9526" w="34144">
                    <a:moveTo>
                      <a:pt x="9414" y="1"/>
                    </a:moveTo>
                    <a:cubicBezTo>
                      <a:pt x="4875" y="1"/>
                      <a:pt x="954" y="1081"/>
                      <a:pt x="378" y="3585"/>
                    </a:cubicBezTo>
                    <a:cubicBezTo>
                      <a:pt x="1" y="5220"/>
                      <a:pt x="978" y="5718"/>
                      <a:pt x="2724" y="5718"/>
                    </a:cubicBezTo>
                    <a:cubicBezTo>
                      <a:pt x="5441" y="5718"/>
                      <a:pt x="10020" y="4511"/>
                      <a:pt x="14252" y="4511"/>
                    </a:cubicBezTo>
                    <a:cubicBezTo>
                      <a:pt x="14475" y="4511"/>
                      <a:pt x="14697" y="4515"/>
                      <a:pt x="14918" y="4522"/>
                    </a:cubicBezTo>
                    <a:cubicBezTo>
                      <a:pt x="21795" y="4745"/>
                      <a:pt x="26597" y="9526"/>
                      <a:pt x="33714" y="9526"/>
                    </a:cubicBezTo>
                    <a:cubicBezTo>
                      <a:pt x="33857" y="9526"/>
                      <a:pt x="34000" y="9524"/>
                      <a:pt x="34144" y="9520"/>
                    </a:cubicBezTo>
                    <a:cubicBezTo>
                      <a:pt x="27697" y="6794"/>
                      <a:pt x="26135" y="3982"/>
                      <a:pt x="19206" y="1568"/>
                    </a:cubicBezTo>
                    <a:cubicBezTo>
                      <a:pt x="16308" y="567"/>
                      <a:pt x="12699" y="1"/>
                      <a:pt x="94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g2d12a332ecb_0_1485"/>
              <p:cNvSpPr/>
              <p:nvPr/>
            </p:nvSpPr>
            <p:spPr>
              <a:xfrm>
                <a:off x="9589875" y="3583775"/>
                <a:ext cx="1123925" cy="694375"/>
              </a:xfrm>
              <a:custGeom>
                <a:rect b="b" l="l" r="r" t="t"/>
                <a:pathLst>
                  <a:path extrusionOk="0" fill="none" h="27775" w="44957">
                    <a:moveTo>
                      <a:pt x="1" y="4516"/>
                    </a:moveTo>
                    <a:cubicBezTo>
                      <a:pt x="11275" y="910"/>
                      <a:pt x="14967" y="1"/>
                      <a:pt x="19283" y="5027"/>
                    </a:cubicBezTo>
                    <a:cubicBezTo>
                      <a:pt x="23600" y="10026"/>
                      <a:pt x="26014" y="11304"/>
                      <a:pt x="31722" y="9742"/>
                    </a:cubicBezTo>
                    <a:cubicBezTo>
                      <a:pt x="37402" y="8151"/>
                      <a:pt x="40639" y="10821"/>
                      <a:pt x="41946" y="14882"/>
                    </a:cubicBezTo>
                    <a:cubicBezTo>
                      <a:pt x="43224" y="18971"/>
                      <a:pt x="44956" y="22777"/>
                      <a:pt x="44956" y="22777"/>
                    </a:cubicBezTo>
                    <a:cubicBezTo>
                      <a:pt x="44956" y="22777"/>
                      <a:pt x="37913" y="18687"/>
                      <a:pt x="31097" y="19880"/>
                    </a:cubicBezTo>
                    <a:cubicBezTo>
                      <a:pt x="24282" y="21073"/>
                      <a:pt x="16216" y="25361"/>
                      <a:pt x="12780" y="2777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g2d12a332ecb_0_1485"/>
              <p:cNvSpPr/>
              <p:nvPr/>
            </p:nvSpPr>
            <p:spPr>
              <a:xfrm>
                <a:off x="8980725" y="3598700"/>
                <a:ext cx="1246025" cy="411100"/>
              </a:xfrm>
              <a:custGeom>
                <a:rect b="b" l="l" r="r" t="t"/>
                <a:pathLst>
                  <a:path extrusionOk="0" fill="none" h="16444" w="49841">
                    <a:moveTo>
                      <a:pt x="0" y="0"/>
                    </a:moveTo>
                    <a:cubicBezTo>
                      <a:pt x="8577" y="511"/>
                      <a:pt x="14086" y="2783"/>
                      <a:pt x="18488" y="7668"/>
                    </a:cubicBezTo>
                    <a:cubicBezTo>
                      <a:pt x="22890" y="12553"/>
                      <a:pt x="25332" y="16443"/>
                      <a:pt x="31182" y="15534"/>
                    </a:cubicBezTo>
                    <a:cubicBezTo>
                      <a:pt x="37033" y="14626"/>
                      <a:pt x="44984" y="12638"/>
                      <a:pt x="49840" y="1428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g2d12a332ecb_0_1485"/>
              <p:cNvSpPr/>
              <p:nvPr/>
            </p:nvSpPr>
            <p:spPr>
              <a:xfrm>
                <a:off x="8682525" y="3877700"/>
                <a:ext cx="817925" cy="196700"/>
              </a:xfrm>
              <a:custGeom>
                <a:rect b="b" l="l" r="r" t="t"/>
                <a:pathLst>
                  <a:path extrusionOk="0" fill="none" h="7868" w="32717">
                    <a:moveTo>
                      <a:pt x="1" y="3125"/>
                    </a:moveTo>
                    <a:cubicBezTo>
                      <a:pt x="8577" y="86"/>
                      <a:pt x="16501" y="1"/>
                      <a:pt x="22095" y="2898"/>
                    </a:cubicBezTo>
                    <a:cubicBezTo>
                      <a:pt x="27718" y="5794"/>
                      <a:pt x="29024" y="7498"/>
                      <a:pt x="32716" y="786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g2d12a332ecb_0_1485"/>
              <p:cNvSpPr/>
              <p:nvPr/>
            </p:nvSpPr>
            <p:spPr>
              <a:xfrm>
                <a:off x="9408125" y="3898300"/>
                <a:ext cx="1781350" cy="394050"/>
              </a:xfrm>
              <a:custGeom>
                <a:rect b="b" l="l" r="r" t="t"/>
                <a:pathLst>
                  <a:path extrusionOk="0" fill="none" h="15762" w="71254">
                    <a:moveTo>
                      <a:pt x="0" y="5084"/>
                    </a:moveTo>
                    <a:cubicBezTo>
                      <a:pt x="9088" y="10962"/>
                      <a:pt x="15961" y="7753"/>
                      <a:pt x="25503" y="3863"/>
                    </a:cubicBezTo>
                    <a:cubicBezTo>
                      <a:pt x="35016" y="1"/>
                      <a:pt x="41832" y="4062"/>
                      <a:pt x="48932" y="8321"/>
                    </a:cubicBezTo>
                    <a:cubicBezTo>
                      <a:pt x="56032" y="12553"/>
                      <a:pt x="62961" y="15762"/>
                      <a:pt x="71253" y="15364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g2d12a332ecb_0_1485"/>
            <p:cNvGrpSpPr/>
            <p:nvPr/>
          </p:nvGrpSpPr>
          <p:grpSpPr>
            <a:xfrm>
              <a:off x="4959466" y="4377050"/>
              <a:ext cx="1306503" cy="768346"/>
              <a:chOff x="11944150" y="3369375"/>
              <a:chExt cx="1586525" cy="933025"/>
            </a:xfrm>
          </p:grpSpPr>
          <p:sp>
            <p:nvSpPr>
              <p:cNvPr id="157" name="Google Shape;157;g2d12a332ecb_0_1485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g2d12a332ecb_0_1485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g2d12a332ecb_0_1485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g2d12a332ecb_0_1485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g2d12a332ecb_0_1485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g2d12a332ecb_0_1485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g2d12a332ecb_0_1485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g2d12a332ecb_0_1485"/>
            <p:cNvGrpSpPr/>
            <p:nvPr/>
          </p:nvGrpSpPr>
          <p:grpSpPr>
            <a:xfrm flipH="1" rot="899892">
              <a:off x="2703331" y="4460935"/>
              <a:ext cx="969100" cy="483297"/>
              <a:chOff x="12353800" y="3715484"/>
              <a:chExt cx="1176875" cy="586916"/>
            </a:xfrm>
          </p:grpSpPr>
          <p:sp>
            <p:nvSpPr>
              <p:cNvPr id="165" name="Google Shape;165;g2d12a332ecb_0_1485"/>
              <p:cNvSpPr/>
              <p:nvPr/>
            </p:nvSpPr>
            <p:spPr>
              <a:xfrm>
                <a:off x="12363060" y="3715484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g2d12a332ecb_0_1485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g2d12a332ecb_0_1485"/>
              <p:cNvSpPr/>
              <p:nvPr/>
            </p:nvSpPr>
            <p:spPr>
              <a:xfrm>
                <a:off x="12363060" y="3731559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g2d12a332ecb_0_1485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9" name="Google Shape;169;g2d12a332ecb_0_148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gra"/>
              <a:buNone/>
              <a:defRPr b="1" sz="3200">
                <a:latin typeface="Magra"/>
                <a:ea typeface="Magra"/>
                <a:cs typeface="Magra"/>
                <a:sym typeface="Mag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35"/>
          <p:cNvGrpSpPr/>
          <p:nvPr/>
        </p:nvGrpSpPr>
        <p:grpSpPr>
          <a:xfrm>
            <a:off x="7292770" y="118212"/>
            <a:ext cx="1927898" cy="5116247"/>
            <a:chOff x="7292770" y="118212"/>
            <a:chExt cx="1927898" cy="5116247"/>
          </a:xfrm>
        </p:grpSpPr>
        <p:grpSp>
          <p:nvGrpSpPr>
            <p:cNvPr id="172" name="Google Shape;172;p35"/>
            <p:cNvGrpSpPr/>
            <p:nvPr/>
          </p:nvGrpSpPr>
          <p:grpSpPr>
            <a:xfrm>
              <a:off x="7292770" y="3049980"/>
              <a:ext cx="1927898" cy="2184478"/>
              <a:chOff x="7292770" y="3049980"/>
              <a:chExt cx="1927898" cy="2184478"/>
            </a:xfrm>
          </p:grpSpPr>
          <p:sp>
            <p:nvSpPr>
              <p:cNvPr id="173" name="Google Shape;173;p35"/>
              <p:cNvSpPr/>
              <p:nvPr/>
            </p:nvSpPr>
            <p:spPr>
              <a:xfrm>
                <a:off x="7588819" y="3987102"/>
                <a:ext cx="1555758" cy="1180482"/>
              </a:xfrm>
              <a:custGeom>
                <a:rect b="b" l="l" r="r" t="t"/>
                <a:pathLst>
                  <a:path extrusionOk="0" h="30931" w="40764">
                    <a:moveTo>
                      <a:pt x="37643" y="1"/>
                    </a:moveTo>
                    <a:cubicBezTo>
                      <a:pt x="36339" y="1"/>
                      <a:pt x="34901" y="1033"/>
                      <a:pt x="34392" y="2844"/>
                    </a:cubicBezTo>
                    <a:cubicBezTo>
                      <a:pt x="33458" y="6080"/>
                      <a:pt x="36427" y="9048"/>
                      <a:pt x="37795" y="11550"/>
                    </a:cubicBezTo>
                    <a:cubicBezTo>
                      <a:pt x="38740" y="13256"/>
                      <a:pt x="37486" y="14803"/>
                      <a:pt x="36137" y="14803"/>
                    </a:cubicBezTo>
                    <a:cubicBezTo>
                      <a:pt x="35534" y="14803"/>
                      <a:pt x="34912" y="14494"/>
                      <a:pt x="34459" y="13752"/>
                    </a:cubicBezTo>
                    <a:cubicBezTo>
                      <a:pt x="32991" y="11350"/>
                      <a:pt x="34359" y="9148"/>
                      <a:pt x="33425" y="7847"/>
                    </a:cubicBezTo>
                    <a:cubicBezTo>
                      <a:pt x="33198" y="7520"/>
                      <a:pt x="32945" y="7363"/>
                      <a:pt x="32687" y="7363"/>
                    </a:cubicBezTo>
                    <a:cubicBezTo>
                      <a:pt x="31921" y="7363"/>
                      <a:pt x="31105" y="8738"/>
                      <a:pt x="30756" y="11083"/>
                    </a:cubicBezTo>
                    <a:cubicBezTo>
                      <a:pt x="30289" y="14219"/>
                      <a:pt x="32324" y="14619"/>
                      <a:pt x="33992" y="17254"/>
                    </a:cubicBezTo>
                    <a:cubicBezTo>
                      <a:pt x="35660" y="19923"/>
                      <a:pt x="36394" y="24259"/>
                      <a:pt x="33992" y="25193"/>
                    </a:cubicBezTo>
                    <a:cubicBezTo>
                      <a:pt x="33553" y="25364"/>
                      <a:pt x="33191" y="25444"/>
                      <a:pt x="32892" y="25444"/>
                    </a:cubicBezTo>
                    <a:cubicBezTo>
                      <a:pt x="31557" y="25444"/>
                      <a:pt x="31490" y="23835"/>
                      <a:pt x="31490" y="21491"/>
                    </a:cubicBezTo>
                    <a:cubicBezTo>
                      <a:pt x="31490" y="20222"/>
                      <a:pt x="30786" y="19625"/>
                      <a:pt x="30023" y="19625"/>
                    </a:cubicBezTo>
                    <a:cubicBezTo>
                      <a:pt x="29061" y="19625"/>
                      <a:pt x="28005" y="20575"/>
                      <a:pt x="28154" y="22325"/>
                    </a:cubicBezTo>
                    <a:cubicBezTo>
                      <a:pt x="28421" y="25460"/>
                      <a:pt x="28788" y="27395"/>
                      <a:pt x="25653" y="27795"/>
                    </a:cubicBezTo>
                    <a:cubicBezTo>
                      <a:pt x="25516" y="27811"/>
                      <a:pt x="25387" y="27819"/>
                      <a:pt x="25267" y="27819"/>
                    </a:cubicBezTo>
                    <a:cubicBezTo>
                      <a:pt x="22622" y="27819"/>
                      <a:pt x="23775" y="24091"/>
                      <a:pt x="25019" y="21858"/>
                    </a:cubicBezTo>
                    <a:cubicBezTo>
                      <a:pt x="26286" y="19556"/>
                      <a:pt x="29455" y="19022"/>
                      <a:pt x="29822" y="16620"/>
                    </a:cubicBezTo>
                    <a:cubicBezTo>
                      <a:pt x="30189" y="14252"/>
                      <a:pt x="28688" y="14386"/>
                      <a:pt x="28755" y="11817"/>
                    </a:cubicBezTo>
                    <a:cubicBezTo>
                      <a:pt x="28788" y="9282"/>
                      <a:pt x="30256" y="7481"/>
                      <a:pt x="30189" y="4679"/>
                    </a:cubicBezTo>
                    <a:cubicBezTo>
                      <a:pt x="30152" y="3123"/>
                      <a:pt x="29029" y="2336"/>
                      <a:pt x="27786" y="2336"/>
                    </a:cubicBezTo>
                    <a:cubicBezTo>
                      <a:pt x="26818" y="2336"/>
                      <a:pt x="25776" y="2814"/>
                      <a:pt x="25119" y="3778"/>
                    </a:cubicBezTo>
                    <a:cubicBezTo>
                      <a:pt x="23584" y="5979"/>
                      <a:pt x="25286" y="8014"/>
                      <a:pt x="26453" y="12918"/>
                    </a:cubicBezTo>
                    <a:cubicBezTo>
                      <a:pt x="27039" y="15379"/>
                      <a:pt x="26112" y="16437"/>
                      <a:pt x="25056" y="16437"/>
                    </a:cubicBezTo>
                    <a:cubicBezTo>
                      <a:pt x="24009" y="16437"/>
                      <a:pt x="22834" y="15396"/>
                      <a:pt x="22884" y="13652"/>
                    </a:cubicBezTo>
                    <a:cubicBezTo>
                      <a:pt x="22958" y="11056"/>
                      <a:pt x="22867" y="9119"/>
                      <a:pt x="21810" y="9119"/>
                    </a:cubicBezTo>
                    <a:cubicBezTo>
                      <a:pt x="21441" y="9119"/>
                      <a:pt x="20954" y="9356"/>
                      <a:pt x="20315" y="9882"/>
                    </a:cubicBezTo>
                    <a:cubicBezTo>
                      <a:pt x="17814" y="11884"/>
                      <a:pt x="20382" y="16153"/>
                      <a:pt x="22250" y="19823"/>
                    </a:cubicBezTo>
                    <a:cubicBezTo>
                      <a:pt x="23494" y="22311"/>
                      <a:pt x="22714" y="23649"/>
                      <a:pt x="21822" y="23649"/>
                    </a:cubicBezTo>
                    <a:cubicBezTo>
                      <a:pt x="21399" y="23649"/>
                      <a:pt x="20951" y="23348"/>
                      <a:pt x="20682" y="22725"/>
                    </a:cubicBezTo>
                    <a:cubicBezTo>
                      <a:pt x="20188" y="21558"/>
                      <a:pt x="19435" y="20825"/>
                      <a:pt x="18675" y="20825"/>
                    </a:cubicBezTo>
                    <a:cubicBezTo>
                      <a:pt x="18153" y="20825"/>
                      <a:pt x="17628" y="21170"/>
                      <a:pt x="17180" y="21958"/>
                    </a:cubicBezTo>
                    <a:cubicBezTo>
                      <a:pt x="16046" y="23926"/>
                      <a:pt x="17347" y="27428"/>
                      <a:pt x="15979" y="29229"/>
                    </a:cubicBezTo>
                    <a:cubicBezTo>
                      <a:pt x="15530" y="29821"/>
                      <a:pt x="15016" y="30107"/>
                      <a:pt x="14507" y="30107"/>
                    </a:cubicBezTo>
                    <a:cubicBezTo>
                      <a:pt x="13466" y="30107"/>
                      <a:pt x="12446" y="28912"/>
                      <a:pt x="12043" y="26694"/>
                    </a:cubicBezTo>
                    <a:cubicBezTo>
                      <a:pt x="11442" y="23359"/>
                      <a:pt x="13944" y="22792"/>
                      <a:pt x="15512" y="19823"/>
                    </a:cubicBezTo>
                    <a:cubicBezTo>
                      <a:pt x="16814" y="17358"/>
                      <a:pt x="15241" y="15744"/>
                      <a:pt x="13277" y="15744"/>
                    </a:cubicBezTo>
                    <a:cubicBezTo>
                      <a:pt x="12875" y="15744"/>
                      <a:pt x="12456" y="15812"/>
                      <a:pt x="12043" y="15953"/>
                    </a:cubicBezTo>
                    <a:cubicBezTo>
                      <a:pt x="9574" y="16787"/>
                      <a:pt x="11342" y="19956"/>
                      <a:pt x="10709" y="23659"/>
                    </a:cubicBezTo>
                    <a:cubicBezTo>
                      <a:pt x="10514" y="24747"/>
                      <a:pt x="10065" y="25184"/>
                      <a:pt x="9527" y="25184"/>
                    </a:cubicBezTo>
                    <a:cubicBezTo>
                      <a:pt x="8215" y="25184"/>
                      <a:pt x="6372" y="22594"/>
                      <a:pt x="6372" y="20490"/>
                    </a:cubicBezTo>
                    <a:cubicBezTo>
                      <a:pt x="6372" y="18504"/>
                      <a:pt x="5151" y="16412"/>
                      <a:pt x="3783" y="16412"/>
                    </a:cubicBezTo>
                    <a:cubicBezTo>
                      <a:pt x="3128" y="16412"/>
                      <a:pt x="2440" y="16890"/>
                      <a:pt x="1836" y="18088"/>
                    </a:cubicBezTo>
                    <a:cubicBezTo>
                      <a:pt x="1" y="21791"/>
                      <a:pt x="3403" y="24660"/>
                      <a:pt x="4704" y="26127"/>
                    </a:cubicBezTo>
                    <a:cubicBezTo>
                      <a:pt x="6005" y="27595"/>
                      <a:pt x="6472" y="29530"/>
                      <a:pt x="2770" y="30931"/>
                    </a:cubicBezTo>
                    <a:lnTo>
                      <a:pt x="40763" y="30330"/>
                    </a:lnTo>
                    <a:cubicBezTo>
                      <a:pt x="40763" y="30330"/>
                      <a:pt x="40763" y="4979"/>
                      <a:pt x="39929" y="1943"/>
                    </a:cubicBezTo>
                    <a:cubicBezTo>
                      <a:pt x="39567" y="610"/>
                      <a:pt x="38644" y="1"/>
                      <a:pt x="376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4" name="Google Shape;174;p35"/>
              <p:cNvGrpSpPr/>
              <p:nvPr/>
            </p:nvGrpSpPr>
            <p:grpSpPr>
              <a:xfrm flipH="1" rot="-685221">
                <a:off x="8052983" y="3128490"/>
                <a:ext cx="986183" cy="1931904"/>
                <a:chOff x="3978000" y="1359750"/>
                <a:chExt cx="692200" cy="1356000"/>
              </a:xfrm>
            </p:grpSpPr>
            <p:sp>
              <p:nvSpPr>
                <p:cNvPr id="175" name="Google Shape;175;p35"/>
                <p:cNvSpPr/>
                <p:nvPr/>
              </p:nvSpPr>
              <p:spPr>
                <a:xfrm>
                  <a:off x="3996350" y="1359750"/>
                  <a:ext cx="206850" cy="477025"/>
                </a:xfrm>
                <a:custGeom>
                  <a:rect b="b" l="l" r="r" t="t"/>
                  <a:pathLst>
                    <a:path extrusionOk="0" h="19081" w="8274">
                      <a:moveTo>
                        <a:pt x="3837" y="0"/>
                      </a:moveTo>
                      <a:cubicBezTo>
                        <a:pt x="3837" y="1"/>
                        <a:pt x="2036" y="5271"/>
                        <a:pt x="1035" y="9541"/>
                      </a:cubicBezTo>
                      <a:cubicBezTo>
                        <a:pt x="1" y="13777"/>
                        <a:pt x="2603" y="19081"/>
                        <a:pt x="2603" y="19081"/>
                      </a:cubicBezTo>
                      <a:cubicBezTo>
                        <a:pt x="8273" y="7973"/>
                        <a:pt x="3837" y="1"/>
                        <a:pt x="38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" name="Google Shape;176;p35"/>
                <p:cNvSpPr/>
                <p:nvPr/>
              </p:nvSpPr>
              <p:spPr>
                <a:xfrm>
                  <a:off x="4102275" y="1480675"/>
                  <a:ext cx="159300" cy="813100"/>
                </a:xfrm>
                <a:custGeom>
                  <a:rect b="b" l="l" r="r" t="t"/>
                  <a:pathLst>
                    <a:path extrusionOk="0" h="32524" w="6372">
                      <a:moveTo>
                        <a:pt x="3336" y="0"/>
                      </a:moveTo>
                      <a:cubicBezTo>
                        <a:pt x="3336" y="1"/>
                        <a:pt x="3803" y="935"/>
                        <a:pt x="3736" y="4704"/>
                      </a:cubicBezTo>
                      <a:cubicBezTo>
                        <a:pt x="3669" y="8473"/>
                        <a:pt x="2402" y="11542"/>
                        <a:pt x="1234" y="16645"/>
                      </a:cubicBezTo>
                      <a:cubicBezTo>
                        <a:pt x="67" y="21749"/>
                        <a:pt x="0" y="26586"/>
                        <a:pt x="4403" y="32524"/>
                      </a:cubicBezTo>
                      <a:cubicBezTo>
                        <a:pt x="4403" y="32524"/>
                        <a:pt x="4337" y="31022"/>
                        <a:pt x="4070" y="28621"/>
                      </a:cubicBezTo>
                      <a:cubicBezTo>
                        <a:pt x="3803" y="26186"/>
                        <a:pt x="5271" y="20415"/>
                        <a:pt x="5838" y="12176"/>
                      </a:cubicBezTo>
                      <a:cubicBezTo>
                        <a:pt x="6371" y="3970"/>
                        <a:pt x="3336" y="1"/>
                        <a:pt x="33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" name="Google Shape;177;p35"/>
                <p:cNvSpPr/>
                <p:nvPr/>
              </p:nvSpPr>
              <p:spPr>
                <a:xfrm>
                  <a:off x="3978000" y="2038575"/>
                  <a:ext cx="466200" cy="391575"/>
                </a:xfrm>
                <a:custGeom>
                  <a:rect b="b" l="l" r="r" t="t"/>
                  <a:pathLst>
                    <a:path extrusionOk="0" h="15663" w="18648">
                      <a:moveTo>
                        <a:pt x="18322" y="15088"/>
                      </a:moveTo>
                      <a:cubicBezTo>
                        <a:pt x="18431" y="15139"/>
                        <a:pt x="18539" y="15191"/>
                        <a:pt x="18648" y="15244"/>
                      </a:cubicBezTo>
                      <a:cubicBezTo>
                        <a:pt x="18538" y="15190"/>
                        <a:pt x="18429" y="15138"/>
                        <a:pt x="18322" y="15088"/>
                      </a:cubicBezTo>
                      <a:close/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735" y="2936"/>
                        <a:pt x="1168" y="5938"/>
                        <a:pt x="1302" y="8973"/>
                      </a:cubicBezTo>
                      <a:cubicBezTo>
                        <a:pt x="1553" y="14117"/>
                        <a:pt x="4104" y="15663"/>
                        <a:pt x="7541" y="15663"/>
                      </a:cubicBezTo>
                      <a:cubicBezTo>
                        <a:pt x="7760" y="15663"/>
                        <a:pt x="7982" y="15657"/>
                        <a:pt x="8207" y="15645"/>
                      </a:cubicBezTo>
                      <a:cubicBezTo>
                        <a:pt x="10798" y="15507"/>
                        <a:pt x="12412" y="14203"/>
                        <a:pt x="14782" y="14203"/>
                      </a:cubicBezTo>
                      <a:cubicBezTo>
                        <a:pt x="15783" y="14203"/>
                        <a:pt x="16920" y="14436"/>
                        <a:pt x="18322" y="15088"/>
                      </a:cubicBezTo>
                      <a:lnTo>
                        <a:pt x="18322" y="15088"/>
                      </a:lnTo>
                      <a:cubicBezTo>
                        <a:pt x="16717" y="14331"/>
                        <a:pt x="15029" y="13751"/>
                        <a:pt x="13310" y="13376"/>
                      </a:cubicBezTo>
                      <a:cubicBezTo>
                        <a:pt x="10542" y="12809"/>
                        <a:pt x="5271" y="13910"/>
                        <a:pt x="4571" y="8973"/>
                      </a:cubicBezTo>
                      <a:cubicBezTo>
                        <a:pt x="3837" y="4037"/>
                        <a:pt x="1" y="1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" name="Google Shape;178;p35"/>
                <p:cNvSpPr/>
                <p:nvPr/>
              </p:nvSpPr>
              <p:spPr>
                <a:xfrm>
                  <a:off x="4273225" y="1963525"/>
                  <a:ext cx="321075" cy="575425"/>
                </a:xfrm>
                <a:custGeom>
                  <a:rect b="b" l="l" r="r" t="t"/>
                  <a:pathLst>
                    <a:path extrusionOk="0" h="23017" w="12843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0"/>
                        <a:pt x="668" y="3603"/>
                        <a:pt x="1401" y="8006"/>
                      </a:cubicBezTo>
                      <a:cubicBezTo>
                        <a:pt x="2135" y="12442"/>
                        <a:pt x="5738" y="13476"/>
                        <a:pt x="7939" y="15378"/>
                      </a:cubicBezTo>
                      <a:cubicBezTo>
                        <a:pt x="10174" y="17246"/>
                        <a:pt x="10541" y="19080"/>
                        <a:pt x="11175" y="20515"/>
                      </a:cubicBezTo>
                      <a:cubicBezTo>
                        <a:pt x="11609" y="21449"/>
                        <a:pt x="12142" y="22283"/>
                        <a:pt x="12843" y="23017"/>
                      </a:cubicBezTo>
                      <a:cubicBezTo>
                        <a:pt x="11275" y="18747"/>
                        <a:pt x="12476" y="13943"/>
                        <a:pt x="10241" y="11942"/>
                      </a:cubicBezTo>
                      <a:cubicBezTo>
                        <a:pt x="8039" y="9974"/>
                        <a:pt x="5037" y="8540"/>
                        <a:pt x="3269" y="4970"/>
                      </a:cubicBezTo>
                      <a:cubicBezTo>
                        <a:pt x="1502" y="1368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35"/>
                <p:cNvSpPr/>
                <p:nvPr/>
              </p:nvSpPr>
              <p:spPr>
                <a:xfrm>
                  <a:off x="4038050" y="2497175"/>
                  <a:ext cx="628800" cy="180200"/>
                </a:xfrm>
                <a:custGeom>
                  <a:rect b="b" l="l" r="r" t="t"/>
                  <a:pathLst>
                    <a:path extrusionOk="0" h="7208" w="25152">
                      <a:moveTo>
                        <a:pt x="3418" y="0"/>
                      </a:moveTo>
                      <a:cubicBezTo>
                        <a:pt x="2260" y="0"/>
                        <a:pt x="1107" y="208"/>
                        <a:pt x="1" y="603"/>
                      </a:cubicBezTo>
                      <a:cubicBezTo>
                        <a:pt x="92" y="601"/>
                        <a:pt x="183" y="599"/>
                        <a:pt x="274" y="599"/>
                      </a:cubicBezTo>
                      <a:cubicBezTo>
                        <a:pt x="2546" y="599"/>
                        <a:pt x="4740" y="1397"/>
                        <a:pt x="6472" y="2905"/>
                      </a:cubicBezTo>
                      <a:cubicBezTo>
                        <a:pt x="8918" y="5052"/>
                        <a:pt x="10744" y="6468"/>
                        <a:pt x="13321" y="6468"/>
                      </a:cubicBezTo>
                      <a:cubicBezTo>
                        <a:pt x="13907" y="6468"/>
                        <a:pt x="14532" y="6395"/>
                        <a:pt x="15212" y="6240"/>
                      </a:cubicBezTo>
                      <a:cubicBezTo>
                        <a:pt x="17832" y="5645"/>
                        <a:pt x="19585" y="4964"/>
                        <a:pt x="21090" y="4964"/>
                      </a:cubicBezTo>
                      <a:cubicBezTo>
                        <a:pt x="21692" y="4964"/>
                        <a:pt x="22255" y="5073"/>
                        <a:pt x="22817" y="5340"/>
                      </a:cubicBezTo>
                      <a:cubicBezTo>
                        <a:pt x="24478" y="6088"/>
                        <a:pt x="24991" y="6881"/>
                        <a:pt x="25117" y="7129"/>
                      </a:cubicBezTo>
                      <a:lnTo>
                        <a:pt x="25117" y="7129"/>
                      </a:lnTo>
                      <a:cubicBezTo>
                        <a:pt x="23466" y="3508"/>
                        <a:pt x="20008" y="2301"/>
                        <a:pt x="16214" y="2301"/>
                      </a:cubicBezTo>
                      <a:cubicBezTo>
                        <a:pt x="15674" y="2301"/>
                        <a:pt x="15127" y="2326"/>
                        <a:pt x="14578" y="2371"/>
                      </a:cubicBezTo>
                      <a:cubicBezTo>
                        <a:pt x="14141" y="2407"/>
                        <a:pt x="13735" y="2424"/>
                        <a:pt x="13357" y="2424"/>
                      </a:cubicBezTo>
                      <a:cubicBezTo>
                        <a:pt x="9898" y="2424"/>
                        <a:pt x="8692" y="1025"/>
                        <a:pt x="5805" y="303"/>
                      </a:cubicBezTo>
                      <a:cubicBezTo>
                        <a:pt x="5016" y="99"/>
                        <a:pt x="4216" y="0"/>
                        <a:pt x="3418" y="0"/>
                      </a:cubicBezTo>
                      <a:close/>
                      <a:moveTo>
                        <a:pt x="25117" y="7129"/>
                      </a:moveTo>
                      <a:cubicBezTo>
                        <a:pt x="25128" y="7155"/>
                        <a:pt x="25140" y="7182"/>
                        <a:pt x="25152" y="7208"/>
                      </a:cubicBezTo>
                      <a:cubicBezTo>
                        <a:pt x="25152" y="7208"/>
                        <a:pt x="25142" y="7180"/>
                        <a:pt x="25117" y="712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" name="Google Shape;180;p35"/>
                <p:cNvSpPr/>
                <p:nvPr/>
              </p:nvSpPr>
              <p:spPr>
                <a:xfrm>
                  <a:off x="4033875" y="1359750"/>
                  <a:ext cx="636325" cy="1356000"/>
                </a:xfrm>
                <a:custGeom>
                  <a:rect b="b" l="l" r="r" t="t"/>
                  <a:pathLst>
                    <a:path extrusionOk="0" fill="none" h="54240" w="25453">
                      <a:moveTo>
                        <a:pt x="25452" y="54239"/>
                      </a:moveTo>
                      <a:cubicBezTo>
                        <a:pt x="25452" y="49703"/>
                        <a:pt x="21483" y="45300"/>
                        <a:pt x="16413" y="42397"/>
                      </a:cubicBezTo>
                      <a:cubicBezTo>
                        <a:pt x="11342" y="39495"/>
                        <a:pt x="5505" y="38461"/>
                        <a:pt x="2736" y="31456"/>
                      </a:cubicBezTo>
                      <a:cubicBezTo>
                        <a:pt x="1" y="24418"/>
                        <a:pt x="701" y="22450"/>
                        <a:pt x="1168" y="18113"/>
                      </a:cubicBezTo>
                      <a:cubicBezTo>
                        <a:pt x="1635" y="13810"/>
                        <a:pt x="3136" y="4470"/>
                        <a:pt x="2336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35"/>
                <p:cNvSpPr/>
                <p:nvPr/>
              </p:nvSpPr>
              <p:spPr>
                <a:xfrm>
                  <a:off x="4139800" y="1480675"/>
                  <a:ext cx="91750" cy="813100"/>
                </a:xfrm>
                <a:custGeom>
                  <a:rect b="b" l="l" r="r" t="t"/>
                  <a:pathLst>
                    <a:path extrusionOk="0" fill="none" h="32524" w="3670">
                      <a:moveTo>
                        <a:pt x="1835" y="0"/>
                      </a:moveTo>
                      <a:cubicBezTo>
                        <a:pt x="3403" y="6171"/>
                        <a:pt x="3670" y="10908"/>
                        <a:pt x="1835" y="18013"/>
                      </a:cubicBezTo>
                      <a:cubicBezTo>
                        <a:pt x="0" y="25118"/>
                        <a:pt x="2369" y="30789"/>
                        <a:pt x="2902" y="32524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" name="Google Shape;182;p35"/>
                <p:cNvSpPr/>
                <p:nvPr/>
              </p:nvSpPr>
              <p:spPr>
                <a:xfrm>
                  <a:off x="3978000" y="2037725"/>
                  <a:ext cx="441175" cy="373625"/>
                </a:xfrm>
                <a:custGeom>
                  <a:rect b="b" l="l" r="r" t="t"/>
                  <a:pathLst>
                    <a:path extrusionOk="0" fill="none" h="14945" w="17647">
                      <a:moveTo>
                        <a:pt x="1" y="1"/>
                      </a:moveTo>
                      <a:cubicBezTo>
                        <a:pt x="2503" y="5305"/>
                        <a:pt x="2203" y="10875"/>
                        <a:pt x="4571" y="12910"/>
                      </a:cubicBezTo>
                      <a:cubicBezTo>
                        <a:pt x="6906" y="14945"/>
                        <a:pt x="14311" y="12677"/>
                        <a:pt x="17647" y="1471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" name="Google Shape;183;p35"/>
                <p:cNvSpPr/>
                <p:nvPr/>
              </p:nvSpPr>
              <p:spPr>
                <a:xfrm>
                  <a:off x="4273225" y="1963525"/>
                  <a:ext cx="320250" cy="575425"/>
                </a:xfrm>
                <a:custGeom>
                  <a:rect b="b" l="l" r="r" t="t"/>
                  <a:pathLst>
                    <a:path extrusionOk="0" fill="none" h="23017" w="12810">
                      <a:moveTo>
                        <a:pt x="0" y="0"/>
                      </a:moveTo>
                      <a:cubicBezTo>
                        <a:pt x="2135" y="5170"/>
                        <a:pt x="2335" y="9373"/>
                        <a:pt x="5838" y="11508"/>
                      </a:cubicBezTo>
                      <a:cubicBezTo>
                        <a:pt x="9340" y="13643"/>
                        <a:pt x="9707" y="13210"/>
                        <a:pt x="10541" y="16345"/>
                      </a:cubicBezTo>
                      <a:cubicBezTo>
                        <a:pt x="11175" y="18613"/>
                        <a:pt x="11942" y="20848"/>
                        <a:pt x="12810" y="23017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" name="Google Shape;184;p35"/>
                <p:cNvSpPr/>
                <p:nvPr/>
              </p:nvSpPr>
              <p:spPr>
                <a:xfrm>
                  <a:off x="4038050" y="2504725"/>
                  <a:ext cx="627975" cy="172650"/>
                </a:xfrm>
                <a:custGeom>
                  <a:rect b="b" l="l" r="r" t="t"/>
                  <a:pathLst>
                    <a:path extrusionOk="0" fill="none" h="6906" w="25119">
                      <a:moveTo>
                        <a:pt x="1" y="301"/>
                      </a:moveTo>
                      <a:cubicBezTo>
                        <a:pt x="5805" y="1"/>
                        <a:pt x="8207" y="3270"/>
                        <a:pt x="11776" y="4204"/>
                      </a:cubicBezTo>
                      <a:cubicBezTo>
                        <a:pt x="15312" y="5105"/>
                        <a:pt x="16646" y="3337"/>
                        <a:pt x="19281" y="3337"/>
                      </a:cubicBezTo>
                      <a:cubicBezTo>
                        <a:pt x="21916" y="3303"/>
                        <a:pt x="25119" y="6906"/>
                        <a:pt x="25119" y="690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5" name="Google Shape;185;p35"/>
              <p:cNvGrpSpPr/>
              <p:nvPr/>
            </p:nvGrpSpPr>
            <p:grpSpPr>
              <a:xfrm rot="-2736561">
                <a:off x="7554097" y="3906107"/>
                <a:ext cx="989131" cy="1147296"/>
                <a:chOff x="4483725" y="3281075"/>
                <a:chExt cx="511225" cy="592950"/>
              </a:xfrm>
            </p:grpSpPr>
            <p:sp>
              <p:nvSpPr>
                <p:cNvPr id="186" name="Google Shape;186;p35"/>
                <p:cNvSpPr/>
                <p:nvPr/>
              </p:nvSpPr>
              <p:spPr>
                <a:xfrm>
                  <a:off x="4483725" y="3362800"/>
                  <a:ext cx="152650" cy="334425"/>
                </a:xfrm>
                <a:custGeom>
                  <a:rect b="b" l="l" r="r" t="t"/>
                  <a:pathLst>
                    <a:path extrusionOk="0" h="13377" w="6106">
                      <a:moveTo>
                        <a:pt x="1435" y="0"/>
                      </a:moveTo>
                      <a:cubicBezTo>
                        <a:pt x="1435" y="1"/>
                        <a:pt x="1" y="6005"/>
                        <a:pt x="2336" y="8373"/>
                      </a:cubicBezTo>
                      <a:cubicBezTo>
                        <a:pt x="3703" y="9774"/>
                        <a:pt x="4738" y="11509"/>
                        <a:pt x="5271" y="13377"/>
                      </a:cubicBezTo>
                      <a:cubicBezTo>
                        <a:pt x="5271" y="13377"/>
                        <a:pt x="6105" y="8540"/>
                        <a:pt x="5471" y="6338"/>
                      </a:cubicBezTo>
                      <a:cubicBezTo>
                        <a:pt x="4871" y="4170"/>
                        <a:pt x="2536" y="3836"/>
                        <a:pt x="14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35"/>
                <p:cNvSpPr/>
                <p:nvPr/>
              </p:nvSpPr>
              <p:spPr>
                <a:xfrm>
                  <a:off x="4597150" y="3490375"/>
                  <a:ext cx="371950" cy="345275"/>
                </a:xfrm>
                <a:custGeom>
                  <a:rect b="b" l="l" r="r" t="t"/>
                  <a:pathLst>
                    <a:path extrusionOk="0" h="13811" w="14878">
                      <a:moveTo>
                        <a:pt x="14878" y="1"/>
                      </a:moveTo>
                      <a:lnTo>
                        <a:pt x="14878" y="1"/>
                      </a:lnTo>
                      <a:cubicBezTo>
                        <a:pt x="13176" y="1836"/>
                        <a:pt x="11042" y="3170"/>
                        <a:pt x="8640" y="3870"/>
                      </a:cubicBezTo>
                      <a:cubicBezTo>
                        <a:pt x="4837" y="4938"/>
                        <a:pt x="4037" y="5538"/>
                        <a:pt x="3036" y="7706"/>
                      </a:cubicBezTo>
                      <a:cubicBezTo>
                        <a:pt x="2069" y="9841"/>
                        <a:pt x="0" y="13811"/>
                        <a:pt x="0" y="13811"/>
                      </a:cubicBezTo>
                      <a:cubicBezTo>
                        <a:pt x="2969" y="10642"/>
                        <a:pt x="3036" y="8974"/>
                        <a:pt x="5738" y="8274"/>
                      </a:cubicBezTo>
                      <a:cubicBezTo>
                        <a:pt x="8473" y="7573"/>
                        <a:pt x="11775" y="6472"/>
                        <a:pt x="13210" y="4571"/>
                      </a:cubicBezTo>
                      <a:cubicBezTo>
                        <a:pt x="14611" y="2636"/>
                        <a:pt x="14878" y="1"/>
                        <a:pt x="1487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" name="Google Shape;188;p35"/>
                <p:cNvSpPr/>
                <p:nvPr/>
              </p:nvSpPr>
              <p:spPr>
                <a:xfrm>
                  <a:off x="4663850" y="3281075"/>
                  <a:ext cx="331100" cy="278550"/>
                </a:xfrm>
                <a:custGeom>
                  <a:rect b="b" l="l" r="r" t="t"/>
                  <a:pathLst>
                    <a:path extrusionOk="0" h="11142" w="13244">
                      <a:moveTo>
                        <a:pt x="13244" y="0"/>
                      </a:moveTo>
                      <a:cubicBezTo>
                        <a:pt x="13243" y="1"/>
                        <a:pt x="10642" y="2669"/>
                        <a:pt x="7173" y="3570"/>
                      </a:cubicBezTo>
                      <a:cubicBezTo>
                        <a:pt x="3704" y="4504"/>
                        <a:pt x="1469" y="6538"/>
                        <a:pt x="735" y="8373"/>
                      </a:cubicBezTo>
                      <a:cubicBezTo>
                        <a:pt x="1" y="10241"/>
                        <a:pt x="268" y="11142"/>
                        <a:pt x="268" y="11142"/>
                      </a:cubicBezTo>
                      <a:cubicBezTo>
                        <a:pt x="2603" y="9007"/>
                        <a:pt x="4671" y="9507"/>
                        <a:pt x="8507" y="6672"/>
                      </a:cubicBezTo>
                      <a:cubicBezTo>
                        <a:pt x="10742" y="5004"/>
                        <a:pt x="12410" y="2669"/>
                        <a:pt x="1324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" name="Google Shape;189;p35"/>
                <p:cNvSpPr/>
                <p:nvPr/>
              </p:nvSpPr>
              <p:spPr>
                <a:xfrm>
                  <a:off x="4576300" y="3281075"/>
                  <a:ext cx="417825" cy="592950"/>
                </a:xfrm>
                <a:custGeom>
                  <a:rect b="b" l="l" r="r" t="t"/>
                  <a:pathLst>
                    <a:path extrusionOk="0" fill="none" h="23718" w="16713">
                      <a:moveTo>
                        <a:pt x="0" y="23717"/>
                      </a:moveTo>
                      <a:cubicBezTo>
                        <a:pt x="2369" y="20482"/>
                        <a:pt x="601" y="17713"/>
                        <a:pt x="2269" y="14144"/>
                      </a:cubicBezTo>
                      <a:cubicBezTo>
                        <a:pt x="3937" y="10608"/>
                        <a:pt x="5671" y="6905"/>
                        <a:pt x="9474" y="5604"/>
                      </a:cubicBezTo>
                      <a:cubicBezTo>
                        <a:pt x="13243" y="4337"/>
                        <a:pt x="16712" y="0"/>
                        <a:pt x="16712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" name="Google Shape;190;p35"/>
                <p:cNvSpPr/>
                <p:nvPr/>
              </p:nvSpPr>
              <p:spPr>
                <a:xfrm>
                  <a:off x="4519600" y="3362800"/>
                  <a:ext cx="95925" cy="334425"/>
                </a:xfrm>
                <a:custGeom>
                  <a:rect b="b" l="l" r="r" t="t"/>
                  <a:pathLst>
                    <a:path extrusionOk="0" fill="none" h="13377" w="3837">
                      <a:moveTo>
                        <a:pt x="0" y="0"/>
                      </a:moveTo>
                      <a:cubicBezTo>
                        <a:pt x="400" y="5404"/>
                        <a:pt x="2535" y="5905"/>
                        <a:pt x="3102" y="8606"/>
                      </a:cubicBezTo>
                      <a:cubicBezTo>
                        <a:pt x="3469" y="10174"/>
                        <a:pt x="3703" y="11775"/>
                        <a:pt x="3836" y="13377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" name="Google Shape;191;p35"/>
                <p:cNvSpPr/>
                <p:nvPr/>
              </p:nvSpPr>
              <p:spPr>
                <a:xfrm>
                  <a:off x="4597150" y="3491225"/>
                  <a:ext cx="371125" cy="345275"/>
                </a:xfrm>
                <a:custGeom>
                  <a:rect b="b" l="l" r="r" t="t"/>
                  <a:pathLst>
                    <a:path extrusionOk="0" fill="none" h="13811" w="14845">
                      <a:moveTo>
                        <a:pt x="14844" y="0"/>
                      </a:moveTo>
                      <a:cubicBezTo>
                        <a:pt x="12343" y="3970"/>
                        <a:pt x="9207" y="4637"/>
                        <a:pt x="6505" y="6238"/>
                      </a:cubicBezTo>
                      <a:cubicBezTo>
                        <a:pt x="3836" y="7839"/>
                        <a:pt x="2202" y="10141"/>
                        <a:pt x="0" y="1381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2" name="Google Shape;192;p35"/>
            <p:cNvGrpSpPr/>
            <p:nvPr/>
          </p:nvGrpSpPr>
          <p:grpSpPr>
            <a:xfrm rot="-799645">
              <a:off x="7858348" y="201676"/>
              <a:ext cx="980454" cy="2193776"/>
              <a:chOff x="2721325" y="3835313"/>
              <a:chExt cx="520400" cy="1164400"/>
            </a:xfrm>
          </p:grpSpPr>
          <p:sp>
            <p:nvSpPr>
              <p:cNvPr id="193" name="Google Shape;193;p35"/>
              <p:cNvSpPr/>
              <p:nvPr/>
            </p:nvSpPr>
            <p:spPr>
              <a:xfrm>
                <a:off x="2873925" y="4089863"/>
                <a:ext cx="132625" cy="766400"/>
              </a:xfrm>
              <a:custGeom>
                <a:rect b="b" l="l" r="r" t="t"/>
                <a:pathLst>
                  <a:path extrusionOk="0" fill="none" h="30656" w="5305">
                    <a:moveTo>
                      <a:pt x="1" y="30656"/>
                    </a:moveTo>
                    <a:cubicBezTo>
                      <a:pt x="1101" y="26653"/>
                      <a:pt x="4170" y="24818"/>
                      <a:pt x="4537" y="21149"/>
                    </a:cubicBezTo>
                    <a:cubicBezTo>
                      <a:pt x="4938" y="17513"/>
                      <a:pt x="3803" y="14778"/>
                      <a:pt x="4537" y="11275"/>
                    </a:cubicBezTo>
                    <a:cubicBezTo>
                      <a:pt x="5304" y="7773"/>
                      <a:pt x="5171" y="3336"/>
                      <a:pt x="3870" y="0"/>
                    </a:cubicBezTo>
                  </a:path>
                </a:pathLst>
              </a:custGeom>
              <a:noFill/>
              <a:ln cap="flat" cmpd="sng" w="10850">
                <a:solidFill>
                  <a:schemeClr val="accent4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5"/>
              <p:cNvSpPr/>
              <p:nvPr/>
            </p:nvSpPr>
            <p:spPr>
              <a:xfrm>
                <a:off x="2867250" y="4025213"/>
                <a:ext cx="325275" cy="759000"/>
              </a:xfrm>
              <a:custGeom>
                <a:rect b="b" l="l" r="r" t="t"/>
                <a:pathLst>
                  <a:path extrusionOk="0" h="30360" w="13011">
                    <a:moveTo>
                      <a:pt x="5200" y="0"/>
                    </a:moveTo>
                    <a:cubicBezTo>
                      <a:pt x="4945" y="0"/>
                      <a:pt x="4669" y="58"/>
                      <a:pt x="4371" y="185"/>
                    </a:cubicBezTo>
                    <a:cubicBezTo>
                      <a:pt x="1235" y="1519"/>
                      <a:pt x="1669" y="2653"/>
                      <a:pt x="1669" y="2653"/>
                    </a:cubicBezTo>
                    <a:cubicBezTo>
                      <a:pt x="1" y="6589"/>
                      <a:pt x="5138" y="8124"/>
                      <a:pt x="5138" y="8124"/>
                    </a:cubicBezTo>
                    <a:cubicBezTo>
                      <a:pt x="4401" y="10751"/>
                      <a:pt x="4864" y="12301"/>
                      <a:pt x="6883" y="12301"/>
                    </a:cubicBezTo>
                    <a:cubicBezTo>
                      <a:pt x="6966" y="12301"/>
                      <a:pt x="7051" y="12299"/>
                      <a:pt x="7139" y="12293"/>
                    </a:cubicBezTo>
                    <a:lnTo>
                      <a:pt x="7139" y="12293"/>
                    </a:lnTo>
                    <a:cubicBezTo>
                      <a:pt x="5772" y="13928"/>
                      <a:pt x="5838" y="15362"/>
                      <a:pt x="7706" y="16563"/>
                    </a:cubicBezTo>
                    <a:cubicBezTo>
                      <a:pt x="6405" y="18498"/>
                      <a:pt x="6305" y="20199"/>
                      <a:pt x="8273" y="21567"/>
                    </a:cubicBezTo>
                    <a:cubicBezTo>
                      <a:pt x="7006" y="22801"/>
                      <a:pt x="7006" y="24035"/>
                      <a:pt x="7840" y="25236"/>
                    </a:cubicBezTo>
                    <a:cubicBezTo>
                      <a:pt x="6505" y="25870"/>
                      <a:pt x="5938" y="26737"/>
                      <a:pt x="6606" y="27971"/>
                    </a:cubicBezTo>
                    <a:cubicBezTo>
                      <a:pt x="6606" y="27971"/>
                      <a:pt x="4838" y="30039"/>
                      <a:pt x="6038" y="30306"/>
                    </a:cubicBezTo>
                    <a:cubicBezTo>
                      <a:pt x="6222" y="30343"/>
                      <a:pt x="6393" y="30359"/>
                      <a:pt x="6551" y="30359"/>
                    </a:cubicBezTo>
                    <a:cubicBezTo>
                      <a:pt x="8574" y="30359"/>
                      <a:pt x="8574" y="27604"/>
                      <a:pt x="8574" y="27604"/>
                    </a:cubicBezTo>
                    <a:cubicBezTo>
                      <a:pt x="10475" y="27604"/>
                      <a:pt x="10975" y="25736"/>
                      <a:pt x="9674" y="24269"/>
                    </a:cubicBezTo>
                    <a:cubicBezTo>
                      <a:pt x="11276" y="23735"/>
                      <a:pt x="12276" y="21000"/>
                      <a:pt x="10275" y="19765"/>
                    </a:cubicBezTo>
                    <a:cubicBezTo>
                      <a:pt x="12476" y="19365"/>
                      <a:pt x="13010" y="16463"/>
                      <a:pt x="11075" y="15329"/>
                    </a:cubicBezTo>
                    <a:cubicBezTo>
                      <a:pt x="12677" y="12894"/>
                      <a:pt x="12843" y="10792"/>
                      <a:pt x="9975" y="9358"/>
                    </a:cubicBezTo>
                    <a:cubicBezTo>
                      <a:pt x="10508" y="7056"/>
                      <a:pt x="10108" y="5489"/>
                      <a:pt x="8140" y="5188"/>
                    </a:cubicBezTo>
                    <a:cubicBezTo>
                      <a:pt x="8140" y="5188"/>
                      <a:pt x="7621" y="0"/>
                      <a:pt x="5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35"/>
              <p:cNvSpPr/>
              <p:nvPr/>
            </p:nvSpPr>
            <p:spPr>
              <a:xfrm>
                <a:off x="2817225" y="4097363"/>
                <a:ext cx="215175" cy="902350"/>
              </a:xfrm>
              <a:custGeom>
                <a:rect b="b" l="l" r="r" t="t"/>
                <a:pathLst>
                  <a:path extrusionOk="0" fill="none" h="36094" w="8607">
                    <a:moveTo>
                      <a:pt x="768" y="1"/>
                    </a:moveTo>
                    <a:cubicBezTo>
                      <a:pt x="1201" y="3770"/>
                      <a:pt x="4337" y="4704"/>
                      <a:pt x="6138" y="9441"/>
                    </a:cubicBezTo>
                    <a:cubicBezTo>
                      <a:pt x="7939" y="14178"/>
                      <a:pt x="8607" y="18714"/>
                      <a:pt x="6772" y="24318"/>
                    </a:cubicBezTo>
                    <a:cubicBezTo>
                      <a:pt x="4904" y="29922"/>
                      <a:pt x="5404" y="30156"/>
                      <a:pt x="4670" y="32090"/>
                    </a:cubicBezTo>
                    <a:cubicBezTo>
                      <a:pt x="3937" y="33992"/>
                      <a:pt x="2035" y="33758"/>
                      <a:pt x="0" y="36093"/>
                    </a:cubicBezTo>
                  </a:path>
                </a:pathLst>
              </a:custGeom>
              <a:noFill/>
              <a:ln cap="flat" cmpd="sng" w="10850">
                <a:solidFill>
                  <a:schemeClr val="accent4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5"/>
              <p:cNvSpPr/>
              <p:nvPr/>
            </p:nvSpPr>
            <p:spPr>
              <a:xfrm>
                <a:off x="2952325" y="3954763"/>
                <a:ext cx="289400" cy="1044950"/>
              </a:xfrm>
              <a:custGeom>
                <a:rect b="b" l="l" r="r" t="t"/>
                <a:pathLst>
                  <a:path extrusionOk="0" fill="none" h="41798" w="11576">
                    <a:moveTo>
                      <a:pt x="3870" y="1"/>
                    </a:moveTo>
                    <a:cubicBezTo>
                      <a:pt x="4737" y="3670"/>
                      <a:pt x="5971" y="7239"/>
                      <a:pt x="7939" y="9407"/>
                    </a:cubicBezTo>
                    <a:cubicBezTo>
                      <a:pt x="9907" y="11576"/>
                      <a:pt x="11575" y="17046"/>
                      <a:pt x="9774" y="22283"/>
                    </a:cubicBezTo>
                    <a:cubicBezTo>
                      <a:pt x="8006" y="27520"/>
                      <a:pt x="8073" y="28254"/>
                      <a:pt x="8006" y="30789"/>
                    </a:cubicBezTo>
                    <a:cubicBezTo>
                      <a:pt x="7939" y="33291"/>
                      <a:pt x="5471" y="34892"/>
                      <a:pt x="2902" y="37794"/>
                    </a:cubicBezTo>
                    <a:cubicBezTo>
                      <a:pt x="300" y="40696"/>
                      <a:pt x="0" y="41797"/>
                      <a:pt x="0" y="41797"/>
                    </a:cubicBezTo>
                  </a:path>
                </a:pathLst>
              </a:custGeom>
              <a:noFill/>
              <a:ln cap="flat" cmpd="sng" w="10850">
                <a:solidFill>
                  <a:schemeClr val="accent4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35"/>
              <p:cNvSpPr/>
              <p:nvPr/>
            </p:nvSpPr>
            <p:spPr>
              <a:xfrm>
                <a:off x="2963150" y="4042338"/>
                <a:ext cx="168500" cy="873975"/>
              </a:xfrm>
              <a:custGeom>
                <a:rect b="b" l="l" r="r" t="t"/>
                <a:pathLst>
                  <a:path extrusionOk="0" fill="none" h="34959" w="6740">
                    <a:moveTo>
                      <a:pt x="1402" y="0"/>
                    </a:moveTo>
                    <a:cubicBezTo>
                      <a:pt x="1402" y="4070"/>
                      <a:pt x="3270" y="5838"/>
                      <a:pt x="4838" y="9474"/>
                    </a:cubicBezTo>
                    <a:cubicBezTo>
                      <a:pt x="6405" y="13110"/>
                      <a:pt x="4804" y="15044"/>
                      <a:pt x="5105" y="18146"/>
                    </a:cubicBezTo>
                    <a:cubicBezTo>
                      <a:pt x="5405" y="21282"/>
                      <a:pt x="6739" y="25218"/>
                      <a:pt x="4838" y="29121"/>
                    </a:cubicBezTo>
                    <a:cubicBezTo>
                      <a:pt x="3737" y="31456"/>
                      <a:pt x="2069" y="33457"/>
                      <a:pt x="1" y="34958"/>
                    </a:cubicBezTo>
                  </a:path>
                </a:pathLst>
              </a:custGeom>
              <a:noFill/>
              <a:ln cap="flat" cmpd="sng" w="10850">
                <a:solidFill>
                  <a:schemeClr val="accent4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35"/>
              <p:cNvSpPr/>
              <p:nvPr/>
            </p:nvSpPr>
            <p:spPr>
              <a:xfrm>
                <a:off x="2721325" y="3835313"/>
                <a:ext cx="418650" cy="333825"/>
              </a:xfrm>
              <a:custGeom>
                <a:rect b="b" l="l" r="r" t="t"/>
                <a:pathLst>
                  <a:path extrusionOk="0" h="13353" w="16746">
                    <a:moveTo>
                      <a:pt x="8904" y="1"/>
                    </a:moveTo>
                    <a:cubicBezTo>
                      <a:pt x="6650" y="1"/>
                      <a:pt x="4335" y="907"/>
                      <a:pt x="2702" y="3044"/>
                    </a:cubicBezTo>
                    <a:cubicBezTo>
                      <a:pt x="0" y="6547"/>
                      <a:pt x="1301" y="12451"/>
                      <a:pt x="3036" y="13251"/>
                    </a:cubicBezTo>
                    <a:cubicBezTo>
                      <a:pt x="3174" y="13319"/>
                      <a:pt x="3411" y="13352"/>
                      <a:pt x="3723" y="13352"/>
                    </a:cubicBezTo>
                    <a:cubicBezTo>
                      <a:pt x="5894" y="13352"/>
                      <a:pt x="11744" y="11718"/>
                      <a:pt x="14077" y="8248"/>
                    </a:cubicBezTo>
                    <a:cubicBezTo>
                      <a:pt x="16746" y="4312"/>
                      <a:pt x="16145" y="2777"/>
                      <a:pt x="13043" y="1076"/>
                    </a:cubicBezTo>
                    <a:cubicBezTo>
                      <a:pt x="11829" y="390"/>
                      <a:pt x="10379" y="1"/>
                      <a:pt x="89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9" name="Google Shape;199;p35"/>
          <p:cNvSpPr txBox="1"/>
          <p:nvPr>
            <p:ph type="title"/>
          </p:nvPr>
        </p:nvSpPr>
        <p:spPr>
          <a:xfrm>
            <a:off x="4019200" y="1416238"/>
            <a:ext cx="40548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0" name="Google Shape;200;p35"/>
          <p:cNvSpPr txBox="1"/>
          <p:nvPr>
            <p:ph idx="1" type="subTitle"/>
          </p:nvPr>
        </p:nvSpPr>
        <p:spPr>
          <a:xfrm>
            <a:off x="4019200" y="2834763"/>
            <a:ext cx="40548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7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713225" y="1731707"/>
            <a:ext cx="5101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3" name="Google Shape;203;p36"/>
          <p:cNvSpPr txBox="1"/>
          <p:nvPr>
            <p:ph idx="2" type="title"/>
          </p:nvPr>
        </p:nvSpPr>
        <p:spPr>
          <a:xfrm>
            <a:off x="713225" y="771407"/>
            <a:ext cx="1269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04" name="Google Shape;204;p36"/>
          <p:cNvSpPr txBox="1"/>
          <p:nvPr>
            <p:ph idx="1" type="subTitle"/>
          </p:nvPr>
        </p:nvSpPr>
        <p:spPr>
          <a:xfrm>
            <a:off x="713225" y="2573507"/>
            <a:ext cx="5101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37"/>
          <p:cNvGrpSpPr/>
          <p:nvPr/>
        </p:nvGrpSpPr>
        <p:grpSpPr>
          <a:xfrm>
            <a:off x="-3525" y="539666"/>
            <a:ext cx="9158100" cy="4645469"/>
            <a:chOff x="-3525" y="539666"/>
            <a:chExt cx="9158100" cy="4645469"/>
          </a:xfrm>
        </p:grpSpPr>
        <p:grpSp>
          <p:nvGrpSpPr>
            <p:cNvPr id="207" name="Google Shape;207;p37"/>
            <p:cNvGrpSpPr/>
            <p:nvPr/>
          </p:nvGrpSpPr>
          <p:grpSpPr>
            <a:xfrm>
              <a:off x="-3525" y="539666"/>
              <a:ext cx="9158100" cy="4645469"/>
              <a:chOff x="-3525" y="539666"/>
              <a:chExt cx="9158100" cy="4645469"/>
            </a:xfrm>
          </p:grpSpPr>
          <p:grpSp>
            <p:nvGrpSpPr>
              <p:cNvPr id="208" name="Google Shape;208;p37"/>
              <p:cNvGrpSpPr/>
              <p:nvPr/>
            </p:nvGrpSpPr>
            <p:grpSpPr>
              <a:xfrm>
                <a:off x="-3525" y="539666"/>
                <a:ext cx="9158100" cy="4645469"/>
                <a:chOff x="-3525" y="539666"/>
                <a:chExt cx="9158100" cy="4645469"/>
              </a:xfrm>
            </p:grpSpPr>
            <p:grpSp>
              <p:nvGrpSpPr>
                <p:cNvPr id="209" name="Google Shape;209;p37"/>
                <p:cNvGrpSpPr/>
                <p:nvPr/>
              </p:nvGrpSpPr>
              <p:grpSpPr>
                <a:xfrm>
                  <a:off x="-3525" y="539666"/>
                  <a:ext cx="9158100" cy="4645469"/>
                  <a:chOff x="-3525" y="539666"/>
                  <a:chExt cx="9158100" cy="4645469"/>
                </a:xfrm>
              </p:grpSpPr>
              <p:grpSp>
                <p:nvGrpSpPr>
                  <p:cNvPr id="210" name="Google Shape;210;p37"/>
                  <p:cNvGrpSpPr/>
                  <p:nvPr/>
                </p:nvGrpSpPr>
                <p:grpSpPr>
                  <a:xfrm>
                    <a:off x="-3525" y="539666"/>
                    <a:ext cx="9158100" cy="4604318"/>
                    <a:chOff x="-3525" y="3151625"/>
                    <a:chExt cx="9158100" cy="1992004"/>
                  </a:xfrm>
                </p:grpSpPr>
                <p:cxnSp>
                  <p:nvCxnSpPr>
                    <p:cNvPr id="211" name="Google Shape;211;p37"/>
                    <p:cNvCxnSpPr/>
                    <p:nvPr/>
                  </p:nvCxnSpPr>
                  <p:spPr>
                    <a:xfrm>
                      <a:off x="-3525" y="3151625"/>
                      <a:ext cx="91581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12" name="Google Shape;212;p37"/>
                    <p:cNvSpPr/>
                    <p:nvPr/>
                  </p:nvSpPr>
                  <p:spPr>
                    <a:xfrm>
                      <a:off x="0" y="3151629"/>
                      <a:ext cx="9144000" cy="19920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13" name="Google Shape;213;p37"/>
                  <p:cNvSpPr/>
                  <p:nvPr/>
                </p:nvSpPr>
                <p:spPr>
                  <a:xfrm rot="694837">
                    <a:off x="8696127" y="2988733"/>
                    <a:ext cx="336245" cy="142675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" name="Google Shape;214;p37"/>
                  <p:cNvSpPr/>
                  <p:nvPr/>
                </p:nvSpPr>
                <p:spPr>
                  <a:xfrm flipH="1" rot="-399723">
                    <a:off x="8437901" y="3446252"/>
                    <a:ext cx="336170" cy="142856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" name="Google Shape;215;p37"/>
                  <p:cNvSpPr/>
                  <p:nvPr/>
                </p:nvSpPr>
                <p:spPr>
                  <a:xfrm flipH="1" rot="1510072">
                    <a:off x="8306970" y="4427302"/>
                    <a:ext cx="247606" cy="10481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16" name="Google Shape;216;p37"/>
                  <p:cNvGrpSpPr/>
                  <p:nvPr/>
                </p:nvGrpSpPr>
                <p:grpSpPr>
                  <a:xfrm>
                    <a:off x="7403112" y="4285732"/>
                    <a:ext cx="1741209" cy="899403"/>
                    <a:chOff x="7403112" y="4285732"/>
                    <a:chExt cx="1741209" cy="899403"/>
                  </a:xfrm>
                </p:grpSpPr>
                <p:sp>
                  <p:nvSpPr>
                    <p:cNvPr id="217" name="Google Shape;217;p37"/>
                    <p:cNvSpPr/>
                    <p:nvPr/>
                  </p:nvSpPr>
                  <p:spPr>
                    <a:xfrm>
                      <a:off x="8001400" y="4285732"/>
                      <a:ext cx="1142921" cy="867228"/>
                    </a:xfrm>
                    <a:custGeom>
                      <a:rect b="b" l="l" r="r" t="t"/>
                      <a:pathLst>
                        <a:path extrusionOk="0" h="30931" w="40764">
                          <a:moveTo>
                            <a:pt x="37643" y="1"/>
                          </a:moveTo>
                          <a:cubicBezTo>
                            <a:pt x="36339" y="1"/>
                            <a:pt x="34901" y="1033"/>
                            <a:pt x="34392" y="2844"/>
                          </a:cubicBezTo>
                          <a:cubicBezTo>
                            <a:pt x="33458" y="6080"/>
                            <a:pt x="36427" y="9048"/>
                            <a:pt x="37795" y="11550"/>
                          </a:cubicBezTo>
                          <a:cubicBezTo>
                            <a:pt x="38740" y="13256"/>
                            <a:pt x="37486" y="14803"/>
                            <a:pt x="36137" y="14803"/>
                          </a:cubicBezTo>
                          <a:cubicBezTo>
                            <a:pt x="35534" y="14803"/>
                            <a:pt x="34912" y="14494"/>
                            <a:pt x="34459" y="13752"/>
                          </a:cubicBezTo>
                          <a:cubicBezTo>
                            <a:pt x="32991" y="11350"/>
                            <a:pt x="34359" y="9148"/>
                            <a:pt x="33425" y="7847"/>
                          </a:cubicBezTo>
                          <a:cubicBezTo>
                            <a:pt x="33198" y="7520"/>
                            <a:pt x="32945" y="7363"/>
                            <a:pt x="32687" y="7363"/>
                          </a:cubicBezTo>
                          <a:cubicBezTo>
                            <a:pt x="31921" y="7363"/>
                            <a:pt x="31105" y="8738"/>
                            <a:pt x="30756" y="11083"/>
                          </a:cubicBezTo>
                          <a:cubicBezTo>
                            <a:pt x="30289" y="14219"/>
                            <a:pt x="32324" y="14619"/>
                            <a:pt x="33992" y="17254"/>
                          </a:cubicBezTo>
                          <a:cubicBezTo>
                            <a:pt x="35660" y="19923"/>
                            <a:pt x="36394" y="24259"/>
                            <a:pt x="33992" y="25193"/>
                          </a:cubicBezTo>
                          <a:cubicBezTo>
                            <a:pt x="33553" y="25364"/>
                            <a:pt x="33191" y="25444"/>
                            <a:pt x="32892" y="25444"/>
                          </a:cubicBezTo>
                          <a:cubicBezTo>
                            <a:pt x="31557" y="25444"/>
                            <a:pt x="31490" y="23835"/>
                            <a:pt x="31490" y="21491"/>
                          </a:cubicBezTo>
                          <a:cubicBezTo>
                            <a:pt x="31490" y="20222"/>
                            <a:pt x="30786" y="19625"/>
                            <a:pt x="30023" y="19625"/>
                          </a:cubicBezTo>
                          <a:cubicBezTo>
                            <a:pt x="29061" y="19625"/>
                            <a:pt x="28005" y="20575"/>
                            <a:pt x="28154" y="22325"/>
                          </a:cubicBezTo>
                          <a:cubicBezTo>
                            <a:pt x="28421" y="25460"/>
                            <a:pt x="28788" y="27395"/>
                            <a:pt x="25653" y="27795"/>
                          </a:cubicBezTo>
                          <a:cubicBezTo>
                            <a:pt x="25516" y="27811"/>
                            <a:pt x="25387" y="27819"/>
                            <a:pt x="25267" y="27819"/>
                          </a:cubicBezTo>
                          <a:cubicBezTo>
                            <a:pt x="22622" y="27819"/>
                            <a:pt x="23775" y="24091"/>
                            <a:pt x="25019" y="21858"/>
                          </a:cubicBezTo>
                          <a:cubicBezTo>
                            <a:pt x="26286" y="19556"/>
                            <a:pt x="29455" y="19022"/>
                            <a:pt x="29822" y="16620"/>
                          </a:cubicBezTo>
                          <a:cubicBezTo>
                            <a:pt x="30189" y="14252"/>
                            <a:pt x="28688" y="14386"/>
                            <a:pt x="28755" y="11817"/>
                          </a:cubicBezTo>
                          <a:cubicBezTo>
                            <a:pt x="28788" y="9282"/>
                            <a:pt x="30256" y="7481"/>
                            <a:pt x="30189" y="4679"/>
                          </a:cubicBezTo>
                          <a:cubicBezTo>
                            <a:pt x="30152" y="3123"/>
                            <a:pt x="29029" y="2336"/>
                            <a:pt x="27786" y="2336"/>
                          </a:cubicBezTo>
                          <a:cubicBezTo>
                            <a:pt x="26818" y="2336"/>
                            <a:pt x="25776" y="2814"/>
                            <a:pt x="25119" y="3778"/>
                          </a:cubicBezTo>
                          <a:cubicBezTo>
                            <a:pt x="23584" y="5979"/>
                            <a:pt x="25286" y="8014"/>
                            <a:pt x="26453" y="12918"/>
                          </a:cubicBezTo>
                          <a:cubicBezTo>
                            <a:pt x="27039" y="15379"/>
                            <a:pt x="26112" y="16437"/>
                            <a:pt x="25056" y="16437"/>
                          </a:cubicBezTo>
                          <a:cubicBezTo>
                            <a:pt x="24009" y="16437"/>
                            <a:pt x="22834" y="15396"/>
                            <a:pt x="22884" y="13652"/>
                          </a:cubicBezTo>
                          <a:cubicBezTo>
                            <a:pt x="22958" y="11056"/>
                            <a:pt x="22867" y="9119"/>
                            <a:pt x="21810" y="9119"/>
                          </a:cubicBezTo>
                          <a:cubicBezTo>
                            <a:pt x="21441" y="9119"/>
                            <a:pt x="20954" y="9356"/>
                            <a:pt x="20315" y="9882"/>
                          </a:cubicBezTo>
                          <a:cubicBezTo>
                            <a:pt x="17814" y="11884"/>
                            <a:pt x="20382" y="16153"/>
                            <a:pt x="22250" y="19823"/>
                          </a:cubicBezTo>
                          <a:cubicBezTo>
                            <a:pt x="23494" y="22311"/>
                            <a:pt x="22714" y="23649"/>
                            <a:pt x="21822" y="23649"/>
                          </a:cubicBezTo>
                          <a:cubicBezTo>
                            <a:pt x="21399" y="23649"/>
                            <a:pt x="20951" y="23348"/>
                            <a:pt x="20682" y="22725"/>
                          </a:cubicBezTo>
                          <a:cubicBezTo>
                            <a:pt x="20188" y="21558"/>
                            <a:pt x="19435" y="20825"/>
                            <a:pt x="18675" y="20825"/>
                          </a:cubicBezTo>
                          <a:cubicBezTo>
                            <a:pt x="18153" y="20825"/>
                            <a:pt x="17628" y="21170"/>
                            <a:pt x="17180" y="21958"/>
                          </a:cubicBezTo>
                          <a:cubicBezTo>
                            <a:pt x="16046" y="23926"/>
                            <a:pt x="17347" y="27428"/>
                            <a:pt x="15979" y="29229"/>
                          </a:cubicBezTo>
                          <a:cubicBezTo>
                            <a:pt x="15530" y="29821"/>
                            <a:pt x="15016" y="30107"/>
                            <a:pt x="14507" y="30107"/>
                          </a:cubicBezTo>
                          <a:cubicBezTo>
                            <a:pt x="13466" y="30107"/>
                            <a:pt x="12446" y="28912"/>
                            <a:pt x="12043" y="26694"/>
                          </a:cubicBezTo>
                          <a:cubicBezTo>
                            <a:pt x="11442" y="23359"/>
                            <a:pt x="13944" y="22792"/>
                            <a:pt x="15512" y="19823"/>
                          </a:cubicBezTo>
                          <a:cubicBezTo>
                            <a:pt x="16814" y="17358"/>
                            <a:pt x="15241" y="15744"/>
                            <a:pt x="13277" y="15744"/>
                          </a:cubicBezTo>
                          <a:cubicBezTo>
                            <a:pt x="12875" y="15744"/>
                            <a:pt x="12456" y="15812"/>
                            <a:pt x="12043" y="15953"/>
                          </a:cubicBezTo>
                          <a:cubicBezTo>
                            <a:pt x="9574" y="16787"/>
                            <a:pt x="11342" y="19956"/>
                            <a:pt x="10709" y="23659"/>
                          </a:cubicBezTo>
                          <a:cubicBezTo>
                            <a:pt x="10514" y="24747"/>
                            <a:pt x="10065" y="25184"/>
                            <a:pt x="9527" y="25184"/>
                          </a:cubicBezTo>
                          <a:cubicBezTo>
                            <a:pt x="8215" y="25184"/>
                            <a:pt x="6372" y="22594"/>
                            <a:pt x="6372" y="20490"/>
                          </a:cubicBezTo>
                          <a:cubicBezTo>
                            <a:pt x="6372" y="18504"/>
                            <a:pt x="5151" y="16412"/>
                            <a:pt x="3783" y="16412"/>
                          </a:cubicBezTo>
                          <a:cubicBezTo>
                            <a:pt x="3128" y="16412"/>
                            <a:pt x="2440" y="16890"/>
                            <a:pt x="1836" y="18088"/>
                          </a:cubicBezTo>
                          <a:cubicBezTo>
                            <a:pt x="1" y="21791"/>
                            <a:pt x="3403" y="24660"/>
                            <a:pt x="4704" y="26127"/>
                          </a:cubicBezTo>
                          <a:cubicBezTo>
                            <a:pt x="6005" y="27595"/>
                            <a:pt x="6472" y="29530"/>
                            <a:pt x="2770" y="30931"/>
                          </a:cubicBezTo>
                          <a:lnTo>
                            <a:pt x="40763" y="30330"/>
                          </a:lnTo>
                          <a:cubicBezTo>
                            <a:pt x="40763" y="30330"/>
                            <a:pt x="40763" y="4979"/>
                            <a:pt x="39929" y="1943"/>
                          </a:cubicBezTo>
                          <a:cubicBezTo>
                            <a:pt x="39567" y="610"/>
                            <a:pt x="38644" y="1"/>
                            <a:pt x="37643" y="1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18" name="Google Shape;218;p37"/>
                    <p:cNvGrpSpPr/>
                    <p:nvPr/>
                  </p:nvGrpSpPr>
                  <p:grpSpPr>
                    <a:xfrm rot="739684">
                      <a:off x="7445348" y="4564015"/>
                      <a:ext cx="1077430" cy="512003"/>
                      <a:chOff x="4925350" y="704275"/>
                      <a:chExt cx="1077475" cy="512025"/>
                    </a:xfrm>
                  </p:grpSpPr>
                  <p:sp>
                    <p:nvSpPr>
                      <p:cNvPr id="219" name="Google Shape;219;p37"/>
                      <p:cNvSpPr/>
                      <p:nvPr/>
                    </p:nvSpPr>
                    <p:spPr>
                      <a:xfrm>
                        <a:off x="4925350" y="743200"/>
                        <a:ext cx="670500" cy="172925"/>
                      </a:xfrm>
                      <a:custGeom>
                        <a:rect b="b" l="l" r="r" t="t"/>
                        <a:pathLst>
                          <a:path extrusionOk="0" h="6917" w="26820">
                            <a:moveTo>
                              <a:pt x="13408" y="0"/>
                            </a:moveTo>
                            <a:cubicBezTo>
                              <a:pt x="6185" y="0"/>
                              <a:pt x="1" y="4481"/>
                              <a:pt x="1" y="4481"/>
                            </a:cubicBezTo>
                            <a:cubicBezTo>
                              <a:pt x="904" y="4638"/>
                              <a:pt x="1765" y="4704"/>
                              <a:pt x="2589" y="4704"/>
                            </a:cubicBezTo>
                            <a:cubicBezTo>
                              <a:pt x="6608" y="4704"/>
                              <a:pt x="9749" y="3155"/>
                              <a:pt x="12638" y="3155"/>
                            </a:cubicBezTo>
                            <a:cubicBezTo>
                              <a:pt x="13686" y="3155"/>
                              <a:pt x="14701" y="3359"/>
                              <a:pt x="15712" y="3914"/>
                            </a:cubicBezTo>
                            <a:cubicBezTo>
                              <a:pt x="20082" y="6316"/>
                              <a:pt x="26820" y="6916"/>
                              <a:pt x="26820" y="6916"/>
                            </a:cubicBezTo>
                            <a:cubicBezTo>
                              <a:pt x="26820" y="6916"/>
                              <a:pt x="22383" y="579"/>
                              <a:pt x="14644" y="45"/>
                            </a:cubicBezTo>
                            <a:cubicBezTo>
                              <a:pt x="14229" y="14"/>
                              <a:pt x="13817" y="0"/>
                              <a:pt x="13408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20" name="Google Shape;220;p37"/>
                      <p:cNvSpPr/>
                      <p:nvPr/>
                    </p:nvSpPr>
                    <p:spPr>
                      <a:xfrm>
                        <a:off x="5240575" y="942350"/>
                        <a:ext cx="567925" cy="146325"/>
                      </a:xfrm>
                      <a:custGeom>
                        <a:rect b="b" l="l" r="r" t="t"/>
                        <a:pathLst>
                          <a:path extrusionOk="0" h="5853" w="22717">
                            <a:moveTo>
                              <a:pt x="17929" y="1"/>
                            </a:moveTo>
                            <a:cubicBezTo>
                              <a:pt x="15911" y="1"/>
                              <a:pt x="13527" y="302"/>
                              <a:pt x="11342" y="1352"/>
                            </a:cubicBezTo>
                            <a:cubicBezTo>
                              <a:pt x="5588" y="4132"/>
                              <a:pt x="1548" y="4364"/>
                              <a:pt x="361" y="4364"/>
                            </a:cubicBezTo>
                            <a:cubicBezTo>
                              <a:pt x="124" y="4364"/>
                              <a:pt x="1" y="4354"/>
                              <a:pt x="1" y="4354"/>
                            </a:cubicBezTo>
                            <a:lnTo>
                              <a:pt x="1" y="4354"/>
                            </a:lnTo>
                            <a:cubicBezTo>
                              <a:pt x="2237" y="5423"/>
                              <a:pt x="4500" y="5852"/>
                              <a:pt x="6647" y="5852"/>
                            </a:cubicBezTo>
                            <a:cubicBezTo>
                              <a:pt x="10265" y="5852"/>
                              <a:pt x="13551" y="4631"/>
                              <a:pt x="15812" y="3187"/>
                            </a:cubicBezTo>
                            <a:cubicBezTo>
                              <a:pt x="17880" y="1786"/>
                              <a:pt x="20248" y="918"/>
                              <a:pt x="22717" y="552"/>
                            </a:cubicBezTo>
                            <a:cubicBezTo>
                              <a:pt x="22717" y="552"/>
                              <a:pt x="20657" y="1"/>
                              <a:pt x="17929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21" name="Google Shape;221;p37"/>
                      <p:cNvSpPr/>
                      <p:nvPr/>
                    </p:nvSpPr>
                    <p:spPr>
                      <a:xfrm>
                        <a:off x="5482425" y="1051825"/>
                        <a:ext cx="492875" cy="164475"/>
                      </a:xfrm>
                      <a:custGeom>
                        <a:rect b="b" l="l" r="r" t="t"/>
                        <a:pathLst>
                          <a:path extrusionOk="0" h="6579" w="19715">
                            <a:moveTo>
                              <a:pt x="14944" y="0"/>
                            </a:moveTo>
                            <a:cubicBezTo>
                              <a:pt x="12982" y="0"/>
                              <a:pt x="10528" y="740"/>
                              <a:pt x="8540" y="2344"/>
                            </a:cubicBezTo>
                            <a:cubicBezTo>
                              <a:pt x="5471" y="4845"/>
                              <a:pt x="0" y="4879"/>
                              <a:pt x="0" y="4879"/>
                            </a:cubicBezTo>
                            <a:cubicBezTo>
                              <a:pt x="0" y="4879"/>
                              <a:pt x="2899" y="6579"/>
                              <a:pt x="6353" y="6579"/>
                            </a:cubicBezTo>
                            <a:cubicBezTo>
                              <a:pt x="7172" y="6579"/>
                              <a:pt x="8023" y="6483"/>
                              <a:pt x="8873" y="6246"/>
                            </a:cubicBezTo>
                            <a:cubicBezTo>
                              <a:pt x="12727" y="5166"/>
                              <a:pt x="14306" y="2323"/>
                              <a:pt x="17994" y="2323"/>
                            </a:cubicBezTo>
                            <a:cubicBezTo>
                              <a:pt x="18521" y="2323"/>
                              <a:pt x="19090" y="2381"/>
                              <a:pt x="19714" y="2510"/>
                            </a:cubicBezTo>
                            <a:cubicBezTo>
                              <a:pt x="19714" y="2510"/>
                              <a:pt x="19314" y="1877"/>
                              <a:pt x="17613" y="676"/>
                            </a:cubicBezTo>
                            <a:cubicBezTo>
                              <a:pt x="16990" y="233"/>
                              <a:pt x="16044" y="0"/>
                              <a:pt x="14944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22" name="Google Shape;222;p37"/>
                      <p:cNvSpPr/>
                      <p:nvPr/>
                    </p:nvSpPr>
                    <p:spPr>
                      <a:xfrm>
                        <a:off x="5657550" y="704275"/>
                        <a:ext cx="271875" cy="318600"/>
                      </a:xfrm>
                      <a:custGeom>
                        <a:rect b="b" l="l" r="r" t="t"/>
                        <a:pathLst>
                          <a:path extrusionOk="0" h="12744" w="10875">
                            <a:moveTo>
                              <a:pt x="0" y="1"/>
                            </a:moveTo>
                            <a:cubicBezTo>
                              <a:pt x="0" y="1"/>
                              <a:pt x="3503" y="1702"/>
                              <a:pt x="5104" y="4437"/>
                            </a:cubicBezTo>
                            <a:cubicBezTo>
                              <a:pt x="6705" y="7139"/>
                              <a:pt x="9941" y="12743"/>
                              <a:pt x="9941" y="12743"/>
                            </a:cubicBezTo>
                            <a:cubicBezTo>
                              <a:pt x="8273" y="8540"/>
                              <a:pt x="10875" y="7439"/>
                              <a:pt x="8840" y="3937"/>
                            </a:cubicBezTo>
                            <a:cubicBezTo>
                              <a:pt x="6805" y="434"/>
                              <a:pt x="1" y="1"/>
                              <a:pt x="0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23" name="Google Shape;223;p37"/>
                      <p:cNvSpPr/>
                      <p:nvPr/>
                    </p:nvSpPr>
                    <p:spPr>
                      <a:xfrm>
                        <a:off x="4925350" y="750975"/>
                        <a:ext cx="1077475" cy="422825"/>
                      </a:xfrm>
                      <a:custGeom>
                        <a:rect b="b" l="l" r="r" t="t"/>
                        <a:pathLst>
                          <a:path extrusionOk="0" fill="none" h="16913" w="43099">
                            <a:moveTo>
                              <a:pt x="43098" y="16913"/>
                            </a:moveTo>
                            <a:cubicBezTo>
                              <a:pt x="40963" y="11642"/>
                              <a:pt x="37027" y="7406"/>
                              <a:pt x="30356" y="7106"/>
                            </a:cubicBezTo>
                            <a:cubicBezTo>
                              <a:pt x="23718" y="6839"/>
                              <a:pt x="20549" y="3170"/>
                              <a:pt x="15145" y="1602"/>
                            </a:cubicBezTo>
                            <a:cubicBezTo>
                              <a:pt x="9741" y="1"/>
                              <a:pt x="1" y="4170"/>
                              <a:pt x="1" y="4170"/>
                            </a:cubicBezTo>
                          </a:path>
                        </a:pathLst>
                      </a:cu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miter lim="33357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24" name="Google Shape;224;p37"/>
                      <p:cNvSpPr/>
                      <p:nvPr/>
                    </p:nvSpPr>
                    <p:spPr>
                      <a:xfrm>
                        <a:off x="5240575" y="954450"/>
                        <a:ext cx="567925" cy="117625"/>
                      </a:xfrm>
                      <a:custGeom>
                        <a:rect b="b" l="l" r="r" t="t"/>
                        <a:pathLst>
                          <a:path extrusionOk="0" fill="none" h="4705" w="22717">
                            <a:moveTo>
                              <a:pt x="1" y="3870"/>
                            </a:moveTo>
                            <a:cubicBezTo>
                              <a:pt x="8774" y="4704"/>
                              <a:pt x="12343" y="2803"/>
                              <a:pt x="14978" y="1402"/>
                            </a:cubicBezTo>
                            <a:cubicBezTo>
                              <a:pt x="17613" y="1"/>
                              <a:pt x="22717" y="68"/>
                              <a:pt x="22717" y="68"/>
                            </a:cubicBezTo>
                          </a:path>
                        </a:pathLst>
                      </a:cu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miter lim="33357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25" name="Google Shape;225;p37"/>
                      <p:cNvSpPr/>
                      <p:nvPr/>
                    </p:nvSpPr>
                    <p:spPr>
                      <a:xfrm>
                        <a:off x="5656700" y="704275"/>
                        <a:ext cx="249375" cy="319425"/>
                      </a:xfrm>
                      <a:custGeom>
                        <a:rect b="b" l="l" r="r" t="t"/>
                        <a:pathLst>
                          <a:path extrusionOk="0" fill="none" h="12777" w="9975">
                            <a:moveTo>
                              <a:pt x="1" y="1"/>
                            </a:moveTo>
                            <a:cubicBezTo>
                              <a:pt x="4037" y="768"/>
                              <a:pt x="7573" y="3470"/>
                              <a:pt x="8107" y="5972"/>
                            </a:cubicBezTo>
                            <a:cubicBezTo>
                              <a:pt x="8607" y="8240"/>
                              <a:pt x="9241" y="10542"/>
                              <a:pt x="9975" y="12776"/>
                            </a:cubicBezTo>
                          </a:path>
                        </a:pathLst>
                      </a:cu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miter lim="33357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26" name="Google Shape;226;p37"/>
                      <p:cNvSpPr/>
                      <p:nvPr/>
                    </p:nvSpPr>
                    <p:spPr>
                      <a:xfrm>
                        <a:off x="5481575" y="1069550"/>
                        <a:ext cx="492875" cy="134275"/>
                      </a:xfrm>
                      <a:custGeom>
                        <a:rect b="b" l="l" r="r" t="t"/>
                        <a:pathLst>
                          <a:path extrusionOk="0" fill="none" h="5371" w="19715">
                            <a:moveTo>
                              <a:pt x="1" y="4170"/>
                            </a:moveTo>
                            <a:cubicBezTo>
                              <a:pt x="5138" y="5371"/>
                              <a:pt x="8974" y="3636"/>
                              <a:pt x="12143" y="1801"/>
                            </a:cubicBezTo>
                            <a:cubicBezTo>
                              <a:pt x="15312" y="0"/>
                              <a:pt x="19715" y="1801"/>
                              <a:pt x="19715" y="1801"/>
                            </a:cubicBezTo>
                          </a:path>
                        </a:pathLst>
                      </a:cu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miter lim="33357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27" name="Google Shape;227;p37"/>
                <p:cNvGrpSpPr/>
                <p:nvPr/>
              </p:nvGrpSpPr>
              <p:grpSpPr>
                <a:xfrm flipH="1">
                  <a:off x="7946884" y="764962"/>
                  <a:ext cx="967802" cy="1502136"/>
                  <a:chOff x="4191425" y="5591575"/>
                  <a:chExt cx="761150" cy="1181575"/>
                </a:xfrm>
              </p:grpSpPr>
              <p:sp>
                <p:nvSpPr>
                  <p:cNvPr id="228" name="Google Shape;228;p37"/>
                  <p:cNvSpPr/>
                  <p:nvPr/>
                </p:nvSpPr>
                <p:spPr>
                  <a:xfrm>
                    <a:off x="4314000" y="5827450"/>
                    <a:ext cx="263550" cy="778075"/>
                  </a:xfrm>
                  <a:custGeom>
                    <a:rect b="b" l="l" r="r" t="t"/>
                    <a:pathLst>
                      <a:path extrusionOk="0" fill="none" h="31123" w="10542">
                        <a:moveTo>
                          <a:pt x="5538" y="31123"/>
                        </a:moveTo>
                        <a:cubicBezTo>
                          <a:pt x="4537" y="26953"/>
                          <a:pt x="1001" y="28821"/>
                          <a:pt x="1201" y="23350"/>
                        </a:cubicBezTo>
                        <a:cubicBezTo>
                          <a:pt x="1368" y="17846"/>
                          <a:pt x="3503" y="16812"/>
                          <a:pt x="2769" y="13076"/>
                        </a:cubicBezTo>
                        <a:cubicBezTo>
                          <a:pt x="2002" y="9307"/>
                          <a:pt x="1" y="8907"/>
                          <a:pt x="1668" y="5204"/>
                        </a:cubicBezTo>
                        <a:cubicBezTo>
                          <a:pt x="3336" y="1535"/>
                          <a:pt x="10541" y="0"/>
                          <a:pt x="10541" y="0"/>
                        </a:cubicBezTo>
                      </a:path>
                    </a:pathLst>
                  </a:custGeom>
                  <a:noFill/>
                  <a:ln cap="flat" cmpd="sng" w="10850">
                    <a:solidFill>
                      <a:schemeClr val="accent4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" name="Google Shape;229;p37"/>
                  <p:cNvSpPr/>
                  <p:nvPr/>
                </p:nvSpPr>
                <p:spPr>
                  <a:xfrm>
                    <a:off x="4329000" y="5809050"/>
                    <a:ext cx="312750" cy="522200"/>
                  </a:xfrm>
                  <a:custGeom>
                    <a:rect b="b" l="l" r="r" t="t"/>
                    <a:pathLst>
                      <a:path extrusionOk="0" h="20888" w="12510">
                        <a:moveTo>
                          <a:pt x="8338" y="0"/>
                        </a:moveTo>
                        <a:cubicBezTo>
                          <a:pt x="7919" y="0"/>
                          <a:pt x="7640" y="136"/>
                          <a:pt x="7640" y="136"/>
                        </a:cubicBezTo>
                        <a:cubicBezTo>
                          <a:pt x="3770" y="636"/>
                          <a:pt x="4137" y="5973"/>
                          <a:pt x="4137" y="5973"/>
                        </a:cubicBezTo>
                        <a:cubicBezTo>
                          <a:pt x="4137" y="5973"/>
                          <a:pt x="1102" y="6474"/>
                          <a:pt x="668" y="8876"/>
                        </a:cubicBezTo>
                        <a:cubicBezTo>
                          <a:pt x="401" y="10210"/>
                          <a:pt x="1068" y="11577"/>
                          <a:pt x="2336" y="12145"/>
                        </a:cubicBezTo>
                        <a:cubicBezTo>
                          <a:pt x="335" y="12645"/>
                          <a:pt x="101" y="14713"/>
                          <a:pt x="1535" y="14880"/>
                        </a:cubicBezTo>
                        <a:cubicBezTo>
                          <a:pt x="568" y="16147"/>
                          <a:pt x="368" y="16881"/>
                          <a:pt x="1736" y="17682"/>
                        </a:cubicBezTo>
                        <a:cubicBezTo>
                          <a:pt x="101" y="18549"/>
                          <a:pt x="1" y="20817"/>
                          <a:pt x="1402" y="20884"/>
                        </a:cubicBezTo>
                        <a:cubicBezTo>
                          <a:pt x="1450" y="20887"/>
                          <a:pt x="1496" y="20888"/>
                          <a:pt x="1542" y="20888"/>
                        </a:cubicBezTo>
                        <a:cubicBezTo>
                          <a:pt x="3376" y="20888"/>
                          <a:pt x="3482" y="18956"/>
                          <a:pt x="2603" y="17882"/>
                        </a:cubicBezTo>
                        <a:cubicBezTo>
                          <a:pt x="3870" y="17215"/>
                          <a:pt x="4404" y="16348"/>
                          <a:pt x="3704" y="15047"/>
                        </a:cubicBezTo>
                        <a:cubicBezTo>
                          <a:pt x="4938" y="14146"/>
                          <a:pt x="5005" y="13145"/>
                          <a:pt x="3870" y="12011"/>
                        </a:cubicBezTo>
                        <a:cubicBezTo>
                          <a:pt x="6506" y="11577"/>
                          <a:pt x="7873" y="10343"/>
                          <a:pt x="6973" y="7641"/>
                        </a:cubicBezTo>
                        <a:cubicBezTo>
                          <a:pt x="6973" y="7641"/>
                          <a:pt x="12510" y="7174"/>
                          <a:pt x="11209" y="3105"/>
                        </a:cubicBezTo>
                        <a:cubicBezTo>
                          <a:pt x="10365" y="464"/>
                          <a:pt x="9113" y="0"/>
                          <a:pt x="833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" name="Google Shape;230;p37"/>
                  <p:cNvSpPr/>
                  <p:nvPr/>
                </p:nvSpPr>
                <p:spPr>
                  <a:xfrm>
                    <a:off x="4299000" y="5822450"/>
                    <a:ext cx="432825" cy="950700"/>
                  </a:xfrm>
                  <a:custGeom>
                    <a:rect b="b" l="l" r="r" t="t"/>
                    <a:pathLst>
                      <a:path extrusionOk="0" fill="none" h="38028" w="17313">
                        <a:moveTo>
                          <a:pt x="3769" y="38027"/>
                        </a:moveTo>
                        <a:cubicBezTo>
                          <a:pt x="6538" y="35426"/>
                          <a:pt x="5204" y="32557"/>
                          <a:pt x="3769" y="28787"/>
                        </a:cubicBezTo>
                        <a:cubicBezTo>
                          <a:pt x="2368" y="25018"/>
                          <a:pt x="5070" y="21816"/>
                          <a:pt x="6538" y="19748"/>
                        </a:cubicBezTo>
                        <a:cubicBezTo>
                          <a:pt x="8039" y="17646"/>
                          <a:pt x="7105" y="14310"/>
                          <a:pt x="8339" y="11075"/>
                        </a:cubicBezTo>
                        <a:cubicBezTo>
                          <a:pt x="9574" y="7873"/>
                          <a:pt x="17312" y="4237"/>
                          <a:pt x="17312" y="4237"/>
                        </a:cubicBezTo>
                        <a:lnTo>
                          <a:pt x="13810" y="0"/>
                        </a:lnTo>
                        <a:cubicBezTo>
                          <a:pt x="13810" y="0"/>
                          <a:pt x="6805" y="2802"/>
                          <a:pt x="5004" y="8239"/>
                        </a:cubicBezTo>
                        <a:cubicBezTo>
                          <a:pt x="3236" y="13643"/>
                          <a:pt x="5004" y="17646"/>
                          <a:pt x="2502" y="22149"/>
                        </a:cubicBezTo>
                        <a:cubicBezTo>
                          <a:pt x="0" y="26619"/>
                          <a:pt x="200" y="28154"/>
                          <a:pt x="1268" y="30889"/>
                        </a:cubicBezTo>
                      </a:path>
                    </a:pathLst>
                  </a:custGeom>
                  <a:noFill/>
                  <a:ln cap="flat" cmpd="sng" w="10850">
                    <a:solidFill>
                      <a:schemeClr val="accent4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" name="Google Shape;231;p37"/>
                  <p:cNvSpPr/>
                  <p:nvPr/>
                </p:nvSpPr>
                <p:spPr>
                  <a:xfrm>
                    <a:off x="4191425" y="5771575"/>
                    <a:ext cx="341100" cy="916500"/>
                  </a:xfrm>
                  <a:custGeom>
                    <a:rect b="b" l="l" r="r" t="t"/>
                    <a:pathLst>
                      <a:path extrusionOk="0" fill="none" h="36660" w="13644">
                        <a:moveTo>
                          <a:pt x="1768" y="36660"/>
                        </a:moveTo>
                        <a:cubicBezTo>
                          <a:pt x="2969" y="34258"/>
                          <a:pt x="0" y="30089"/>
                          <a:pt x="1768" y="26253"/>
                        </a:cubicBezTo>
                        <a:cubicBezTo>
                          <a:pt x="3536" y="22416"/>
                          <a:pt x="5304" y="21149"/>
                          <a:pt x="4270" y="17813"/>
                        </a:cubicBezTo>
                        <a:cubicBezTo>
                          <a:pt x="3202" y="14477"/>
                          <a:pt x="500" y="11842"/>
                          <a:pt x="3269" y="7773"/>
                        </a:cubicBezTo>
                        <a:cubicBezTo>
                          <a:pt x="6038" y="3703"/>
                          <a:pt x="11041" y="100"/>
                          <a:pt x="13643" y="0"/>
                        </a:cubicBezTo>
                      </a:path>
                    </a:pathLst>
                  </a:custGeom>
                  <a:noFill/>
                  <a:ln cap="flat" cmpd="sng" w="10850">
                    <a:solidFill>
                      <a:schemeClr val="accent4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" name="Google Shape;232;p37"/>
                  <p:cNvSpPr/>
                  <p:nvPr/>
                </p:nvSpPr>
                <p:spPr>
                  <a:xfrm>
                    <a:off x="4406575" y="5591575"/>
                    <a:ext cx="546000" cy="364150"/>
                  </a:xfrm>
                  <a:custGeom>
                    <a:rect b="b" l="l" r="r" t="t"/>
                    <a:pathLst>
                      <a:path extrusionOk="0" h="14566" w="21840">
                        <a:moveTo>
                          <a:pt x="12052" y="1"/>
                        </a:moveTo>
                        <a:cubicBezTo>
                          <a:pt x="10985" y="1"/>
                          <a:pt x="9861" y="116"/>
                          <a:pt x="8706" y="362"/>
                        </a:cubicBezTo>
                        <a:cubicBezTo>
                          <a:pt x="1401" y="1897"/>
                          <a:pt x="1068" y="2564"/>
                          <a:pt x="667" y="4031"/>
                        </a:cubicBezTo>
                        <a:cubicBezTo>
                          <a:pt x="0" y="6300"/>
                          <a:pt x="4603" y="13105"/>
                          <a:pt x="10141" y="14339"/>
                        </a:cubicBezTo>
                        <a:cubicBezTo>
                          <a:pt x="10851" y="14493"/>
                          <a:pt x="11513" y="14566"/>
                          <a:pt x="12130" y="14566"/>
                        </a:cubicBezTo>
                        <a:cubicBezTo>
                          <a:pt x="16319" y="14566"/>
                          <a:pt x="18466" y="11209"/>
                          <a:pt x="20181" y="7167"/>
                        </a:cubicBezTo>
                        <a:cubicBezTo>
                          <a:pt x="21840" y="3288"/>
                          <a:pt x="17766" y="1"/>
                          <a:pt x="1205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33" name="Google Shape;233;p37"/>
                <p:cNvGrpSpPr/>
                <p:nvPr/>
              </p:nvGrpSpPr>
              <p:grpSpPr>
                <a:xfrm>
                  <a:off x="4673750" y="4608563"/>
                  <a:ext cx="483950" cy="295550"/>
                  <a:chOff x="-1677100" y="665488"/>
                  <a:chExt cx="483950" cy="295550"/>
                </a:xfrm>
              </p:grpSpPr>
              <p:sp>
                <p:nvSpPr>
                  <p:cNvPr id="234" name="Google Shape;234;p37"/>
                  <p:cNvSpPr/>
                  <p:nvPr/>
                </p:nvSpPr>
                <p:spPr>
                  <a:xfrm>
                    <a:off x="-1619325" y="675488"/>
                    <a:ext cx="268550" cy="261600"/>
                  </a:xfrm>
                  <a:custGeom>
                    <a:rect b="b" l="l" r="r" t="t"/>
                    <a:pathLst>
                      <a:path extrusionOk="0" h="10464" w="10742">
                        <a:moveTo>
                          <a:pt x="8264" y="1"/>
                        </a:moveTo>
                        <a:cubicBezTo>
                          <a:pt x="7319" y="1"/>
                          <a:pt x="3441" y="26"/>
                          <a:pt x="1836" y="435"/>
                        </a:cubicBezTo>
                        <a:cubicBezTo>
                          <a:pt x="1" y="902"/>
                          <a:pt x="1469" y="1802"/>
                          <a:pt x="6772" y="2570"/>
                        </a:cubicBezTo>
                        <a:lnTo>
                          <a:pt x="7840" y="5405"/>
                        </a:lnTo>
                        <a:cubicBezTo>
                          <a:pt x="7840" y="5405"/>
                          <a:pt x="4871" y="10108"/>
                          <a:pt x="5905" y="10442"/>
                        </a:cubicBezTo>
                        <a:cubicBezTo>
                          <a:pt x="5947" y="10457"/>
                          <a:pt x="5993" y="10464"/>
                          <a:pt x="6043" y="10464"/>
                        </a:cubicBezTo>
                        <a:cubicBezTo>
                          <a:pt x="7239" y="10464"/>
                          <a:pt x="10742" y="6439"/>
                          <a:pt x="10742" y="6439"/>
                        </a:cubicBezTo>
                        <a:lnTo>
                          <a:pt x="8474" y="1"/>
                        </a:lnTo>
                        <a:cubicBezTo>
                          <a:pt x="8474" y="1"/>
                          <a:pt x="8399" y="1"/>
                          <a:pt x="826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" name="Google Shape;235;p37"/>
                  <p:cNvSpPr/>
                  <p:nvPr/>
                </p:nvSpPr>
                <p:spPr>
                  <a:xfrm>
                    <a:off x="-1677100" y="820688"/>
                    <a:ext cx="98675" cy="53325"/>
                  </a:xfrm>
                  <a:custGeom>
                    <a:rect b="b" l="l" r="r" t="t"/>
                    <a:pathLst>
                      <a:path extrusionOk="0" h="2133" w="3947">
                        <a:moveTo>
                          <a:pt x="682" y="1"/>
                        </a:moveTo>
                        <a:cubicBezTo>
                          <a:pt x="273" y="1"/>
                          <a:pt x="0" y="92"/>
                          <a:pt x="10" y="231"/>
                        </a:cubicBezTo>
                        <a:cubicBezTo>
                          <a:pt x="77" y="731"/>
                          <a:pt x="3946" y="2132"/>
                          <a:pt x="3946" y="2132"/>
                        </a:cubicBezTo>
                        <a:cubicBezTo>
                          <a:pt x="3384" y="514"/>
                          <a:pt x="1650" y="1"/>
                          <a:pt x="68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" name="Google Shape;236;p37"/>
                  <p:cNvSpPr/>
                  <p:nvPr/>
                </p:nvSpPr>
                <p:spPr>
                  <a:xfrm>
                    <a:off x="-1643500" y="873988"/>
                    <a:ext cx="72575" cy="87050"/>
                  </a:xfrm>
                  <a:custGeom>
                    <a:rect b="b" l="l" r="r" t="t"/>
                    <a:pathLst>
                      <a:path extrusionOk="0" h="3482" w="2903">
                        <a:moveTo>
                          <a:pt x="2602" y="0"/>
                        </a:moveTo>
                        <a:cubicBezTo>
                          <a:pt x="2602" y="0"/>
                          <a:pt x="1" y="3102"/>
                          <a:pt x="267" y="3436"/>
                        </a:cubicBezTo>
                        <a:cubicBezTo>
                          <a:pt x="291" y="3466"/>
                          <a:pt x="337" y="3481"/>
                          <a:pt x="400" y="3481"/>
                        </a:cubicBezTo>
                        <a:cubicBezTo>
                          <a:pt x="963" y="3481"/>
                          <a:pt x="2902" y="2280"/>
                          <a:pt x="2602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" name="Google Shape;237;p37"/>
                  <p:cNvSpPr/>
                  <p:nvPr/>
                </p:nvSpPr>
                <p:spPr>
                  <a:xfrm>
                    <a:off x="-1607650" y="665488"/>
                    <a:ext cx="414500" cy="213650"/>
                  </a:xfrm>
                  <a:custGeom>
                    <a:rect b="b" l="l" r="r" t="t"/>
                    <a:pathLst>
                      <a:path extrusionOk="0" h="8546" w="16580">
                        <a:moveTo>
                          <a:pt x="10508" y="1"/>
                        </a:moveTo>
                        <a:cubicBezTo>
                          <a:pt x="5972" y="34"/>
                          <a:pt x="1" y="4304"/>
                          <a:pt x="1168" y="8340"/>
                        </a:cubicBezTo>
                        <a:cubicBezTo>
                          <a:pt x="2040" y="8477"/>
                          <a:pt x="2917" y="8545"/>
                          <a:pt x="3792" y="8545"/>
                        </a:cubicBezTo>
                        <a:cubicBezTo>
                          <a:pt x="5899" y="8545"/>
                          <a:pt x="7995" y="8151"/>
                          <a:pt x="9975" y="7373"/>
                        </a:cubicBezTo>
                        <a:cubicBezTo>
                          <a:pt x="14578" y="5505"/>
                          <a:pt x="16579" y="3036"/>
                          <a:pt x="16579" y="3036"/>
                        </a:cubicBezTo>
                        <a:cubicBezTo>
                          <a:pt x="16579" y="3036"/>
                          <a:pt x="15012" y="1"/>
                          <a:pt x="1050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8" name="Google Shape;238;p37"/>
                  <p:cNvSpPr/>
                  <p:nvPr/>
                </p:nvSpPr>
                <p:spPr>
                  <a:xfrm>
                    <a:off x="-1396650" y="740563"/>
                    <a:ext cx="78400" cy="90900"/>
                  </a:xfrm>
                  <a:custGeom>
                    <a:rect b="b" l="l" r="r" t="t"/>
                    <a:pathLst>
                      <a:path extrusionOk="0" fill="none" h="3636" w="3136">
                        <a:moveTo>
                          <a:pt x="3136" y="3636"/>
                        </a:moveTo>
                        <a:cubicBezTo>
                          <a:pt x="0" y="2569"/>
                          <a:pt x="134" y="0"/>
                          <a:pt x="134" y="0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37"/>
                  <p:cNvSpPr/>
                  <p:nvPr/>
                </p:nvSpPr>
                <p:spPr>
                  <a:xfrm>
                    <a:off x="-1342450" y="730538"/>
                    <a:ext cx="32550" cy="31725"/>
                  </a:xfrm>
                  <a:custGeom>
                    <a:rect b="b" l="l" r="r" t="t"/>
                    <a:pathLst>
                      <a:path extrusionOk="0" h="1269" w="1302">
                        <a:moveTo>
                          <a:pt x="601" y="1"/>
                        </a:moveTo>
                        <a:cubicBezTo>
                          <a:pt x="267" y="34"/>
                          <a:pt x="0" y="334"/>
                          <a:pt x="34" y="668"/>
                        </a:cubicBezTo>
                        <a:cubicBezTo>
                          <a:pt x="34" y="1001"/>
                          <a:pt x="334" y="1268"/>
                          <a:pt x="668" y="1268"/>
                        </a:cubicBezTo>
                        <a:cubicBezTo>
                          <a:pt x="1035" y="1235"/>
                          <a:pt x="1301" y="935"/>
                          <a:pt x="1268" y="601"/>
                        </a:cubicBezTo>
                        <a:cubicBezTo>
                          <a:pt x="1235" y="268"/>
                          <a:pt x="968" y="1"/>
                          <a:pt x="6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37"/>
                  <p:cNvSpPr/>
                  <p:nvPr/>
                </p:nvSpPr>
                <p:spPr>
                  <a:xfrm>
                    <a:off x="-1334100" y="738888"/>
                    <a:ext cx="8350" cy="8350"/>
                  </a:xfrm>
                  <a:custGeom>
                    <a:rect b="b" l="l" r="r" t="t"/>
                    <a:pathLst>
                      <a:path extrusionOk="0" h="334" w="334">
                        <a:moveTo>
                          <a:pt x="133" y="0"/>
                        </a:moveTo>
                        <a:cubicBezTo>
                          <a:pt x="67" y="0"/>
                          <a:pt x="0" y="100"/>
                          <a:pt x="0" y="167"/>
                        </a:cubicBezTo>
                        <a:cubicBezTo>
                          <a:pt x="0" y="267"/>
                          <a:pt x="67" y="334"/>
                          <a:pt x="167" y="334"/>
                        </a:cubicBezTo>
                        <a:cubicBezTo>
                          <a:pt x="267" y="334"/>
                          <a:pt x="334" y="267"/>
                          <a:pt x="334" y="167"/>
                        </a:cubicBezTo>
                        <a:cubicBezTo>
                          <a:pt x="334" y="67"/>
                          <a:pt x="234" y="0"/>
                          <a:pt x="133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1" name="Google Shape;241;p37"/>
                <p:cNvGrpSpPr/>
                <p:nvPr/>
              </p:nvGrpSpPr>
              <p:grpSpPr>
                <a:xfrm flipH="1">
                  <a:off x="8430775" y="3857688"/>
                  <a:ext cx="483950" cy="295550"/>
                  <a:chOff x="-1677100" y="665488"/>
                  <a:chExt cx="483950" cy="295550"/>
                </a:xfrm>
              </p:grpSpPr>
              <p:sp>
                <p:nvSpPr>
                  <p:cNvPr id="242" name="Google Shape;242;p37"/>
                  <p:cNvSpPr/>
                  <p:nvPr/>
                </p:nvSpPr>
                <p:spPr>
                  <a:xfrm>
                    <a:off x="-1619325" y="675488"/>
                    <a:ext cx="268550" cy="261600"/>
                  </a:xfrm>
                  <a:custGeom>
                    <a:rect b="b" l="l" r="r" t="t"/>
                    <a:pathLst>
                      <a:path extrusionOk="0" h="10464" w="10742">
                        <a:moveTo>
                          <a:pt x="8264" y="1"/>
                        </a:moveTo>
                        <a:cubicBezTo>
                          <a:pt x="7319" y="1"/>
                          <a:pt x="3441" y="26"/>
                          <a:pt x="1836" y="435"/>
                        </a:cubicBezTo>
                        <a:cubicBezTo>
                          <a:pt x="1" y="902"/>
                          <a:pt x="1469" y="1802"/>
                          <a:pt x="6772" y="2570"/>
                        </a:cubicBezTo>
                        <a:lnTo>
                          <a:pt x="7840" y="5405"/>
                        </a:lnTo>
                        <a:cubicBezTo>
                          <a:pt x="7840" y="5405"/>
                          <a:pt x="4871" y="10108"/>
                          <a:pt x="5905" y="10442"/>
                        </a:cubicBezTo>
                        <a:cubicBezTo>
                          <a:pt x="5947" y="10457"/>
                          <a:pt x="5993" y="10464"/>
                          <a:pt x="6043" y="10464"/>
                        </a:cubicBezTo>
                        <a:cubicBezTo>
                          <a:pt x="7239" y="10464"/>
                          <a:pt x="10742" y="6439"/>
                          <a:pt x="10742" y="6439"/>
                        </a:cubicBezTo>
                        <a:lnTo>
                          <a:pt x="8474" y="1"/>
                        </a:lnTo>
                        <a:cubicBezTo>
                          <a:pt x="8474" y="1"/>
                          <a:pt x="8399" y="1"/>
                          <a:pt x="826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3" name="Google Shape;243;p37"/>
                  <p:cNvSpPr/>
                  <p:nvPr/>
                </p:nvSpPr>
                <p:spPr>
                  <a:xfrm>
                    <a:off x="-1677100" y="820688"/>
                    <a:ext cx="98675" cy="53325"/>
                  </a:xfrm>
                  <a:custGeom>
                    <a:rect b="b" l="l" r="r" t="t"/>
                    <a:pathLst>
                      <a:path extrusionOk="0" h="2133" w="3947">
                        <a:moveTo>
                          <a:pt x="682" y="1"/>
                        </a:moveTo>
                        <a:cubicBezTo>
                          <a:pt x="273" y="1"/>
                          <a:pt x="0" y="92"/>
                          <a:pt x="10" y="231"/>
                        </a:cubicBezTo>
                        <a:cubicBezTo>
                          <a:pt x="77" y="731"/>
                          <a:pt x="3946" y="2132"/>
                          <a:pt x="3946" y="2132"/>
                        </a:cubicBezTo>
                        <a:cubicBezTo>
                          <a:pt x="3384" y="514"/>
                          <a:pt x="1650" y="1"/>
                          <a:pt x="68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" name="Google Shape;244;p37"/>
                  <p:cNvSpPr/>
                  <p:nvPr/>
                </p:nvSpPr>
                <p:spPr>
                  <a:xfrm>
                    <a:off x="-1643500" y="873988"/>
                    <a:ext cx="72575" cy="87050"/>
                  </a:xfrm>
                  <a:custGeom>
                    <a:rect b="b" l="l" r="r" t="t"/>
                    <a:pathLst>
                      <a:path extrusionOk="0" h="3482" w="2903">
                        <a:moveTo>
                          <a:pt x="2602" y="0"/>
                        </a:moveTo>
                        <a:cubicBezTo>
                          <a:pt x="2602" y="0"/>
                          <a:pt x="1" y="3102"/>
                          <a:pt x="267" y="3436"/>
                        </a:cubicBezTo>
                        <a:cubicBezTo>
                          <a:pt x="291" y="3466"/>
                          <a:pt x="337" y="3481"/>
                          <a:pt x="400" y="3481"/>
                        </a:cubicBezTo>
                        <a:cubicBezTo>
                          <a:pt x="963" y="3481"/>
                          <a:pt x="2902" y="2280"/>
                          <a:pt x="2602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" name="Google Shape;245;p37"/>
                  <p:cNvSpPr/>
                  <p:nvPr/>
                </p:nvSpPr>
                <p:spPr>
                  <a:xfrm>
                    <a:off x="-1607650" y="665488"/>
                    <a:ext cx="414500" cy="213650"/>
                  </a:xfrm>
                  <a:custGeom>
                    <a:rect b="b" l="l" r="r" t="t"/>
                    <a:pathLst>
                      <a:path extrusionOk="0" h="8546" w="16580">
                        <a:moveTo>
                          <a:pt x="10508" y="1"/>
                        </a:moveTo>
                        <a:cubicBezTo>
                          <a:pt x="5972" y="34"/>
                          <a:pt x="1" y="4304"/>
                          <a:pt x="1168" y="8340"/>
                        </a:cubicBezTo>
                        <a:cubicBezTo>
                          <a:pt x="2040" y="8477"/>
                          <a:pt x="2917" y="8545"/>
                          <a:pt x="3792" y="8545"/>
                        </a:cubicBezTo>
                        <a:cubicBezTo>
                          <a:pt x="5899" y="8545"/>
                          <a:pt x="7995" y="8151"/>
                          <a:pt x="9975" y="7373"/>
                        </a:cubicBezTo>
                        <a:cubicBezTo>
                          <a:pt x="14578" y="5505"/>
                          <a:pt x="16579" y="3036"/>
                          <a:pt x="16579" y="3036"/>
                        </a:cubicBezTo>
                        <a:cubicBezTo>
                          <a:pt x="16579" y="3036"/>
                          <a:pt x="15012" y="1"/>
                          <a:pt x="1050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6" name="Google Shape;246;p37"/>
                  <p:cNvSpPr/>
                  <p:nvPr/>
                </p:nvSpPr>
                <p:spPr>
                  <a:xfrm>
                    <a:off x="-1396650" y="740563"/>
                    <a:ext cx="78400" cy="90900"/>
                  </a:xfrm>
                  <a:custGeom>
                    <a:rect b="b" l="l" r="r" t="t"/>
                    <a:pathLst>
                      <a:path extrusionOk="0" fill="none" h="3636" w="3136">
                        <a:moveTo>
                          <a:pt x="3136" y="3636"/>
                        </a:moveTo>
                        <a:cubicBezTo>
                          <a:pt x="0" y="2569"/>
                          <a:pt x="134" y="0"/>
                          <a:pt x="134" y="0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7" name="Google Shape;247;p37"/>
                  <p:cNvSpPr/>
                  <p:nvPr/>
                </p:nvSpPr>
                <p:spPr>
                  <a:xfrm>
                    <a:off x="-1342450" y="730538"/>
                    <a:ext cx="32550" cy="31725"/>
                  </a:xfrm>
                  <a:custGeom>
                    <a:rect b="b" l="l" r="r" t="t"/>
                    <a:pathLst>
                      <a:path extrusionOk="0" h="1269" w="1302">
                        <a:moveTo>
                          <a:pt x="601" y="1"/>
                        </a:moveTo>
                        <a:cubicBezTo>
                          <a:pt x="267" y="34"/>
                          <a:pt x="0" y="334"/>
                          <a:pt x="34" y="668"/>
                        </a:cubicBezTo>
                        <a:cubicBezTo>
                          <a:pt x="34" y="1001"/>
                          <a:pt x="334" y="1268"/>
                          <a:pt x="668" y="1268"/>
                        </a:cubicBezTo>
                        <a:cubicBezTo>
                          <a:pt x="1035" y="1235"/>
                          <a:pt x="1301" y="935"/>
                          <a:pt x="1268" y="601"/>
                        </a:cubicBezTo>
                        <a:cubicBezTo>
                          <a:pt x="1235" y="268"/>
                          <a:pt x="968" y="1"/>
                          <a:pt x="6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" name="Google Shape;248;p37"/>
                  <p:cNvSpPr/>
                  <p:nvPr/>
                </p:nvSpPr>
                <p:spPr>
                  <a:xfrm>
                    <a:off x="-1334100" y="738888"/>
                    <a:ext cx="8350" cy="8350"/>
                  </a:xfrm>
                  <a:custGeom>
                    <a:rect b="b" l="l" r="r" t="t"/>
                    <a:pathLst>
                      <a:path extrusionOk="0" h="334" w="334">
                        <a:moveTo>
                          <a:pt x="133" y="0"/>
                        </a:moveTo>
                        <a:cubicBezTo>
                          <a:pt x="67" y="0"/>
                          <a:pt x="0" y="100"/>
                          <a:pt x="0" y="167"/>
                        </a:cubicBezTo>
                        <a:cubicBezTo>
                          <a:pt x="0" y="267"/>
                          <a:pt x="67" y="334"/>
                          <a:pt x="167" y="334"/>
                        </a:cubicBezTo>
                        <a:cubicBezTo>
                          <a:pt x="267" y="334"/>
                          <a:pt x="334" y="267"/>
                          <a:pt x="334" y="167"/>
                        </a:cubicBezTo>
                        <a:cubicBezTo>
                          <a:pt x="334" y="67"/>
                          <a:pt x="234" y="0"/>
                          <a:pt x="133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49" name="Google Shape;249;p37"/>
              <p:cNvGrpSpPr/>
              <p:nvPr/>
            </p:nvGrpSpPr>
            <p:grpSpPr>
              <a:xfrm flipH="1" rot="-1800044">
                <a:off x="256227" y="3965123"/>
                <a:ext cx="520389" cy="1164374"/>
                <a:chOff x="2721325" y="3835313"/>
                <a:chExt cx="520400" cy="1164400"/>
              </a:xfrm>
            </p:grpSpPr>
            <p:sp>
              <p:nvSpPr>
                <p:cNvPr id="250" name="Google Shape;250;p37"/>
                <p:cNvSpPr/>
                <p:nvPr/>
              </p:nvSpPr>
              <p:spPr>
                <a:xfrm>
                  <a:off x="2873925" y="4089863"/>
                  <a:ext cx="132625" cy="766400"/>
                </a:xfrm>
                <a:custGeom>
                  <a:rect b="b" l="l" r="r" t="t"/>
                  <a:pathLst>
                    <a:path extrusionOk="0" fill="none" h="30656" w="5305">
                      <a:moveTo>
                        <a:pt x="1" y="30656"/>
                      </a:moveTo>
                      <a:cubicBezTo>
                        <a:pt x="1101" y="26653"/>
                        <a:pt x="4170" y="24818"/>
                        <a:pt x="4537" y="21149"/>
                      </a:cubicBezTo>
                      <a:cubicBezTo>
                        <a:pt x="4938" y="17513"/>
                        <a:pt x="3803" y="14778"/>
                        <a:pt x="4537" y="11275"/>
                      </a:cubicBezTo>
                      <a:cubicBezTo>
                        <a:pt x="5304" y="7773"/>
                        <a:pt x="5171" y="3336"/>
                        <a:pt x="3870" y="0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37"/>
                <p:cNvSpPr/>
                <p:nvPr/>
              </p:nvSpPr>
              <p:spPr>
                <a:xfrm>
                  <a:off x="2867250" y="4025213"/>
                  <a:ext cx="325275" cy="759000"/>
                </a:xfrm>
                <a:custGeom>
                  <a:rect b="b" l="l" r="r" t="t"/>
                  <a:pathLst>
                    <a:path extrusionOk="0" h="30360" w="13011">
                      <a:moveTo>
                        <a:pt x="5200" y="0"/>
                      </a:moveTo>
                      <a:cubicBezTo>
                        <a:pt x="4945" y="0"/>
                        <a:pt x="4669" y="58"/>
                        <a:pt x="4371" y="185"/>
                      </a:cubicBezTo>
                      <a:cubicBezTo>
                        <a:pt x="1235" y="1519"/>
                        <a:pt x="1669" y="2653"/>
                        <a:pt x="1669" y="2653"/>
                      </a:cubicBezTo>
                      <a:cubicBezTo>
                        <a:pt x="1" y="6589"/>
                        <a:pt x="5138" y="8124"/>
                        <a:pt x="5138" y="8124"/>
                      </a:cubicBezTo>
                      <a:cubicBezTo>
                        <a:pt x="4401" y="10751"/>
                        <a:pt x="4864" y="12301"/>
                        <a:pt x="6883" y="12301"/>
                      </a:cubicBezTo>
                      <a:cubicBezTo>
                        <a:pt x="6966" y="12301"/>
                        <a:pt x="7051" y="12299"/>
                        <a:pt x="7139" y="12293"/>
                      </a:cubicBezTo>
                      <a:lnTo>
                        <a:pt x="7139" y="12293"/>
                      </a:lnTo>
                      <a:cubicBezTo>
                        <a:pt x="5772" y="13928"/>
                        <a:pt x="5838" y="15362"/>
                        <a:pt x="7706" y="16563"/>
                      </a:cubicBezTo>
                      <a:cubicBezTo>
                        <a:pt x="6405" y="18498"/>
                        <a:pt x="6305" y="20199"/>
                        <a:pt x="8273" y="21567"/>
                      </a:cubicBezTo>
                      <a:cubicBezTo>
                        <a:pt x="7006" y="22801"/>
                        <a:pt x="7006" y="24035"/>
                        <a:pt x="7840" y="25236"/>
                      </a:cubicBezTo>
                      <a:cubicBezTo>
                        <a:pt x="6505" y="25870"/>
                        <a:pt x="5938" y="26737"/>
                        <a:pt x="6606" y="27971"/>
                      </a:cubicBezTo>
                      <a:cubicBezTo>
                        <a:pt x="6606" y="27971"/>
                        <a:pt x="4838" y="30039"/>
                        <a:pt x="6038" y="30306"/>
                      </a:cubicBezTo>
                      <a:cubicBezTo>
                        <a:pt x="6222" y="30343"/>
                        <a:pt x="6393" y="30359"/>
                        <a:pt x="6551" y="30359"/>
                      </a:cubicBezTo>
                      <a:cubicBezTo>
                        <a:pt x="8574" y="30359"/>
                        <a:pt x="8574" y="27604"/>
                        <a:pt x="8574" y="27604"/>
                      </a:cubicBezTo>
                      <a:cubicBezTo>
                        <a:pt x="10475" y="27604"/>
                        <a:pt x="10975" y="25736"/>
                        <a:pt x="9674" y="24269"/>
                      </a:cubicBezTo>
                      <a:cubicBezTo>
                        <a:pt x="11276" y="23735"/>
                        <a:pt x="12276" y="21000"/>
                        <a:pt x="10275" y="19765"/>
                      </a:cubicBezTo>
                      <a:cubicBezTo>
                        <a:pt x="12476" y="19365"/>
                        <a:pt x="13010" y="16463"/>
                        <a:pt x="11075" y="15329"/>
                      </a:cubicBezTo>
                      <a:cubicBezTo>
                        <a:pt x="12677" y="12894"/>
                        <a:pt x="12843" y="10792"/>
                        <a:pt x="9975" y="9358"/>
                      </a:cubicBezTo>
                      <a:cubicBezTo>
                        <a:pt x="10508" y="7056"/>
                        <a:pt x="10108" y="5489"/>
                        <a:pt x="8140" y="5188"/>
                      </a:cubicBezTo>
                      <a:cubicBezTo>
                        <a:pt x="8140" y="5188"/>
                        <a:pt x="7621" y="0"/>
                        <a:pt x="52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37"/>
                <p:cNvSpPr/>
                <p:nvPr/>
              </p:nvSpPr>
              <p:spPr>
                <a:xfrm>
                  <a:off x="2817225" y="4097363"/>
                  <a:ext cx="215175" cy="902350"/>
                </a:xfrm>
                <a:custGeom>
                  <a:rect b="b" l="l" r="r" t="t"/>
                  <a:pathLst>
                    <a:path extrusionOk="0" fill="none" h="36094" w="8607">
                      <a:moveTo>
                        <a:pt x="768" y="1"/>
                      </a:moveTo>
                      <a:cubicBezTo>
                        <a:pt x="1201" y="3770"/>
                        <a:pt x="4337" y="4704"/>
                        <a:pt x="6138" y="9441"/>
                      </a:cubicBezTo>
                      <a:cubicBezTo>
                        <a:pt x="7939" y="14178"/>
                        <a:pt x="8607" y="18714"/>
                        <a:pt x="6772" y="24318"/>
                      </a:cubicBezTo>
                      <a:cubicBezTo>
                        <a:pt x="4904" y="29922"/>
                        <a:pt x="5404" y="30156"/>
                        <a:pt x="4670" y="32090"/>
                      </a:cubicBezTo>
                      <a:cubicBezTo>
                        <a:pt x="3937" y="33992"/>
                        <a:pt x="2035" y="33758"/>
                        <a:pt x="0" y="36093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37"/>
                <p:cNvSpPr/>
                <p:nvPr/>
              </p:nvSpPr>
              <p:spPr>
                <a:xfrm>
                  <a:off x="2952325" y="3954763"/>
                  <a:ext cx="289400" cy="1044950"/>
                </a:xfrm>
                <a:custGeom>
                  <a:rect b="b" l="l" r="r" t="t"/>
                  <a:pathLst>
                    <a:path extrusionOk="0" fill="none" h="41798" w="11576">
                      <a:moveTo>
                        <a:pt x="3870" y="1"/>
                      </a:moveTo>
                      <a:cubicBezTo>
                        <a:pt x="4737" y="3670"/>
                        <a:pt x="5971" y="7239"/>
                        <a:pt x="7939" y="9407"/>
                      </a:cubicBezTo>
                      <a:cubicBezTo>
                        <a:pt x="9907" y="11576"/>
                        <a:pt x="11575" y="17046"/>
                        <a:pt x="9774" y="22283"/>
                      </a:cubicBezTo>
                      <a:cubicBezTo>
                        <a:pt x="8006" y="27520"/>
                        <a:pt x="8073" y="28254"/>
                        <a:pt x="8006" y="30789"/>
                      </a:cubicBezTo>
                      <a:cubicBezTo>
                        <a:pt x="7939" y="33291"/>
                        <a:pt x="5471" y="34892"/>
                        <a:pt x="2902" y="37794"/>
                      </a:cubicBezTo>
                      <a:cubicBezTo>
                        <a:pt x="300" y="40696"/>
                        <a:pt x="0" y="41797"/>
                        <a:pt x="0" y="41797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37"/>
                <p:cNvSpPr/>
                <p:nvPr/>
              </p:nvSpPr>
              <p:spPr>
                <a:xfrm>
                  <a:off x="2963150" y="4042338"/>
                  <a:ext cx="168500" cy="873975"/>
                </a:xfrm>
                <a:custGeom>
                  <a:rect b="b" l="l" r="r" t="t"/>
                  <a:pathLst>
                    <a:path extrusionOk="0" fill="none" h="34959" w="6740">
                      <a:moveTo>
                        <a:pt x="1402" y="0"/>
                      </a:moveTo>
                      <a:cubicBezTo>
                        <a:pt x="1402" y="4070"/>
                        <a:pt x="3270" y="5838"/>
                        <a:pt x="4838" y="9474"/>
                      </a:cubicBezTo>
                      <a:cubicBezTo>
                        <a:pt x="6405" y="13110"/>
                        <a:pt x="4804" y="15044"/>
                        <a:pt x="5105" y="18146"/>
                      </a:cubicBezTo>
                      <a:cubicBezTo>
                        <a:pt x="5405" y="21282"/>
                        <a:pt x="6739" y="25218"/>
                        <a:pt x="4838" y="29121"/>
                      </a:cubicBezTo>
                      <a:cubicBezTo>
                        <a:pt x="3737" y="31456"/>
                        <a:pt x="2069" y="33457"/>
                        <a:pt x="1" y="34958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37"/>
                <p:cNvSpPr/>
                <p:nvPr/>
              </p:nvSpPr>
              <p:spPr>
                <a:xfrm>
                  <a:off x="2721325" y="3835313"/>
                  <a:ext cx="418650" cy="333825"/>
                </a:xfrm>
                <a:custGeom>
                  <a:rect b="b" l="l" r="r" t="t"/>
                  <a:pathLst>
                    <a:path extrusionOk="0" h="13353" w="16746">
                      <a:moveTo>
                        <a:pt x="8904" y="1"/>
                      </a:moveTo>
                      <a:cubicBezTo>
                        <a:pt x="6650" y="1"/>
                        <a:pt x="4335" y="907"/>
                        <a:pt x="2702" y="3044"/>
                      </a:cubicBezTo>
                      <a:cubicBezTo>
                        <a:pt x="0" y="6547"/>
                        <a:pt x="1301" y="12451"/>
                        <a:pt x="3036" y="13251"/>
                      </a:cubicBezTo>
                      <a:cubicBezTo>
                        <a:pt x="3174" y="13319"/>
                        <a:pt x="3411" y="13352"/>
                        <a:pt x="3723" y="13352"/>
                      </a:cubicBezTo>
                      <a:cubicBezTo>
                        <a:pt x="5894" y="13352"/>
                        <a:pt x="11744" y="11718"/>
                        <a:pt x="14077" y="8248"/>
                      </a:cubicBezTo>
                      <a:cubicBezTo>
                        <a:pt x="16746" y="4312"/>
                        <a:pt x="16145" y="2777"/>
                        <a:pt x="13043" y="1076"/>
                      </a:cubicBezTo>
                      <a:cubicBezTo>
                        <a:pt x="11829" y="390"/>
                        <a:pt x="10379" y="1"/>
                        <a:pt x="89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56" name="Google Shape;256;p37"/>
              <p:cNvSpPr/>
              <p:nvPr/>
            </p:nvSpPr>
            <p:spPr>
              <a:xfrm flipH="1" rot="-695854">
                <a:off x="145752" y="694664"/>
                <a:ext cx="480510" cy="203569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7"/>
              <p:cNvSpPr/>
              <p:nvPr/>
            </p:nvSpPr>
            <p:spPr>
              <a:xfrm flipH="1" rot="-695316">
                <a:off x="293659" y="1366451"/>
                <a:ext cx="241932" cy="10255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7"/>
              <p:cNvSpPr/>
              <p:nvPr/>
            </p:nvSpPr>
            <p:spPr>
              <a:xfrm flipH="1" rot="-695316">
                <a:off x="162734" y="1597101"/>
                <a:ext cx="241932" cy="10255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7"/>
              <p:cNvSpPr/>
              <p:nvPr/>
            </p:nvSpPr>
            <p:spPr>
              <a:xfrm flipH="1" rot="-695316">
                <a:off x="331659" y="3445076"/>
                <a:ext cx="241932" cy="10255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" name="Google Shape;260;p37"/>
            <p:cNvGrpSpPr/>
            <p:nvPr/>
          </p:nvGrpSpPr>
          <p:grpSpPr>
            <a:xfrm flipH="1">
              <a:off x="3337825" y="4102696"/>
              <a:ext cx="1437451" cy="1070462"/>
              <a:chOff x="3348635" y="3991675"/>
              <a:chExt cx="1586765" cy="1181655"/>
            </a:xfrm>
          </p:grpSpPr>
          <p:grpSp>
            <p:nvGrpSpPr>
              <p:cNvPr id="261" name="Google Shape;261;p37"/>
              <p:cNvGrpSpPr/>
              <p:nvPr/>
            </p:nvGrpSpPr>
            <p:grpSpPr>
              <a:xfrm>
                <a:off x="3825400" y="4246925"/>
                <a:ext cx="1066625" cy="897225"/>
                <a:chOff x="3825400" y="4246925"/>
                <a:chExt cx="1066625" cy="897225"/>
              </a:xfrm>
            </p:grpSpPr>
            <p:sp>
              <p:nvSpPr>
                <p:cNvPr id="262" name="Google Shape;262;p37"/>
                <p:cNvSpPr/>
                <p:nvPr/>
              </p:nvSpPr>
              <p:spPr>
                <a:xfrm>
                  <a:off x="3825400" y="4246925"/>
                  <a:ext cx="1066625" cy="897225"/>
                </a:xfrm>
                <a:custGeom>
                  <a:rect b="b" l="l" r="r" t="t"/>
                  <a:pathLst>
                    <a:path extrusionOk="0" h="35889" w="42665">
                      <a:moveTo>
                        <a:pt x="14839" y="1"/>
                      </a:moveTo>
                      <a:cubicBezTo>
                        <a:pt x="12955" y="1"/>
                        <a:pt x="11176" y="3827"/>
                        <a:pt x="12076" y="9169"/>
                      </a:cubicBezTo>
                      <a:cubicBezTo>
                        <a:pt x="13110" y="15340"/>
                        <a:pt x="15845" y="15407"/>
                        <a:pt x="16979" y="17108"/>
                      </a:cubicBezTo>
                      <a:cubicBezTo>
                        <a:pt x="18080" y="18776"/>
                        <a:pt x="16212" y="19110"/>
                        <a:pt x="15412" y="21311"/>
                      </a:cubicBezTo>
                      <a:cubicBezTo>
                        <a:pt x="14644" y="23546"/>
                        <a:pt x="14644" y="26215"/>
                        <a:pt x="12910" y="26215"/>
                      </a:cubicBezTo>
                      <a:cubicBezTo>
                        <a:pt x="11209" y="26215"/>
                        <a:pt x="10008" y="23480"/>
                        <a:pt x="10942" y="20978"/>
                      </a:cubicBezTo>
                      <a:cubicBezTo>
                        <a:pt x="11876" y="18443"/>
                        <a:pt x="13510" y="16441"/>
                        <a:pt x="10875" y="14907"/>
                      </a:cubicBezTo>
                      <a:cubicBezTo>
                        <a:pt x="10533" y="14710"/>
                        <a:pt x="10227" y="14622"/>
                        <a:pt x="9955" y="14622"/>
                      </a:cubicBezTo>
                      <a:cubicBezTo>
                        <a:pt x="8102" y="14622"/>
                        <a:pt x="7826" y="18738"/>
                        <a:pt x="8640" y="20978"/>
                      </a:cubicBezTo>
                      <a:cubicBezTo>
                        <a:pt x="9574" y="23546"/>
                        <a:pt x="9507" y="26715"/>
                        <a:pt x="7773" y="28083"/>
                      </a:cubicBezTo>
                      <a:cubicBezTo>
                        <a:pt x="7472" y="28324"/>
                        <a:pt x="7203" y="28433"/>
                        <a:pt x="6970" y="28433"/>
                      </a:cubicBezTo>
                      <a:cubicBezTo>
                        <a:pt x="5883" y="28433"/>
                        <a:pt x="5583" y="26077"/>
                        <a:pt x="6572" y="23880"/>
                      </a:cubicBezTo>
                      <a:cubicBezTo>
                        <a:pt x="7385" y="22044"/>
                        <a:pt x="6612" y="20613"/>
                        <a:pt x="5109" y="20613"/>
                      </a:cubicBezTo>
                      <a:cubicBezTo>
                        <a:pt x="4455" y="20613"/>
                        <a:pt x="3663" y="20884"/>
                        <a:pt x="2803" y="21512"/>
                      </a:cubicBezTo>
                      <a:cubicBezTo>
                        <a:pt x="1" y="23546"/>
                        <a:pt x="3336" y="26548"/>
                        <a:pt x="5738" y="29717"/>
                      </a:cubicBezTo>
                      <a:cubicBezTo>
                        <a:pt x="7479" y="32015"/>
                        <a:pt x="6696" y="34224"/>
                        <a:pt x="4571" y="34224"/>
                      </a:cubicBezTo>
                      <a:cubicBezTo>
                        <a:pt x="3764" y="34224"/>
                        <a:pt x="2764" y="33906"/>
                        <a:pt x="1635" y="33153"/>
                      </a:cubicBezTo>
                      <a:lnTo>
                        <a:pt x="1635" y="33153"/>
                      </a:lnTo>
                      <a:cubicBezTo>
                        <a:pt x="1635" y="33153"/>
                        <a:pt x="2302" y="35388"/>
                        <a:pt x="2402" y="35488"/>
                      </a:cubicBezTo>
                      <a:cubicBezTo>
                        <a:pt x="2446" y="35532"/>
                        <a:pt x="13405" y="35889"/>
                        <a:pt x="20927" y="35889"/>
                      </a:cubicBezTo>
                      <a:cubicBezTo>
                        <a:pt x="24914" y="35889"/>
                        <a:pt x="27935" y="35789"/>
                        <a:pt x="27854" y="35488"/>
                      </a:cubicBezTo>
                      <a:cubicBezTo>
                        <a:pt x="27620" y="34588"/>
                        <a:pt x="30222" y="33053"/>
                        <a:pt x="34258" y="32986"/>
                      </a:cubicBezTo>
                      <a:cubicBezTo>
                        <a:pt x="38295" y="32886"/>
                        <a:pt x="38728" y="31685"/>
                        <a:pt x="38528" y="29717"/>
                      </a:cubicBezTo>
                      <a:cubicBezTo>
                        <a:pt x="38429" y="28553"/>
                        <a:pt x="37373" y="27925"/>
                        <a:pt x="36008" y="27925"/>
                      </a:cubicBezTo>
                      <a:cubicBezTo>
                        <a:pt x="35067" y="27925"/>
                        <a:pt x="33979" y="28224"/>
                        <a:pt x="32957" y="28850"/>
                      </a:cubicBezTo>
                      <a:cubicBezTo>
                        <a:pt x="32056" y="29411"/>
                        <a:pt x="31186" y="29664"/>
                        <a:pt x="30502" y="29664"/>
                      </a:cubicBezTo>
                      <a:cubicBezTo>
                        <a:pt x="29315" y="29664"/>
                        <a:pt x="28693" y="28899"/>
                        <a:pt x="29455" y="27649"/>
                      </a:cubicBezTo>
                      <a:cubicBezTo>
                        <a:pt x="30656" y="25681"/>
                        <a:pt x="34425" y="25848"/>
                        <a:pt x="37160" y="25081"/>
                      </a:cubicBezTo>
                      <a:cubicBezTo>
                        <a:pt x="39929" y="24280"/>
                        <a:pt x="42664" y="19777"/>
                        <a:pt x="40429" y="17108"/>
                      </a:cubicBezTo>
                      <a:cubicBezTo>
                        <a:pt x="39937" y="16513"/>
                        <a:pt x="39346" y="16260"/>
                        <a:pt x="38719" y="16260"/>
                      </a:cubicBezTo>
                      <a:cubicBezTo>
                        <a:pt x="36495" y="16260"/>
                        <a:pt x="33807" y="19441"/>
                        <a:pt x="33391" y="21912"/>
                      </a:cubicBezTo>
                      <a:cubicBezTo>
                        <a:pt x="33191" y="23179"/>
                        <a:pt x="32618" y="23710"/>
                        <a:pt x="31991" y="23710"/>
                      </a:cubicBezTo>
                      <a:cubicBezTo>
                        <a:pt x="31050" y="23710"/>
                        <a:pt x="29989" y="22513"/>
                        <a:pt x="29889" y="20811"/>
                      </a:cubicBezTo>
                      <a:cubicBezTo>
                        <a:pt x="29722" y="17976"/>
                        <a:pt x="32190" y="16208"/>
                        <a:pt x="31790" y="13606"/>
                      </a:cubicBezTo>
                      <a:cubicBezTo>
                        <a:pt x="31628" y="12647"/>
                        <a:pt x="31145" y="12199"/>
                        <a:pt x="30504" y="12199"/>
                      </a:cubicBezTo>
                      <a:cubicBezTo>
                        <a:pt x="29430" y="12199"/>
                        <a:pt x="27911" y="13459"/>
                        <a:pt x="26720" y="15674"/>
                      </a:cubicBezTo>
                      <a:cubicBezTo>
                        <a:pt x="24852" y="19210"/>
                        <a:pt x="28021" y="21512"/>
                        <a:pt x="27887" y="24447"/>
                      </a:cubicBezTo>
                      <a:cubicBezTo>
                        <a:pt x="27720" y="27349"/>
                        <a:pt x="24585" y="31018"/>
                        <a:pt x="21516" y="31018"/>
                      </a:cubicBezTo>
                      <a:cubicBezTo>
                        <a:pt x="18414" y="31018"/>
                        <a:pt x="16546" y="27783"/>
                        <a:pt x="17146" y="23913"/>
                      </a:cubicBezTo>
                      <a:cubicBezTo>
                        <a:pt x="17747" y="20077"/>
                        <a:pt x="21249" y="21545"/>
                        <a:pt x="23918" y="19310"/>
                      </a:cubicBezTo>
                      <a:cubicBezTo>
                        <a:pt x="25974" y="17540"/>
                        <a:pt x="25024" y="15972"/>
                        <a:pt x="23318" y="15972"/>
                      </a:cubicBezTo>
                      <a:cubicBezTo>
                        <a:pt x="22838" y="15972"/>
                        <a:pt x="22299" y="16096"/>
                        <a:pt x="21749" y="16375"/>
                      </a:cubicBezTo>
                      <a:cubicBezTo>
                        <a:pt x="20979" y="16770"/>
                        <a:pt x="20364" y="16951"/>
                        <a:pt x="19888" y="16951"/>
                      </a:cubicBezTo>
                      <a:cubicBezTo>
                        <a:pt x="18840" y="16951"/>
                        <a:pt x="18466" y="16073"/>
                        <a:pt x="18581" y="14673"/>
                      </a:cubicBezTo>
                      <a:cubicBezTo>
                        <a:pt x="18747" y="12605"/>
                        <a:pt x="22617" y="12105"/>
                        <a:pt x="23984" y="9770"/>
                      </a:cubicBezTo>
                      <a:cubicBezTo>
                        <a:pt x="25333" y="7501"/>
                        <a:pt x="26259" y="1894"/>
                        <a:pt x="22675" y="1894"/>
                      </a:cubicBezTo>
                      <a:cubicBezTo>
                        <a:pt x="22623" y="1894"/>
                        <a:pt x="22571" y="1895"/>
                        <a:pt x="22517" y="1897"/>
                      </a:cubicBezTo>
                      <a:cubicBezTo>
                        <a:pt x="18714" y="2098"/>
                        <a:pt x="20115" y="6100"/>
                        <a:pt x="20382" y="9103"/>
                      </a:cubicBezTo>
                      <a:cubicBezTo>
                        <a:pt x="20649" y="12105"/>
                        <a:pt x="18147" y="12338"/>
                        <a:pt x="16279" y="12605"/>
                      </a:cubicBezTo>
                      <a:cubicBezTo>
                        <a:pt x="16156" y="12622"/>
                        <a:pt x="16040" y="12631"/>
                        <a:pt x="15933" y="12631"/>
                      </a:cubicBezTo>
                      <a:cubicBezTo>
                        <a:pt x="14383" y="12631"/>
                        <a:pt x="14455" y="10841"/>
                        <a:pt x="15578" y="7535"/>
                      </a:cubicBezTo>
                      <a:cubicBezTo>
                        <a:pt x="16779" y="4032"/>
                        <a:pt x="17813" y="1631"/>
                        <a:pt x="15678" y="263"/>
                      </a:cubicBezTo>
                      <a:cubicBezTo>
                        <a:pt x="15402" y="86"/>
                        <a:pt x="15119" y="1"/>
                        <a:pt x="148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37"/>
                <p:cNvSpPr/>
                <p:nvPr/>
              </p:nvSpPr>
              <p:spPr>
                <a:xfrm>
                  <a:off x="3826225" y="4618750"/>
                  <a:ext cx="967400" cy="524200"/>
                </a:xfrm>
                <a:custGeom>
                  <a:rect b="b" l="l" r="r" t="t"/>
                  <a:pathLst>
                    <a:path extrusionOk="0" h="20968" w="38696">
                      <a:moveTo>
                        <a:pt x="9208" y="0"/>
                      </a:moveTo>
                      <a:lnTo>
                        <a:pt x="9208" y="0"/>
                      </a:lnTo>
                      <a:cubicBezTo>
                        <a:pt x="8040" y="968"/>
                        <a:pt x="7973" y="4203"/>
                        <a:pt x="8640" y="6105"/>
                      </a:cubicBezTo>
                      <a:cubicBezTo>
                        <a:pt x="9608" y="8673"/>
                        <a:pt x="9508" y="11842"/>
                        <a:pt x="7807" y="13210"/>
                      </a:cubicBezTo>
                      <a:cubicBezTo>
                        <a:pt x="7500" y="13451"/>
                        <a:pt x="7227" y="13560"/>
                        <a:pt x="6992" y="13560"/>
                      </a:cubicBezTo>
                      <a:cubicBezTo>
                        <a:pt x="5894" y="13560"/>
                        <a:pt x="5611" y="11204"/>
                        <a:pt x="6572" y="9007"/>
                      </a:cubicBezTo>
                      <a:cubicBezTo>
                        <a:pt x="7410" y="7146"/>
                        <a:pt x="6625" y="5707"/>
                        <a:pt x="5124" y="5707"/>
                      </a:cubicBezTo>
                      <a:cubicBezTo>
                        <a:pt x="4472" y="5707"/>
                        <a:pt x="3685" y="5979"/>
                        <a:pt x="2836" y="6605"/>
                      </a:cubicBezTo>
                      <a:cubicBezTo>
                        <a:pt x="1" y="8673"/>
                        <a:pt x="3337" y="11675"/>
                        <a:pt x="5738" y="14811"/>
                      </a:cubicBezTo>
                      <a:cubicBezTo>
                        <a:pt x="7478" y="17107"/>
                        <a:pt x="6697" y="19332"/>
                        <a:pt x="4575" y="19332"/>
                      </a:cubicBezTo>
                      <a:cubicBezTo>
                        <a:pt x="3768" y="19332"/>
                        <a:pt x="2766" y="19010"/>
                        <a:pt x="1635" y="18247"/>
                      </a:cubicBezTo>
                      <a:lnTo>
                        <a:pt x="1635" y="18247"/>
                      </a:lnTo>
                      <a:cubicBezTo>
                        <a:pt x="1636" y="18247"/>
                        <a:pt x="2336" y="20482"/>
                        <a:pt x="2403" y="20582"/>
                      </a:cubicBezTo>
                      <a:cubicBezTo>
                        <a:pt x="2468" y="20625"/>
                        <a:pt x="13417" y="20968"/>
                        <a:pt x="20941" y="20968"/>
                      </a:cubicBezTo>
                      <a:cubicBezTo>
                        <a:pt x="24938" y="20968"/>
                        <a:pt x="27969" y="20871"/>
                        <a:pt x="27888" y="20582"/>
                      </a:cubicBezTo>
                      <a:cubicBezTo>
                        <a:pt x="27654" y="19715"/>
                        <a:pt x="30189" y="18180"/>
                        <a:pt x="34259" y="18113"/>
                      </a:cubicBezTo>
                      <a:cubicBezTo>
                        <a:pt x="38262" y="18013"/>
                        <a:pt x="38695" y="16812"/>
                        <a:pt x="38528" y="14844"/>
                      </a:cubicBezTo>
                      <a:cubicBezTo>
                        <a:pt x="38462" y="14010"/>
                        <a:pt x="37828" y="13343"/>
                        <a:pt x="37027" y="13177"/>
                      </a:cubicBezTo>
                      <a:cubicBezTo>
                        <a:pt x="36360" y="14377"/>
                        <a:pt x="34926" y="15845"/>
                        <a:pt x="32024" y="16279"/>
                      </a:cubicBezTo>
                      <a:cubicBezTo>
                        <a:pt x="26887" y="17046"/>
                        <a:pt x="27487" y="15878"/>
                        <a:pt x="23384" y="18013"/>
                      </a:cubicBezTo>
                      <a:cubicBezTo>
                        <a:pt x="22132" y="18665"/>
                        <a:pt x="21227" y="18941"/>
                        <a:pt x="20522" y="18941"/>
                      </a:cubicBezTo>
                      <a:cubicBezTo>
                        <a:pt x="18917" y="18941"/>
                        <a:pt x="18344" y="17514"/>
                        <a:pt x="17046" y="15845"/>
                      </a:cubicBezTo>
                      <a:cubicBezTo>
                        <a:pt x="16670" y="15369"/>
                        <a:pt x="16324" y="15180"/>
                        <a:pt x="15989" y="15180"/>
                      </a:cubicBezTo>
                      <a:cubicBezTo>
                        <a:pt x="14696" y="15180"/>
                        <a:pt x="13557" y="18000"/>
                        <a:pt x="11363" y="18000"/>
                      </a:cubicBezTo>
                      <a:cubicBezTo>
                        <a:pt x="11258" y="18000"/>
                        <a:pt x="11151" y="17993"/>
                        <a:pt x="11042" y="17980"/>
                      </a:cubicBezTo>
                      <a:cubicBezTo>
                        <a:pt x="8040" y="17646"/>
                        <a:pt x="11042" y="15478"/>
                        <a:pt x="11042" y="13110"/>
                      </a:cubicBezTo>
                      <a:cubicBezTo>
                        <a:pt x="11042" y="10741"/>
                        <a:pt x="8640" y="6071"/>
                        <a:pt x="9174" y="5071"/>
                      </a:cubicBezTo>
                      <a:cubicBezTo>
                        <a:pt x="9474" y="4404"/>
                        <a:pt x="9941" y="1969"/>
                        <a:pt x="92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4" name="Google Shape;264;p37"/>
              <p:cNvGrpSpPr/>
              <p:nvPr/>
            </p:nvGrpSpPr>
            <p:grpSpPr>
              <a:xfrm>
                <a:off x="4424175" y="4550550"/>
                <a:ext cx="511225" cy="592950"/>
                <a:chOff x="4483725" y="3281075"/>
                <a:chExt cx="511225" cy="592950"/>
              </a:xfrm>
            </p:grpSpPr>
            <p:sp>
              <p:nvSpPr>
                <p:cNvPr id="265" name="Google Shape;265;p37"/>
                <p:cNvSpPr/>
                <p:nvPr/>
              </p:nvSpPr>
              <p:spPr>
                <a:xfrm>
                  <a:off x="4483725" y="3362800"/>
                  <a:ext cx="152650" cy="334425"/>
                </a:xfrm>
                <a:custGeom>
                  <a:rect b="b" l="l" r="r" t="t"/>
                  <a:pathLst>
                    <a:path extrusionOk="0" h="13377" w="6106">
                      <a:moveTo>
                        <a:pt x="1435" y="0"/>
                      </a:moveTo>
                      <a:cubicBezTo>
                        <a:pt x="1435" y="1"/>
                        <a:pt x="1" y="6005"/>
                        <a:pt x="2336" y="8373"/>
                      </a:cubicBezTo>
                      <a:cubicBezTo>
                        <a:pt x="3703" y="9774"/>
                        <a:pt x="4738" y="11509"/>
                        <a:pt x="5271" y="13377"/>
                      </a:cubicBezTo>
                      <a:cubicBezTo>
                        <a:pt x="5271" y="13377"/>
                        <a:pt x="6105" y="8540"/>
                        <a:pt x="5471" y="6338"/>
                      </a:cubicBezTo>
                      <a:cubicBezTo>
                        <a:pt x="4871" y="4170"/>
                        <a:pt x="2536" y="3836"/>
                        <a:pt x="14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37"/>
                <p:cNvSpPr/>
                <p:nvPr/>
              </p:nvSpPr>
              <p:spPr>
                <a:xfrm>
                  <a:off x="4597150" y="3490375"/>
                  <a:ext cx="371950" cy="345275"/>
                </a:xfrm>
                <a:custGeom>
                  <a:rect b="b" l="l" r="r" t="t"/>
                  <a:pathLst>
                    <a:path extrusionOk="0" h="13811" w="14878">
                      <a:moveTo>
                        <a:pt x="14878" y="1"/>
                      </a:moveTo>
                      <a:lnTo>
                        <a:pt x="14878" y="1"/>
                      </a:lnTo>
                      <a:cubicBezTo>
                        <a:pt x="13176" y="1836"/>
                        <a:pt x="11042" y="3170"/>
                        <a:pt x="8640" y="3870"/>
                      </a:cubicBezTo>
                      <a:cubicBezTo>
                        <a:pt x="4837" y="4938"/>
                        <a:pt x="4037" y="5538"/>
                        <a:pt x="3036" y="7706"/>
                      </a:cubicBezTo>
                      <a:cubicBezTo>
                        <a:pt x="2069" y="9841"/>
                        <a:pt x="0" y="13811"/>
                        <a:pt x="0" y="13811"/>
                      </a:cubicBezTo>
                      <a:cubicBezTo>
                        <a:pt x="2969" y="10642"/>
                        <a:pt x="3036" y="8974"/>
                        <a:pt x="5738" y="8274"/>
                      </a:cubicBezTo>
                      <a:cubicBezTo>
                        <a:pt x="8473" y="7573"/>
                        <a:pt x="11775" y="6472"/>
                        <a:pt x="13210" y="4571"/>
                      </a:cubicBezTo>
                      <a:cubicBezTo>
                        <a:pt x="14611" y="2636"/>
                        <a:pt x="14878" y="1"/>
                        <a:pt x="1487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37"/>
                <p:cNvSpPr/>
                <p:nvPr/>
              </p:nvSpPr>
              <p:spPr>
                <a:xfrm>
                  <a:off x="4663850" y="3281075"/>
                  <a:ext cx="331100" cy="278550"/>
                </a:xfrm>
                <a:custGeom>
                  <a:rect b="b" l="l" r="r" t="t"/>
                  <a:pathLst>
                    <a:path extrusionOk="0" h="11142" w="13244">
                      <a:moveTo>
                        <a:pt x="13244" y="0"/>
                      </a:moveTo>
                      <a:cubicBezTo>
                        <a:pt x="13243" y="1"/>
                        <a:pt x="10642" y="2669"/>
                        <a:pt x="7173" y="3570"/>
                      </a:cubicBezTo>
                      <a:cubicBezTo>
                        <a:pt x="3704" y="4504"/>
                        <a:pt x="1469" y="6538"/>
                        <a:pt x="735" y="8373"/>
                      </a:cubicBezTo>
                      <a:cubicBezTo>
                        <a:pt x="1" y="10241"/>
                        <a:pt x="268" y="11142"/>
                        <a:pt x="268" y="11142"/>
                      </a:cubicBezTo>
                      <a:cubicBezTo>
                        <a:pt x="2603" y="9007"/>
                        <a:pt x="4671" y="9507"/>
                        <a:pt x="8507" y="6672"/>
                      </a:cubicBezTo>
                      <a:cubicBezTo>
                        <a:pt x="10742" y="5004"/>
                        <a:pt x="12410" y="2669"/>
                        <a:pt x="132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37"/>
                <p:cNvSpPr/>
                <p:nvPr/>
              </p:nvSpPr>
              <p:spPr>
                <a:xfrm>
                  <a:off x="4576300" y="3281075"/>
                  <a:ext cx="417825" cy="592950"/>
                </a:xfrm>
                <a:custGeom>
                  <a:rect b="b" l="l" r="r" t="t"/>
                  <a:pathLst>
                    <a:path extrusionOk="0" fill="none" h="23718" w="16713">
                      <a:moveTo>
                        <a:pt x="0" y="23717"/>
                      </a:moveTo>
                      <a:cubicBezTo>
                        <a:pt x="2369" y="20482"/>
                        <a:pt x="601" y="17713"/>
                        <a:pt x="2269" y="14144"/>
                      </a:cubicBezTo>
                      <a:cubicBezTo>
                        <a:pt x="3937" y="10608"/>
                        <a:pt x="5671" y="6905"/>
                        <a:pt x="9474" y="5604"/>
                      </a:cubicBezTo>
                      <a:cubicBezTo>
                        <a:pt x="13243" y="4337"/>
                        <a:pt x="16712" y="0"/>
                        <a:pt x="16712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37"/>
                <p:cNvSpPr/>
                <p:nvPr/>
              </p:nvSpPr>
              <p:spPr>
                <a:xfrm>
                  <a:off x="4519600" y="3362800"/>
                  <a:ext cx="95925" cy="334425"/>
                </a:xfrm>
                <a:custGeom>
                  <a:rect b="b" l="l" r="r" t="t"/>
                  <a:pathLst>
                    <a:path extrusionOk="0" fill="none" h="13377" w="3837">
                      <a:moveTo>
                        <a:pt x="0" y="0"/>
                      </a:moveTo>
                      <a:cubicBezTo>
                        <a:pt x="400" y="5404"/>
                        <a:pt x="2535" y="5905"/>
                        <a:pt x="3102" y="8606"/>
                      </a:cubicBezTo>
                      <a:cubicBezTo>
                        <a:pt x="3469" y="10174"/>
                        <a:pt x="3703" y="11775"/>
                        <a:pt x="3836" y="13377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37"/>
                <p:cNvSpPr/>
                <p:nvPr/>
              </p:nvSpPr>
              <p:spPr>
                <a:xfrm>
                  <a:off x="4597150" y="3491225"/>
                  <a:ext cx="371125" cy="345275"/>
                </a:xfrm>
                <a:custGeom>
                  <a:rect b="b" l="l" r="r" t="t"/>
                  <a:pathLst>
                    <a:path extrusionOk="0" fill="none" h="13811" w="14845">
                      <a:moveTo>
                        <a:pt x="14844" y="0"/>
                      </a:moveTo>
                      <a:cubicBezTo>
                        <a:pt x="12343" y="3970"/>
                        <a:pt x="9207" y="4637"/>
                        <a:pt x="6505" y="6238"/>
                      </a:cubicBezTo>
                      <a:cubicBezTo>
                        <a:pt x="3836" y="7839"/>
                        <a:pt x="2202" y="10141"/>
                        <a:pt x="0" y="1381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1" name="Google Shape;271;p37"/>
              <p:cNvGrpSpPr/>
              <p:nvPr/>
            </p:nvGrpSpPr>
            <p:grpSpPr>
              <a:xfrm rot="3402052">
                <a:off x="3319649" y="4326495"/>
                <a:ext cx="1077455" cy="512015"/>
                <a:chOff x="4925350" y="704275"/>
                <a:chExt cx="1077475" cy="512025"/>
              </a:xfrm>
            </p:grpSpPr>
            <p:sp>
              <p:nvSpPr>
                <p:cNvPr id="272" name="Google Shape;272;p37"/>
                <p:cNvSpPr/>
                <p:nvPr/>
              </p:nvSpPr>
              <p:spPr>
                <a:xfrm>
                  <a:off x="4925350" y="743200"/>
                  <a:ext cx="670500" cy="172925"/>
                </a:xfrm>
                <a:custGeom>
                  <a:rect b="b" l="l" r="r" t="t"/>
                  <a:pathLst>
                    <a:path extrusionOk="0" h="6917" w="26820">
                      <a:moveTo>
                        <a:pt x="13408" y="0"/>
                      </a:moveTo>
                      <a:cubicBezTo>
                        <a:pt x="6185" y="0"/>
                        <a:pt x="1" y="4481"/>
                        <a:pt x="1" y="4481"/>
                      </a:cubicBezTo>
                      <a:cubicBezTo>
                        <a:pt x="904" y="4638"/>
                        <a:pt x="1765" y="4704"/>
                        <a:pt x="2589" y="4704"/>
                      </a:cubicBezTo>
                      <a:cubicBezTo>
                        <a:pt x="6608" y="4704"/>
                        <a:pt x="9749" y="3155"/>
                        <a:pt x="12638" y="3155"/>
                      </a:cubicBezTo>
                      <a:cubicBezTo>
                        <a:pt x="13686" y="3155"/>
                        <a:pt x="14701" y="3359"/>
                        <a:pt x="15712" y="3914"/>
                      </a:cubicBezTo>
                      <a:cubicBezTo>
                        <a:pt x="20082" y="6316"/>
                        <a:pt x="26820" y="6916"/>
                        <a:pt x="26820" y="6916"/>
                      </a:cubicBezTo>
                      <a:cubicBezTo>
                        <a:pt x="26820" y="6916"/>
                        <a:pt x="22383" y="579"/>
                        <a:pt x="14644" y="45"/>
                      </a:cubicBezTo>
                      <a:cubicBezTo>
                        <a:pt x="14229" y="14"/>
                        <a:pt x="13817" y="0"/>
                        <a:pt x="1340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37"/>
                <p:cNvSpPr/>
                <p:nvPr/>
              </p:nvSpPr>
              <p:spPr>
                <a:xfrm>
                  <a:off x="5240575" y="942350"/>
                  <a:ext cx="567925" cy="146325"/>
                </a:xfrm>
                <a:custGeom>
                  <a:rect b="b" l="l" r="r" t="t"/>
                  <a:pathLst>
                    <a:path extrusionOk="0" h="5853" w="22717">
                      <a:moveTo>
                        <a:pt x="17929" y="1"/>
                      </a:moveTo>
                      <a:cubicBezTo>
                        <a:pt x="15911" y="1"/>
                        <a:pt x="13527" y="302"/>
                        <a:pt x="11342" y="1352"/>
                      </a:cubicBezTo>
                      <a:cubicBezTo>
                        <a:pt x="5588" y="4132"/>
                        <a:pt x="1548" y="4364"/>
                        <a:pt x="361" y="4364"/>
                      </a:cubicBezTo>
                      <a:cubicBezTo>
                        <a:pt x="124" y="4364"/>
                        <a:pt x="1" y="4354"/>
                        <a:pt x="1" y="4354"/>
                      </a:cubicBezTo>
                      <a:lnTo>
                        <a:pt x="1" y="4354"/>
                      </a:lnTo>
                      <a:cubicBezTo>
                        <a:pt x="2237" y="5423"/>
                        <a:pt x="4500" y="5852"/>
                        <a:pt x="6647" y="5852"/>
                      </a:cubicBezTo>
                      <a:cubicBezTo>
                        <a:pt x="10265" y="5852"/>
                        <a:pt x="13551" y="4631"/>
                        <a:pt x="15812" y="3187"/>
                      </a:cubicBezTo>
                      <a:cubicBezTo>
                        <a:pt x="17880" y="1786"/>
                        <a:pt x="20248" y="918"/>
                        <a:pt x="22717" y="552"/>
                      </a:cubicBezTo>
                      <a:cubicBezTo>
                        <a:pt x="22717" y="552"/>
                        <a:pt x="20657" y="1"/>
                        <a:pt x="179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37"/>
                <p:cNvSpPr/>
                <p:nvPr/>
              </p:nvSpPr>
              <p:spPr>
                <a:xfrm>
                  <a:off x="5482425" y="1051825"/>
                  <a:ext cx="492875" cy="164475"/>
                </a:xfrm>
                <a:custGeom>
                  <a:rect b="b" l="l" r="r" t="t"/>
                  <a:pathLst>
                    <a:path extrusionOk="0" h="6579" w="19715">
                      <a:moveTo>
                        <a:pt x="14944" y="0"/>
                      </a:moveTo>
                      <a:cubicBezTo>
                        <a:pt x="12982" y="0"/>
                        <a:pt x="10528" y="740"/>
                        <a:pt x="8540" y="2344"/>
                      </a:cubicBezTo>
                      <a:cubicBezTo>
                        <a:pt x="5471" y="4845"/>
                        <a:pt x="0" y="4879"/>
                        <a:pt x="0" y="4879"/>
                      </a:cubicBezTo>
                      <a:cubicBezTo>
                        <a:pt x="0" y="4879"/>
                        <a:pt x="2899" y="6579"/>
                        <a:pt x="6353" y="6579"/>
                      </a:cubicBezTo>
                      <a:cubicBezTo>
                        <a:pt x="7172" y="6579"/>
                        <a:pt x="8023" y="6483"/>
                        <a:pt x="8873" y="6246"/>
                      </a:cubicBezTo>
                      <a:cubicBezTo>
                        <a:pt x="12727" y="5166"/>
                        <a:pt x="14306" y="2323"/>
                        <a:pt x="17994" y="2323"/>
                      </a:cubicBezTo>
                      <a:cubicBezTo>
                        <a:pt x="18521" y="2323"/>
                        <a:pt x="19090" y="2381"/>
                        <a:pt x="19714" y="2510"/>
                      </a:cubicBezTo>
                      <a:cubicBezTo>
                        <a:pt x="19714" y="2510"/>
                        <a:pt x="19314" y="1877"/>
                        <a:pt x="17613" y="676"/>
                      </a:cubicBezTo>
                      <a:cubicBezTo>
                        <a:pt x="16990" y="233"/>
                        <a:pt x="16044" y="0"/>
                        <a:pt x="149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37"/>
                <p:cNvSpPr/>
                <p:nvPr/>
              </p:nvSpPr>
              <p:spPr>
                <a:xfrm>
                  <a:off x="5657550" y="704275"/>
                  <a:ext cx="271875" cy="318600"/>
                </a:xfrm>
                <a:custGeom>
                  <a:rect b="b" l="l" r="r" t="t"/>
                  <a:pathLst>
                    <a:path extrusionOk="0" h="12744" w="10875">
                      <a:moveTo>
                        <a:pt x="0" y="1"/>
                      </a:moveTo>
                      <a:cubicBezTo>
                        <a:pt x="0" y="1"/>
                        <a:pt x="3503" y="1702"/>
                        <a:pt x="5104" y="4437"/>
                      </a:cubicBezTo>
                      <a:cubicBezTo>
                        <a:pt x="6705" y="7139"/>
                        <a:pt x="9941" y="12743"/>
                        <a:pt x="9941" y="12743"/>
                      </a:cubicBezTo>
                      <a:cubicBezTo>
                        <a:pt x="8273" y="8540"/>
                        <a:pt x="10875" y="7439"/>
                        <a:pt x="8840" y="3937"/>
                      </a:cubicBezTo>
                      <a:cubicBezTo>
                        <a:pt x="6805" y="434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37"/>
                <p:cNvSpPr/>
                <p:nvPr/>
              </p:nvSpPr>
              <p:spPr>
                <a:xfrm>
                  <a:off x="4925350" y="750975"/>
                  <a:ext cx="1077475" cy="422825"/>
                </a:xfrm>
                <a:custGeom>
                  <a:rect b="b" l="l" r="r" t="t"/>
                  <a:pathLst>
                    <a:path extrusionOk="0" fill="none" h="16913" w="43099">
                      <a:moveTo>
                        <a:pt x="43098" y="16913"/>
                      </a:moveTo>
                      <a:cubicBezTo>
                        <a:pt x="40963" y="11642"/>
                        <a:pt x="37027" y="7406"/>
                        <a:pt x="30356" y="7106"/>
                      </a:cubicBezTo>
                      <a:cubicBezTo>
                        <a:pt x="23718" y="6839"/>
                        <a:pt x="20549" y="3170"/>
                        <a:pt x="15145" y="1602"/>
                      </a:cubicBezTo>
                      <a:cubicBezTo>
                        <a:pt x="9741" y="1"/>
                        <a:pt x="1" y="4170"/>
                        <a:pt x="1" y="417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37"/>
                <p:cNvSpPr/>
                <p:nvPr/>
              </p:nvSpPr>
              <p:spPr>
                <a:xfrm>
                  <a:off x="5240575" y="954450"/>
                  <a:ext cx="567925" cy="117625"/>
                </a:xfrm>
                <a:custGeom>
                  <a:rect b="b" l="l" r="r" t="t"/>
                  <a:pathLst>
                    <a:path extrusionOk="0" fill="none" h="4705" w="22717">
                      <a:moveTo>
                        <a:pt x="1" y="3870"/>
                      </a:moveTo>
                      <a:cubicBezTo>
                        <a:pt x="8774" y="4704"/>
                        <a:pt x="12343" y="2803"/>
                        <a:pt x="14978" y="1402"/>
                      </a:cubicBezTo>
                      <a:cubicBezTo>
                        <a:pt x="17613" y="1"/>
                        <a:pt x="22717" y="68"/>
                        <a:pt x="22717" y="68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37"/>
                <p:cNvSpPr/>
                <p:nvPr/>
              </p:nvSpPr>
              <p:spPr>
                <a:xfrm>
                  <a:off x="5656700" y="704275"/>
                  <a:ext cx="249375" cy="319425"/>
                </a:xfrm>
                <a:custGeom>
                  <a:rect b="b" l="l" r="r" t="t"/>
                  <a:pathLst>
                    <a:path extrusionOk="0" fill="none" h="12777" w="9975">
                      <a:moveTo>
                        <a:pt x="1" y="1"/>
                      </a:moveTo>
                      <a:cubicBezTo>
                        <a:pt x="4037" y="768"/>
                        <a:pt x="7573" y="3470"/>
                        <a:pt x="8107" y="5972"/>
                      </a:cubicBezTo>
                      <a:cubicBezTo>
                        <a:pt x="8607" y="8240"/>
                        <a:pt x="9241" y="10542"/>
                        <a:pt x="9975" y="1277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37"/>
                <p:cNvSpPr/>
                <p:nvPr/>
              </p:nvSpPr>
              <p:spPr>
                <a:xfrm>
                  <a:off x="5481575" y="1069550"/>
                  <a:ext cx="492875" cy="134275"/>
                </a:xfrm>
                <a:custGeom>
                  <a:rect b="b" l="l" r="r" t="t"/>
                  <a:pathLst>
                    <a:path extrusionOk="0" fill="none" h="5371" w="19715">
                      <a:moveTo>
                        <a:pt x="1" y="4170"/>
                      </a:moveTo>
                      <a:cubicBezTo>
                        <a:pt x="5138" y="5371"/>
                        <a:pt x="8974" y="3636"/>
                        <a:pt x="12143" y="1801"/>
                      </a:cubicBezTo>
                      <a:cubicBezTo>
                        <a:pt x="15312" y="0"/>
                        <a:pt x="19715" y="1801"/>
                        <a:pt x="19715" y="180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80" name="Google Shape;280;p37"/>
          <p:cNvSpPr txBox="1"/>
          <p:nvPr>
            <p:ph type="title"/>
          </p:nvPr>
        </p:nvSpPr>
        <p:spPr>
          <a:xfrm>
            <a:off x="713225" y="804575"/>
            <a:ext cx="3732600" cy="24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81" name="Google Shape;281;p37"/>
          <p:cNvSpPr txBox="1"/>
          <p:nvPr>
            <p:ph idx="1" type="subTitle"/>
          </p:nvPr>
        </p:nvSpPr>
        <p:spPr>
          <a:xfrm>
            <a:off x="713225" y="3421800"/>
            <a:ext cx="4018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2" name="Google Shape;282;p37"/>
          <p:cNvGrpSpPr/>
          <p:nvPr/>
        </p:nvGrpSpPr>
        <p:grpSpPr>
          <a:xfrm>
            <a:off x="5362125" y="4800725"/>
            <a:ext cx="442000" cy="203375"/>
            <a:chOff x="3029000" y="3167975"/>
            <a:chExt cx="442000" cy="203375"/>
          </a:xfrm>
        </p:grpSpPr>
        <p:sp>
          <p:nvSpPr>
            <p:cNvPr id="283" name="Google Shape;283;p37"/>
            <p:cNvSpPr/>
            <p:nvPr/>
          </p:nvSpPr>
          <p:spPr>
            <a:xfrm>
              <a:off x="3134900" y="3167975"/>
              <a:ext cx="189500" cy="203375"/>
            </a:xfrm>
            <a:custGeom>
              <a:rect b="b" l="l" r="r" t="t"/>
              <a:pathLst>
                <a:path extrusionOk="0" h="8135" w="7580">
                  <a:moveTo>
                    <a:pt x="4307" y="1"/>
                  </a:moveTo>
                  <a:cubicBezTo>
                    <a:pt x="3145" y="1"/>
                    <a:pt x="1903" y="214"/>
                    <a:pt x="1235" y="724"/>
                  </a:cubicBezTo>
                  <a:cubicBezTo>
                    <a:pt x="1" y="1691"/>
                    <a:pt x="201" y="6661"/>
                    <a:pt x="1869" y="7262"/>
                  </a:cubicBezTo>
                  <a:cubicBezTo>
                    <a:pt x="3134" y="7717"/>
                    <a:pt x="4841" y="8134"/>
                    <a:pt x="5621" y="8134"/>
                  </a:cubicBezTo>
                  <a:cubicBezTo>
                    <a:pt x="5868" y="8134"/>
                    <a:pt x="6022" y="8092"/>
                    <a:pt x="6039" y="7996"/>
                  </a:cubicBezTo>
                  <a:cubicBezTo>
                    <a:pt x="6139" y="7595"/>
                    <a:pt x="3370" y="6028"/>
                    <a:pt x="3370" y="6028"/>
                  </a:cubicBezTo>
                  <a:lnTo>
                    <a:pt x="3537" y="1558"/>
                  </a:lnTo>
                  <a:cubicBezTo>
                    <a:pt x="3945" y="1618"/>
                    <a:pt x="4333" y="1645"/>
                    <a:pt x="4692" y="1645"/>
                  </a:cubicBezTo>
                  <a:cubicBezTo>
                    <a:pt x="6505" y="1645"/>
                    <a:pt x="7580" y="958"/>
                    <a:pt x="6772" y="457"/>
                  </a:cubicBezTo>
                  <a:cubicBezTo>
                    <a:pt x="6330" y="173"/>
                    <a:pt x="5351" y="1"/>
                    <a:pt x="43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7"/>
            <p:cNvSpPr/>
            <p:nvPr/>
          </p:nvSpPr>
          <p:spPr>
            <a:xfrm>
              <a:off x="3351725" y="3228375"/>
              <a:ext cx="106775" cy="64450"/>
            </a:xfrm>
            <a:custGeom>
              <a:rect b="b" l="l" r="r" t="t"/>
              <a:pathLst>
                <a:path extrusionOk="0" h="2578" w="4271">
                  <a:moveTo>
                    <a:pt x="3786" y="1"/>
                  </a:moveTo>
                  <a:cubicBezTo>
                    <a:pt x="2892" y="1"/>
                    <a:pt x="228" y="818"/>
                    <a:pt x="1" y="2577"/>
                  </a:cubicBezTo>
                  <a:cubicBezTo>
                    <a:pt x="1" y="2577"/>
                    <a:pt x="4270" y="376"/>
                    <a:pt x="4070" y="76"/>
                  </a:cubicBezTo>
                  <a:cubicBezTo>
                    <a:pt x="4045" y="26"/>
                    <a:pt x="3943" y="1"/>
                    <a:pt x="37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3346125" y="3292800"/>
              <a:ext cx="124875" cy="55525"/>
            </a:xfrm>
            <a:custGeom>
              <a:rect b="b" l="l" r="r" t="t"/>
              <a:pathLst>
                <a:path extrusionOk="0" h="2221" w="4995">
                  <a:moveTo>
                    <a:pt x="225" y="0"/>
                  </a:moveTo>
                  <a:lnTo>
                    <a:pt x="225" y="0"/>
                  </a:lnTo>
                  <a:cubicBezTo>
                    <a:pt x="0" y="366"/>
                    <a:pt x="1880" y="2220"/>
                    <a:pt x="3495" y="2220"/>
                  </a:cubicBezTo>
                  <a:cubicBezTo>
                    <a:pt x="3798" y="2220"/>
                    <a:pt x="4092" y="2155"/>
                    <a:pt x="4361" y="2002"/>
                  </a:cubicBezTo>
                  <a:cubicBezTo>
                    <a:pt x="4995" y="1668"/>
                    <a:pt x="225" y="1"/>
                    <a:pt x="2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3029000" y="3184850"/>
              <a:ext cx="334850" cy="165025"/>
            </a:xfrm>
            <a:custGeom>
              <a:rect b="b" l="l" r="r" t="t"/>
              <a:pathLst>
                <a:path extrusionOk="0" h="6601" w="13394">
                  <a:moveTo>
                    <a:pt x="5827" y="0"/>
                  </a:moveTo>
                  <a:cubicBezTo>
                    <a:pt x="5708" y="0"/>
                    <a:pt x="5589" y="5"/>
                    <a:pt x="5471" y="15"/>
                  </a:cubicBezTo>
                  <a:cubicBezTo>
                    <a:pt x="2002" y="316"/>
                    <a:pt x="1" y="4585"/>
                    <a:pt x="167" y="5286"/>
                  </a:cubicBezTo>
                  <a:cubicBezTo>
                    <a:pt x="262" y="5682"/>
                    <a:pt x="2308" y="6601"/>
                    <a:pt x="5208" y="6601"/>
                  </a:cubicBezTo>
                  <a:cubicBezTo>
                    <a:pt x="7437" y="6601"/>
                    <a:pt x="10170" y="6058"/>
                    <a:pt x="12910" y="4318"/>
                  </a:cubicBezTo>
                  <a:cubicBezTo>
                    <a:pt x="13393" y="3996"/>
                    <a:pt x="9238" y="0"/>
                    <a:pt x="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3164925" y="3257775"/>
              <a:ext cx="20875" cy="92600"/>
            </a:xfrm>
            <a:custGeom>
              <a:rect b="b" l="l" r="r" t="t"/>
              <a:pathLst>
                <a:path extrusionOk="0" fill="none" h="3704" w="835">
                  <a:moveTo>
                    <a:pt x="1" y="0"/>
                  </a:moveTo>
                  <a:cubicBezTo>
                    <a:pt x="835" y="1535"/>
                    <a:pt x="468" y="3169"/>
                    <a:pt x="34" y="370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3081550" y="3257050"/>
              <a:ext cx="28375" cy="25675"/>
            </a:xfrm>
            <a:custGeom>
              <a:rect b="b" l="l" r="r" t="t"/>
              <a:pathLst>
                <a:path extrusionOk="0" h="1027" w="1135">
                  <a:moveTo>
                    <a:pt x="563" y="0"/>
                  </a:moveTo>
                  <a:cubicBezTo>
                    <a:pt x="508" y="0"/>
                    <a:pt x="454" y="9"/>
                    <a:pt x="400" y="29"/>
                  </a:cubicBezTo>
                  <a:cubicBezTo>
                    <a:pt x="133" y="130"/>
                    <a:pt x="0" y="396"/>
                    <a:pt x="100" y="663"/>
                  </a:cubicBezTo>
                  <a:cubicBezTo>
                    <a:pt x="153" y="877"/>
                    <a:pt x="356" y="1026"/>
                    <a:pt x="572" y="1026"/>
                  </a:cubicBezTo>
                  <a:cubicBezTo>
                    <a:pt x="626" y="1026"/>
                    <a:pt x="681" y="1017"/>
                    <a:pt x="734" y="997"/>
                  </a:cubicBezTo>
                  <a:cubicBezTo>
                    <a:pt x="1001" y="897"/>
                    <a:pt x="1134" y="630"/>
                    <a:pt x="1067" y="363"/>
                  </a:cubicBezTo>
                  <a:cubicBezTo>
                    <a:pt x="987" y="150"/>
                    <a:pt x="779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3088200" y="3264950"/>
              <a:ext cx="7550" cy="7025"/>
            </a:xfrm>
            <a:custGeom>
              <a:rect b="b" l="l" r="r" t="t"/>
              <a:pathLst>
                <a:path extrusionOk="0" h="281" w="302">
                  <a:moveTo>
                    <a:pt x="159" y="1"/>
                  </a:moveTo>
                  <a:cubicBezTo>
                    <a:pt x="139" y="1"/>
                    <a:pt x="119" y="5"/>
                    <a:pt x="101" y="14"/>
                  </a:cubicBezTo>
                  <a:cubicBezTo>
                    <a:pt x="34" y="14"/>
                    <a:pt x="1" y="114"/>
                    <a:pt x="34" y="180"/>
                  </a:cubicBezTo>
                  <a:cubicBezTo>
                    <a:pt x="34" y="247"/>
                    <a:pt x="134" y="281"/>
                    <a:pt x="201" y="281"/>
                  </a:cubicBezTo>
                  <a:cubicBezTo>
                    <a:pt x="268" y="247"/>
                    <a:pt x="301" y="147"/>
                    <a:pt x="268" y="80"/>
                  </a:cubicBezTo>
                  <a:cubicBezTo>
                    <a:pt x="268" y="32"/>
                    <a:pt x="214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>
            <p:ph type="title"/>
          </p:nvPr>
        </p:nvSpPr>
        <p:spPr>
          <a:xfrm>
            <a:off x="3328900" y="1948050"/>
            <a:ext cx="5101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2" name="Google Shape;292;p38"/>
          <p:cNvSpPr txBox="1"/>
          <p:nvPr>
            <p:ph idx="2" type="title"/>
          </p:nvPr>
        </p:nvSpPr>
        <p:spPr>
          <a:xfrm>
            <a:off x="5891775" y="987750"/>
            <a:ext cx="2538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93" name="Google Shape;293;p38"/>
          <p:cNvSpPr txBox="1"/>
          <p:nvPr>
            <p:ph idx="1" type="subTitle"/>
          </p:nvPr>
        </p:nvSpPr>
        <p:spPr>
          <a:xfrm>
            <a:off x="3328983" y="2789850"/>
            <a:ext cx="5101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6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39"/>
          <p:cNvGrpSpPr/>
          <p:nvPr/>
        </p:nvGrpSpPr>
        <p:grpSpPr>
          <a:xfrm>
            <a:off x="-3525" y="539500"/>
            <a:ext cx="9158100" cy="4711979"/>
            <a:chOff x="-3525" y="539500"/>
            <a:chExt cx="9158100" cy="4711979"/>
          </a:xfrm>
        </p:grpSpPr>
        <p:grpSp>
          <p:nvGrpSpPr>
            <p:cNvPr id="296" name="Google Shape;296;p39"/>
            <p:cNvGrpSpPr/>
            <p:nvPr/>
          </p:nvGrpSpPr>
          <p:grpSpPr>
            <a:xfrm>
              <a:off x="-3525" y="539500"/>
              <a:ext cx="9158100" cy="4711979"/>
              <a:chOff x="-3525" y="539500"/>
              <a:chExt cx="9158100" cy="4711979"/>
            </a:xfrm>
          </p:grpSpPr>
          <p:sp>
            <p:nvSpPr>
              <p:cNvPr id="297" name="Google Shape;297;p39"/>
              <p:cNvSpPr/>
              <p:nvPr/>
            </p:nvSpPr>
            <p:spPr>
              <a:xfrm flipH="1">
                <a:off x="7050" y="539500"/>
                <a:ext cx="9144000" cy="460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8" name="Google Shape;298;p39"/>
              <p:cNvCxnSpPr/>
              <p:nvPr/>
            </p:nvCxnSpPr>
            <p:spPr>
              <a:xfrm rot="10800000">
                <a:off x="-3525" y="539666"/>
                <a:ext cx="9158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99" name="Google Shape;299;p39"/>
              <p:cNvGrpSpPr/>
              <p:nvPr/>
            </p:nvGrpSpPr>
            <p:grpSpPr>
              <a:xfrm flipH="1">
                <a:off x="6812" y="4226050"/>
                <a:ext cx="1741126" cy="959085"/>
                <a:chOff x="7403112" y="4226050"/>
                <a:chExt cx="1741126" cy="959085"/>
              </a:xfrm>
            </p:grpSpPr>
            <p:sp>
              <p:nvSpPr>
                <p:cNvPr id="300" name="Google Shape;300;p39"/>
                <p:cNvSpPr/>
                <p:nvPr/>
              </p:nvSpPr>
              <p:spPr>
                <a:xfrm>
                  <a:off x="7922745" y="4226050"/>
                  <a:ext cx="1221493" cy="926847"/>
                </a:xfrm>
                <a:custGeom>
                  <a:rect b="b" l="l" r="r" t="t"/>
                  <a:pathLst>
                    <a:path extrusionOk="0" h="30931" w="40764">
                      <a:moveTo>
                        <a:pt x="37643" y="1"/>
                      </a:moveTo>
                      <a:cubicBezTo>
                        <a:pt x="36339" y="1"/>
                        <a:pt x="34901" y="1033"/>
                        <a:pt x="34392" y="2844"/>
                      </a:cubicBezTo>
                      <a:cubicBezTo>
                        <a:pt x="33458" y="6080"/>
                        <a:pt x="36427" y="9048"/>
                        <a:pt x="37795" y="11550"/>
                      </a:cubicBezTo>
                      <a:cubicBezTo>
                        <a:pt x="38740" y="13256"/>
                        <a:pt x="37486" y="14803"/>
                        <a:pt x="36137" y="14803"/>
                      </a:cubicBezTo>
                      <a:cubicBezTo>
                        <a:pt x="35534" y="14803"/>
                        <a:pt x="34912" y="14494"/>
                        <a:pt x="34459" y="13752"/>
                      </a:cubicBezTo>
                      <a:cubicBezTo>
                        <a:pt x="32991" y="11350"/>
                        <a:pt x="34359" y="9148"/>
                        <a:pt x="33425" y="7847"/>
                      </a:cubicBezTo>
                      <a:cubicBezTo>
                        <a:pt x="33198" y="7520"/>
                        <a:pt x="32945" y="7363"/>
                        <a:pt x="32687" y="7363"/>
                      </a:cubicBezTo>
                      <a:cubicBezTo>
                        <a:pt x="31921" y="7363"/>
                        <a:pt x="31105" y="8738"/>
                        <a:pt x="30756" y="11083"/>
                      </a:cubicBezTo>
                      <a:cubicBezTo>
                        <a:pt x="30289" y="14219"/>
                        <a:pt x="32324" y="14619"/>
                        <a:pt x="33992" y="17254"/>
                      </a:cubicBezTo>
                      <a:cubicBezTo>
                        <a:pt x="35660" y="19923"/>
                        <a:pt x="36394" y="24259"/>
                        <a:pt x="33992" y="25193"/>
                      </a:cubicBezTo>
                      <a:cubicBezTo>
                        <a:pt x="33553" y="25364"/>
                        <a:pt x="33191" y="25444"/>
                        <a:pt x="32892" y="25444"/>
                      </a:cubicBezTo>
                      <a:cubicBezTo>
                        <a:pt x="31557" y="25444"/>
                        <a:pt x="31490" y="23835"/>
                        <a:pt x="31490" y="21491"/>
                      </a:cubicBezTo>
                      <a:cubicBezTo>
                        <a:pt x="31490" y="20222"/>
                        <a:pt x="30786" y="19625"/>
                        <a:pt x="30023" y="19625"/>
                      </a:cubicBezTo>
                      <a:cubicBezTo>
                        <a:pt x="29061" y="19625"/>
                        <a:pt x="28005" y="20575"/>
                        <a:pt x="28154" y="22325"/>
                      </a:cubicBezTo>
                      <a:cubicBezTo>
                        <a:pt x="28421" y="25460"/>
                        <a:pt x="28788" y="27395"/>
                        <a:pt x="25653" y="27795"/>
                      </a:cubicBezTo>
                      <a:cubicBezTo>
                        <a:pt x="25516" y="27811"/>
                        <a:pt x="25387" y="27819"/>
                        <a:pt x="25267" y="27819"/>
                      </a:cubicBezTo>
                      <a:cubicBezTo>
                        <a:pt x="22622" y="27819"/>
                        <a:pt x="23775" y="24091"/>
                        <a:pt x="25019" y="21858"/>
                      </a:cubicBezTo>
                      <a:cubicBezTo>
                        <a:pt x="26286" y="19556"/>
                        <a:pt x="29455" y="19022"/>
                        <a:pt x="29822" y="16620"/>
                      </a:cubicBezTo>
                      <a:cubicBezTo>
                        <a:pt x="30189" y="14252"/>
                        <a:pt x="28688" y="14386"/>
                        <a:pt x="28755" y="11817"/>
                      </a:cubicBezTo>
                      <a:cubicBezTo>
                        <a:pt x="28788" y="9282"/>
                        <a:pt x="30256" y="7481"/>
                        <a:pt x="30189" y="4679"/>
                      </a:cubicBezTo>
                      <a:cubicBezTo>
                        <a:pt x="30152" y="3123"/>
                        <a:pt x="29029" y="2336"/>
                        <a:pt x="27786" y="2336"/>
                      </a:cubicBezTo>
                      <a:cubicBezTo>
                        <a:pt x="26818" y="2336"/>
                        <a:pt x="25776" y="2814"/>
                        <a:pt x="25119" y="3778"/>
                      </a:cubicBezTo>
                      <a:cubicBezTo>
                        <a:pt x="23584" y="5979"/>
                        <a:pt x="25286" y="8014"/>
                        <a:pt x="26453" y="12918"/>
                      </a:cubicBezTo>
                      <a:cubicBezTo>
                        <a:pt x="27039" y="15379"/>
                        <a:pt x="26112" y="16437"/>
                        <a:pt x="25056" y="16437"/>
                      </a:cubicBezTo>
                      <a:cubicBezTo>
                        <a:pt x="24009" y="16437"/>
                        <a:pt x="22834" y="15396"/>
                        <a:pt x="22884" y="13652"/>
                      </a:cubicBezTo>
                      <a:cubicBezTo>
                        <a:pt x="22958" y="11056"/>
                        <a:pt x="22867" y="9119"/>
                        <a:pt x="21810" y="9119"/>
                      </a:cubicBezTo>
                      <a:cubicBezTo>
                        <a:pt x="21441" y="9119"/>
                        <a:pt x="20954" y="9356"/>
                        <a:pt x="20315" y="9882"/>
                      </a:cubicBezTo>
                      <a:cubicBezTo>
                        <a:pt x="17814" y="11884"/>
                        <a:pt x="20382" y="16153"/>
                        <a:pt x="22250" y="19823"/>
                      </a:cubicBezTo>
                      <a:cubicBezTo>
                        <a:pt x="23494" y="22311"/>
                        <a:pt x="22714" y="23649"/>
                        <a:pt x="21822" y="23649"/>
                      </a:cubicBezTo>
                      <a:cubicBezTo>
                        <a:pt x="21399" y="23649"/>
                        <a:pt x="20951" y="23348"/>
                        <a:pt x="20682" y="22725"/>
                      </a:cubicBezTo>
                      <a:cubicBezTo>
                        <a:pt x="20188" y="21558"/>
                        <a:pt x="19435" y="20825"/>
                        <a:pt x="18675" y="20825"/>
                      </a:cubicBezTo>
                      <a:cubicBezTo>
                        <a:pt x="18153" y="20825"/>
                        <a:pt x="17628" y="21170"/>
                        <a:pt x="17180" y="21958"/>
                      </a:cubicBezTo>
                      <a:cubicBezTo>
                        <a:pt x="16046" y="23926"/>
                        <a:pt x="17347" y="27428"/>
                        <a:pt x="15979" y="29229"/>
                      </a:cubicBezTo>
                      <a:cubicBezTo>
                        <a:pt x="15530" y="29821"/>
                        <a:pt x="15016" y="30107"/>
                        <a:pt x="14507" y="30107"/>
                      </a:cubicBezTo>
                      <a:cubicBezTo>
                        <a:pt x="13466" y="30107"/>
                        <a:pt x="12446" y="28912"/>
                        <a:pt x="12043" y="26694"/>
                      </a:cubicBezTo>
                      <a:cubicBezTo>
                        <a:pt x="11442" y="23359"/>
                        <a:pt x="13944" y="22792"/>
                        <a:pt x="15512" y="19823"/>
                      </a:cubicBezTo>
                      <a:cubicBezTo>
                        <a:pt x="16814" y="17358"/>
                        <a:pt x="15241" y="15744"/>
                        <a:pt x="13277" y="15744"/>
                      </a:cubicBezTo>
                      <a:cubicBezTo>
                        <a:pt x="12875" y="15744"/>
                        <a:pt x="12456" y="15812"/>
                        <a:pt x="12043" y="15953"/>
                      </a:cubicBezTo>
                      <a:cubicBezTo>
                        <a:pt x="9574" y="16787"/>
                        <a:pt x="11342" y="19956"/>
                        <a:pt x="10709" y="23659"/>
                      </a:cubicBezTo>
                      <a:cubicBezTo>
                        <a:pt x="10514" y="24747"/>
                        <a:pt x="10065" y="25184"/>
                        <a:pt x="9527" y="25184"/>
                      </a:cubicBezTo>
                      <a:cubicBezTo>
                        <a:pt x="8215" y="25184"/>
                        <a:pt x="6372" y="22594"/>
                        <a:pt x="6372" y="20490"/>
                      </a:cubicBezTo>
                      <a:cubicBezTo>
                        <a:pt x="6372" y="18504"/>
                        <a:pt x="5151" y="16412"/>
                        <a:pt x="3783" y="16412"/>
                      </a:cubicBezTo>
                      <a:cubicBezTo>
                        <a:pt x="3128" y="16412"/>
                        <a:pt x="2440" y="16890"/>
                        <a:pt x="1836" y="18088"/>
                      </a:cubicBezTo>
                      <a:cubicBezTo>
                        <a:pt x="1" y="21791"/>
                        <a:pt x="3403" y="24660"/>
                        <a:pt x="4704" y="26127"/>
                      </a:cubicBezTo>
                      <a:cubicBezTo>
                        <a:pt x="6005" y="27595"/>
                        <a:pt x="6472" y="29530"/>
                        <a:pt x="2770" y="30931"/>
                      </a:cubicBezTo>
                      <a:lnTo>
                        <a:pt x="40763" y="30330"/>
                      </a:lnTo>
                      <a:cubicBezTo>
                        <a:pt x="40763" y="30330"/>
                        <a:pt x="40763" y="4979"/>
                        <a:pt x="39929" y="1943"/>
                      </a:cubicBezTo>
                      <a:cubicBezTo>
                        <a:pt x="39567" y="610"/>
                        <a:pt x="38644" y="1"/>
                        <a:pt x="376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1" name="Google Shape;301;p39"/>
                <p:cNvGrpSpPr/>
                <p:nvPr/>
              </p:nvGrpSpPr>
              <p:grpSpPr>
                <a:xfrm rot="739684">
                  <a:off x="7445348" y="4564015"/>
                  <a:ext cx="1077430" cy="512003"/>
                  <a:chOff x="4925350" y="704275"/>
                  <a:chExt cx="1077475" cy="512025"/>
                </a:xfrm>
              </p:grpSpPr>
              <p:sp>
                <p:nvSpPr>
                  <p:cNvPr id="302" name="Google Shape;302;p39"/>
                  <p:cNvSpPr/>
                  <p:nvPr/>
                </p:nvSpPr>
                <p:spPr>
                  <a:xfrm>
                    <a:off x="4925350" y="743200"/>
                    <a:ext cx="670500" cy="172925"/>
                  </a:xfrm>
                  <a:custGeom>
                    <a:rect b="b" l="l" r="r" t="t"/>
                    <a:pathLst>
                      <a:path extrusionOk="0" h="6917" w="26820">
                        <a:moveTo>
                          <a:pt x="13408" y="0"/>
                        </a:moveTo>
                        <a:cubicBezTo>
                          <a:pt x="6185" y="0"/>
                          <a:pt x="1" y="4481"/>
                          <a:pt x="1" y="4481"/>
                        </a:cubicBezTo>
                        <a:cubicBezTo>
                          <a:pt x="904" y="4638"/>
                          <a:pt x="1765" y="4704"/>
                          <a:pt x="2589" y="4704"/>
                        </a:cubicBezTo>
                        <a:cubicBezTo>
                          <a:pt x="6608" y="4704"/>
                          <a:pt x="9749" y="3155"/>
                          <a:pt x="12638" y="3155"/>
                        </a:cubicBezTo>
                        <a:cubicBezTo>
                          <a:pt x="13686" y="3155"/>
                          <a:pt x="14701" y="3359"/>
                          <a:pt x="15712" y="3914"/>
                        </a:cubicBezTo>
                        <a:cubicBezTo>
                          <a:pt x="20082" y="6316"/>
                          <a:pt x="26820" y="6916"/>
                          <a:pt x="26820" y="6916"/>
                        </a:cubicBezTo>
                        <a:cubicBezTo>
                          <a:pt x="26820" y="6916"/>
                          <a:pt x="22383" y="579"/>
                          <a:pt x="14644" y="45"/>
                        </a:cubicBezTo>
                        <a:cubicBezTo>
                          <a:pt x="14229" y="14"/>
                          <a:pt x="13817" y="0"/>
                          <a:pt x="13408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3" name="Google Shape;303;p39"/>
                  <p:cNvSpPr/>
                  <p:nvPr/>
                </p:nvSpPr>
                <p:spPr>
                  <a:xfrm>
                    <a:off x="5240575" y="942350"/>
                    <a:ext cx="567925" cy="146325"/>
                  </a:xfrm>
                  <a:custGeom>
                    <a:rect b="b" l="l" r="r" t="t"/>
                    <a:pathLst>
                      <a:path extrusionOk="0" h="5853" w="22717">
                        <a:moveTo>
                          <a:pt x="17929" y="1"/>
                        </a:moveTo>
                        <a:cubicBezTo>
                          <a:pt x="15911" y="1"/>
                          <a:pt x="13527" y="302"/>
                          <a:pt x="11342" y="1352"/>
                        </a:cubicBezTo>
                        <a:cubicBezTo>
                          <a:pt x="5588" y="4132"/>
                          <a:pt x="1548" y="4364"/>
                          <a:pt x="361" y="4364"/>
                        </a:cubicBezTo>
                        <a:cubicBezTo>
                          <a:pt x="124" y="4364"/>
                          <a:pt x="1" y="4354"/>
                          <a:pt x="1" y="4354"/>
                        </a:cubicBezTo>
                        <a:lnTo>
                          <a:pt x="1" y="4354"/>
                        </a:lnTo>
                        <a:cubicBezTo>
                          <a:pt x="2237" y="5423"/>
                          <a:pt x="4500" y="5852"/>
                          <a:pt x="6647" y="5852"/>
                        </a:cubicBezTo>
                        <a:cubicBezTo>
                          <a:pt x="10265" y="5852"/>
                          <a:pt x="13551" y="4631"/>
                          <a:pt x="15812" y="3187"/>
                        </a:cubicBezTo>
                        <a:cubicBezTo>
                          <a:pt x="17880" y="1786"/>
                          <a:pt x="20248" y="918"/>
                          <a:pt x="22717" y="552"/>
                        </a:cubicBezTo>
                        <a:cubicBezTo>
                          <a:pt x="22717" y="552"/>
                          <a:pt x="20657" y="1"/>
                          <a:pt x="1792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4" name="Google Shape;304;p39"/>
                  <p:cNvSpPr/>
                  <p:nvPr/>
                </p:nvSpPr>
                <p:spPr>
                  <a:xfrm>
                    <a:off x="5482425" y="1051825"/>
                    <a:ext cx="492875" cy="164475"/>
                  </a:xfrm>
                  <a:custGeom>
                    <a:rect b="b" l="l" r="r" t="t"/>
                    <a:pathLst>
                      <a:path extrusionOk="0" h="6579" w="19715">
                        <a:moveTo>
                          <a:pt x="14944" y="0"/>
                        </a:moveTo>
                        <a:cubicBezTo>
                          <a:pt x="12982" y="0"/>
                          <a:pt x="10528" y="740"/>
                          <a:pt x="8540" y="2344"/>
                        </a:cubicBezTo>
                        <a:cubicBezTo>
                          <a:pt x="5471" y="4845"/>
                          <a:pt x="0" y="4879"/>
                          <a:pt x="0" y="4879"/>
                        </a:cubicBezTo>
                        <a:cubicBezTo>
                          <a:pt x="0" y="4879"/>
                          <a:pt x="2899" y="6579"/>
                          <a:pt x="6353" y="6579"/>
                        </a:cubicBezTo>
                        <a:cubicBezTo>
                          <a:pt x="7172" y="6579"/>
                          <a:pt x="8023" y="6483"/>
                          <a:pt x="8873" y="6246"/>
                        </a:cubicBezTo>
                        <a:cubicBezTo>
                          <a:pt x="12727" y="5166"/>
                          <a:pt x="14306" y="2323"/>
                          <a:pt x="17994" y="2323"/>
                        </a:cubicBezTo>
                        <a:cubicBezTo>
                          <a:pt x="18521" y="2323"/>
                          <a:pt x="19090" y="2381"/>
                          <a:pt x="19714" y="2510"/>
                        </a:cubicBezTo>
                        <a:cubicBezTo>
                          <a:pt x="19714" y="2510"/>
                          <a:pt x="19314" y="1877"/>
                          <a:pt x="17613" y="676"/>
                        </a:cubicBezTo>
                        <a:cubicBezTo>
                          <a:pt x="16990" y="233"/>
                          <a:pt x="16044" y="0"/>
                          <a:pt x="14944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5" name="Google Shape;305;p39"/>
                  <p:cNvSpPr/>
                  <p:nvPr/>
                </p:nvSpPr>
                <p:spPr>
                  <a:xfrm>
                    <a:off x="5657550" y="704275"/>
                    <a:ext cx="271875" cy="318600"/>
                  </a:xfrm>
                  <a:custGeom>
                    <a:rect b="b" l="l" r="r" t="t"/>
                    <a:pathLst>
                      <a:path extrusionOk="0" h="12744" w="10875">
                        <a:moveTo>
                          <a:pt x="0" y="1"/>
                        </a:moveTo>
                        <a:cubicBezTo>
                          <a:pt x="0" y="1"/>
                          <a:pt x="3503" y="1702"/>
                          <a:pt x="5104" y="4437"/>
                        </a:cubicBezTo>
                        <a:cubicBezTo>
                          <a:pt x="6705" y="7139"/>
                          <a:pt x="9941" y="12743"/>
                          <a:pt x="9941" y="12743"/>
                        </a:cubicBezTo>
                        <a:cubicBezTo>
                          <a:pt x="8273" y="8540"/>
                          <a:pt x="10875" y="7439"/>
                          <a:pt x="8840" y="3937"/>
                        </a:cubicBezTo>
                        <a:cubicBezTo>
                          <a:pt x="6805" y="434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6" name="Google Shape;306;p39"/>
                  <p:cNvSpPr/>
                  <p:nvPr/>
                </p:nvSpPr>
                <p:spPr>
                  <a:xfrm>
                    <a:off x="4925350" y="750975"/>
                    <a:ext cx="1077475" cy="422825"/>
                  </a:xfrm>
                  <a:custGeom>
                    <a:rect b="b" l="l" r="r" t="t"/>
                    <a:pathLst>
                      <a:path extrusionOk="0" fill="none" h="16913" w="43099">
                        <a:moveTo>
                          <a:pt x="43098" y="16913"/>
                        </a:moveTo>
                        <a:cubicBezTo>
                          <a:pt x="40963" y="11642"/>
                          <a:pt x="37027" y="7406"/>
                          <a:pt x="30356" y="7106"/>
                        </a:cubicBezTo>
                        <a:cubicBezTo>
                          <a:pt x="23718" y="6839"/>
                          <a:pt x="20549" y="3170"/>
                          <a:pt x="15145" y="1602"/>
                        </a:cubicBezTo>
                        <a:cubicBezTo>
                          <a:pt x="9741" y="1"/>
                          <a:pt x="1" y="4170"/>
                          <a:pt x="1" y="417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7" name="Google Shape;307;p39"/>
                  <p:cNvSpPr/>
                  <p:nvPr/>
                </p:nvSpPr>
                <p:spPr>
                  <a:xfrm>
                    <a:off x="5240575" y="954450"/>
                    <a:ext cx="567925" cy="117625"/>
                  </a:xfrm>
                  <a:custGeom>
                    <a:rect b="b" l="l" r="r" t="t"/>
                    <a:pathLst>
                      <a:path extrusionOk="0" fill="none" h="4705" w="22717">
                        <a:moveTo>
                          <a:pt x="1" y="3870"/>
                        </a:moveTo>
                        <a:cubicBezTo>
                          <a:pt x="8774" y="4704"/>
                          <a:pt x="12343" y="2803"/>
                          <a:pt x="14978" y="1402"/>
                        </a:cubicBezTo>
                        <a:cubicBezTo>
                          <a:pt x="17613" y="1"/>
                          <a:pt x="22717" y="68"/>
                          <a:pt x="22717" y="68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8" name="Google Shape;308;p39"/>
                  <p:cNvSpPr/>
                  <p:nvPr/>
                </p:nvSpPr>
                <p:spPr>
                  <a:xfrm>
                    <a:off x="5656700" y="704275"/>
                    <a:ext cx="249375" cy="319425"/>
                  </a:xfrm>
                  <a:custGeom>
                    <a:rect b="b" l="l" r="r" t="t"/>
                    <a:pathLst>
                      <a:path extrusionOk="0" fill="none" h="12777" w="9975">
                        <a:moveTo>
                          <a:pt x="1" y="1"/>
                        </a:moveTo>
                        <a:cubicBezTo>
                          <a:pt x="4037" y="768"/>
                          <a:pt x="7573" y="3470"/>
                          <a:pt x="8107" y="5972"/>
                        </a:cubicBezTo>
                        <a:cubicBezTo>
                          <a:pt x="8607" y="8240"/>
                          <a:pt x="9241" y="10542"/>
                          <a:pt x="9975" y="1277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9" name="Google Shape;309;p39"/>
                  <p:cNvSpPr/>
                  <p:nvPr/>
                </p:nvSpPr>
                <p:spPr>
                  <a:xfrm>
                    <a:off x="5481575" y="1069550"/>
                    <a:ext cx="492875" cy="134275"/>
                  </a:xfrm>
                  <a:custGeom>
                    <a:rect b="b" l="l" r="r" t="t"/>
                    <a:pathLst>
                      <a:path extrusionOk="0" fill="none" h="5371" w="19715">
                        <a:moveTo>
                          <a:pt x="1" y="4170"/>
                        </a:moveTo>
                        <a:cubicBezTo>
                          <a:pt x="5138" y="5371"/>
                          <a:pt x="8974" y="3636"/>
                          <a:pt x="12143" y="1801"/>
                        </a:cubicBezTo>
                        <a:cubicBezTo>
                          <a:pt x="15312" y="0"/>
                          <a:pt x="19715" y="1801"/>
                          <a:pt x="19715" y="180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10" name="Google Shape;310;p39"/>
              <p:cNvGrpSpPr/>
              <p:nvPr/>
            </p:nvGrpSpPr>
            <p:grpSpPr>
              <a:xfrm flipH="1">
                <a:off x="7993800" y="3780600"/>
                <a:ext cx="1160775" cy="1372325"/>
                <a:chOff x="-3525" y="3780600"/>
                <a:chExt cx="1160775" cy="1372325"/>
              </a:xfrm>
            </p:grpSpPr>
            <p:sp>
              <p:nvSpPr>
                <p:cNvPr id="311" name="Google Shape;311;p39"/>
                <p:cNvSpPr/>
                <p:nvPr/>
              </p:nvSpPr>
              <p:spPr>
                <a:xfrm flipH="1">
                  <a:off x="-3525" y="4379650"/>
                  <a:ext cx="1019100" cy="773275"/>
                </a:xfrm>
                <a:custGeom>
                  <a:rect b="b" l="l" r="r" t="t"/>
                  <a:pathLst>
                    <a:path extrusionOk="0" h="30931" w="40764">
                      <a:moveTo>
                        <a:pt x="37643" y="1"/>
                      </a:moveTo>
                      <a:cubicBezTo>
                        <a:pt x="36339" y="1"/>
                        <a:pt x="34901" y="1033"/>
                        <a:pt x="34392" y="2844"/>
                      </a:cubicBezTo>
                      <a:cubicBezTo>
                        <a:pt x="33458" y="6080"/>
                        <a:pt x="36427" y="9048"/>
                        <a:pt x="37795" y="11550"/>
                      </a:cubicBezTo>
                      <a:cubicBezTo>
                        <a:pt x="38740" y="13256"/>
                        <a:pt x="37486" y="14803"/>
                        <a:pt x="36137" y="14803"/>
                      </a:cubicBezTo>
                      <a:cubicBezTo>
                        <a:pt x="35534" y="14803"/>
                        <a:pt x="34912" y="14494"/>
                        <a:pt x="34459" y="13752"/>
                      </a:cubicBezTo>
                      <a:cubicBezTo>
                        <a:pt x="32991" y="11350"/>
                        <a:pt x="34359" y="9148"/>
                        <a:pt x="33425" y="7847"/>
                      </a:cubicBezTo>
                      <a:cubicBezTo>
                        <a:pt x="33198" y="7520"/>
                        <a:pt x="32945" y="7363"/>
                        <a:pt x="32687" y="7363"/>
                      </a:cubicBezTo>
                      <a:cubicBezTo>
                        <a:pt x="31921" y="7363"/>
                        <a:pt x="31105" y="8738"/>
                        <a:pt x="30756" y="11083"/>
                      </a:cubicBezTo>
                      <a:cubicBezTo>
                        <a:pt x="30289" y="14219"/>
                        <a:pt x="32324" y="14619"/>
                        <a:pt x="33992" y="17254"/>
                      </a:cubicBezTo>
                      <a:cubicBezTo>
                        <a:pt x="35660" y="19923"/>
                        <a:pt x="36394" y="24259"/>
                        <a:pt x="33992" y="25193"/>
                      </a:cubicBezTo>
                      <a:cubicBezTo>
                        <a:pt x="33553" y="25364"/>
                        <a:pt x="33191" y="25444"/>
                        <a:pt x="32892" y="25444"/>
                      </a:cubicBezTo>
                      <a:cubicBezTo>
                        <a:pt x="31557" y="25444"/>
                        <a:pt x="31490" y="23835"/>
                        <a:pt x="31490" y="21491"/>
                      </a:cubicBezTo>
                      <a:cubicBezTo>
                        <a:pt x="31490" y="20222"/>
                        <a:pt x="30786" y="19625"/>
                        <a:pt x="30023" y="19625"/>
                      </a:cubicBezTo>
                      <a:cubicBezTo>
                        <a:pt x="29061" y="19625"/>
                        <a:pt x="28005" y="20575"/>
                        <a:pt x="28154" y="22325"/>
                      </a:cubicBezTo>
                      <a:cubicBezTo>
                        <a:pt x="28421" y="25460"/>
                        <a:pt x="28788" y="27395"/>
                        <a:pt x="25653" y="27795"/>
                      </a:cubicBezTo>
                      <a:cubicBezTo>
                        <a:pt x="25516" y="27811"/>
                        <a:pt x="25387" y="27819"/>
                        <a:pt x="25267" y="27819"/>
                      </a:cubicBezTo>
                      <a:cubicBezTo>
                        <a:pt x="22622" y="27819"/>
                        <a:pt x="23775" y="24091"/>
                        <a:pt x="25019" y="21858"/>
                      </a:cubicBezTo>
                      <a:cubicBezTo>
                        <a:pt x="26286" y="19556"/>
                        <a:pt x="29455" y="19022"/>
                        <a:pt x="29822" y="16620"/>
                      </a:cubicBezTo>
                      <a:cubicBezTo>
                        <a:pt x="30189" y="14252"/>
                        <a:pt x="28688" y="14386"/>
                        <a:pt x="28755" y="11817"/>
                      </a:cubicBezTo>
                      <a:cubicBezTo>
                        <a:pt x="28788" y="9282"/>
                        <a:pt x="30256" y="7481"/>
                        <a:pt x="30189" y="4679"/>
                      </a:cubicBezTo>
                      <a:cubicBezTo>
                        <a:pt x="30152" y="3123"/>
                        <a:pt x="29029" y="2336"/>
                        <a:pt x="27786" y="2336"/>
                      </a:cubicBezTo>
                      <a:cubicBezTo>
                        <a:pt x="26818" y="2336"/>
                        <a:pt x="25776" y="2814"/>
                        <a:pt x="25119" y="3778"/>
                      </a:cubicBezTo>
                      <a:cubicBezTo>
                        <a:pt x="23584" y="5979"/>
                        <a:pt x="25286" y="8014"/>
                        <a:pt x="26453" y="12918"/>
                      </a:cubicBezTo>
                      <a:cubicBezTo>
                        <a:pt x="27039" y="15379"/>
                        <a:pt x="26112" y="16437"/>
                        <a:pt x="25056" y="16437"/>
                      </a:cubicBezTo>
                      <a:cubicBezTo>
                        <a:pt x="24009" y="16437"/>
                        <a:pt x="22834" y="15396"/>
                        <a:pt x="22884" y="13652"/>
                      </a:cubicBezTo>
                      <a:cubicBezTo>
                        <a:pt x="22958" y="11056"/>
                        <a:pt x="22867" y="9119"/>
                        <a:pt x="21810" y="9119"/>
                      </a:cubicBezTo>
                      <a:cubicBezTo>
                        <a:pt x="21441" y="9119"/>
                        <a:pt x="20954" y="9356"/>
                        <a:pt x="20315" y="9882"/>
                      </a:cubicBezTo>
                      <a:cubicBezTo>
                        <a:pt x="17814" y="11884"/>
                        <a:pt x="20382" y="16153"/>
                        <a:pt x="22250" y="19823"/>
                      </a:cubicBezTo>
                      <a:cubicBezTo>
                        <a:pt x="23494" y="22311"/>
                        <a:pt x="22714" y="23649"/>
                        <a:pt x="21822" y="23649"/>
                      </a:cubicBezTo>
                      <a:cubicBezTo>
                        <a:pt x="21399" y="23649"/>
                        <a:pt x="20951" y="23348"/>
                        <a:pt x="20682" y="22725"/>
                      </a:cubicBezTo>
                      <a:cubicBezTo>
                        <a:pt x="20188" y="21558"/>
                        <a:pt x="19435" y="20825"/>
                        <a:pt x="18675" y="20825"/>
                      </a:cubicBezTo>
                      <a:cubicBezTo>
                        <a:pt x="18153" y="20825"/>
                        <a:pt x="17628" y="21170"/>
                        <a:pt x="17180" y="21958"/>
                      </a:cubicBezTo>
                      <a:cubicBezTo>
                        <a:pt x="16046" y="23926"/>
                        <a:pt x="17347" y="27428"/>
                        <a:pt x="15979" y="29229"/>
                      </a:cubicBezTo>
                      <a:cubicBezTo>
                        <a:pt x="15530" y="29821"/>
                        <a:pt x="15016" y="30107"/>
                        <a:pt x="14507" y="30107"/>
                      </a:cubicBezTo>
                      <a:cubicBezTo>
                        <a:pt x="13466" y="30107"/>
                        <a:pt x="12446" y="28912"/>
                        <a:pt x="12043" y="26694"/>
                      </a:cubicBezTo>
                      <a:cubicBezTo>
                        <a:pt x="11442" y="23359"/>
                        <a:pt x="13944" y="22792"/>
                        <a:pt x="15512" y="19823"/>
                      </a:cubicBezTo>
                      <a:cubicBezTo>
                        <a:pt x="16814" y="17358"/>
                        <a:pt x="15241" y="15744"/>
                        <a:pt x="13277" y="15744"/>
                      </a:cubicBezTo>
                      <a:cubicBezTo>
                        <a:pt x="12875" y="15744"/>
                        <a:pt x="12456" y="15812"/>
                        <a:pt x="12043" y="15953"/>
                      </a:cubicBezTo>
                      <a:cubicBezTo>
                        <a:pt x="9574" y="16787"/>
                        <a:pt x="11342" y="19956"/>
                        <a:pt x="10709" y="23659"/>
                      </a:cubicBezTo>
                      <a:cubicBezTo>
                        <a:pt x="10514" y="24747"/>
                        <a:pt x="10065" y="25184"/>
                        <a:pt x="9527" y="25184"/>
                      </a:cubicBezTo>
                      <a:cubicBezTo>
                        <a:pt x="8215" y="25184"/>
                        <a:pt x="6372" y="22594"/>
                        <a:pt x="6372" y="20490"/>
                      </a:cubicBezTo>
                      <a:cubicBezTo>
                        <a:pt x="6372" y="18504"/>
                        <a:pt x="5151" y="16412"/>
                        <a:pt x="3783" y="16412"/>
                      </a:cubicBezTo>
                      <a:cubicBezTo>
                        <a:pt x="3128" y="16412"/>
                        <a:pt x="2440" y="16890"/>
                        <a:pt x="1836" y="18088"/>
                      </a:cubicBezTo>
                      <a:cubicBezTo>
                        <a:pt x="1" y="21791"/>
                        <a:pt x="3403" y="24660"/>
                        <a:pt x="4704" y="26127"/>
                      </a:cubicBezTo>
                      <a:cubicBezTo>
                        <a:pt x="6005" y="27595"/>
                        <a:pt x="6472" y="29530"/>
                        <a:pt x="2770" y="30931"/>
                      </a:cubicBezTo>
                      <a:lnTo>
                        <a:pt x="40763" y="30330"/>
                      </a:lnTo>
                      <a:cubicBezTo>
                        <a:pt x="40763" y="30330"/>
                        <a:pt x="40763" y="4979"/>
                        <a:pt x="39929" y="1943"/>
                      </a:cubicBezTo>
                      <a:cubicBezTo>
                        <a:pt x="39567" y="610"/>
                        <a:pt x="38644" y="1"/>
                        <a:pt x="376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2" name="Google Shape;312;p39"/>
                <p:cNvGrpSpPr/>
                <p:nvPr/>
              </p:nvGrpSpPr>
              <p:grpSpPr>
                <a:xfrm flipH="1">
                  <a:off x="465050" y="3780600"/>
                  <a:ext cx="692200" cy="1356000"/>
                  <a:chOff x="3978000" y="1359750"/>
                  <a:chExt cx="692200" cy="1356000"/>
                </a:xfrm>
              </p:grpSpPr>
              <p:sp>
                <p:nvSpPr>
                  <p:cNvPr id="313" name="Google Shape;313;p39"/>
                  <p:cNvSpPr/>
                  <p:nvPr/>
                </p:nvSpPr>
                <p:spPr>
                  <a:xfrm>
                    <a:off x="3996350" y="1359750"/>
                    <a:ext cx="206850" cy="477025"/>
                  </a:xfrm>
                  <a:custGeom>
                    <a:rect b="b" l="l" r="r" t="t"/>
                    <a:pathLst>
                      <a:path extrusionOk="0" h="19081" w="8274">
                        <a:moveTo>
                          <a:pt x="3837" y="0"/>
                        </a:moveTo>
                        <a:cubicBezTo>
                          <a:pt x="3837" y="1"/>
                          <a:pt x="2036" y="5271"/>
                          <a:pt x="1035" y="9541"/>
                        </a:cubicBezTo>
                        <a:cubicBezTo>
                          <a:pt x="1" y="13777"/>
                          <a:pt x="2603" y="19081"/>
                          <a:pt x="2603" y="19081"/>
                        </a:cubicBezTo>
                        <a:cubicBezTo>
                          <a:pt x="8273" y="7973"/>
                          <a:pt x="3837" y="1"/>
                          <a:pt x="3837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4" name="Google Shape;314;p39"/>
                  <p:cNvSpPr/>
                  <p:nvPr/>
                </p:nvSpPr>
                <p:spPr>
                  <a:xfrm>
                    <a:off x="4102275" y="1480675"/>
                    <a:ext cx="159300" cy="813100"/>
                  </a:xfrm>
                  <a:custGeom>
                    <a:rect b="b" l="l" r="r" t="t"/>
                    <a:pathLst>
                      <a:path extrusionOk="0" h="32524" w="6372">
                        <a:moveTo>
                          <a:pt x="3336" y="0"/>
                        </a:moveTo>
                        <a:cubicBezTo>
                          <a:pt x="3336" y="1"/>
                          <a:pt x="3803" y="935"/>
                          <a:pt x="3736" y="4704"/>
                        </a:cubicBezTo>
                        <a:cubicBezTo>
                          <a:pt x="3669" y="8473"/>
                          <a:pt x="2402" y="11542"/>
                          <a:pt x="1234" y="16645"/>
                        </a:cubicBezTo>
                        <a:cubicBezTo>
                          <a:pt x="67" y="21749"/>
                          <a:pt x="0" y="26586"/>
                          <a:pt x="4403" y="32524"/>
                        </a:cubicBezTo>
                        <a:cubicBezTo>
                          <a:pt x="4403" y="32524"/>
                          <a:pt x="4337" y="31022"/>
                          <a:pt x="4070" y="28621"/>
                        </a:cubicBezTo>
                        <a:cubicBezTo>
                          <a:pt x="3803" y="26186"/>
                          <a:pt x="5271" y="20415"/>
                          <a:pt x="5838" y="12176"/>
                        </a:cubicBezTo>
                        <a:cubicBezTo>
                          <a:pt x="6371" y="3970"/>
                          <a:pt x="3336" y="1"/>
                          <a:pt x="333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5" name="Google Shape;315;p39"/>
                  <p:cNvSpPr/>
                  <p:nvPr/>
                </p:nvSpPr>
                <p:spPr>
                  <a:xfrm>
                    <a:off x="3978000" y="2038575"/>
                    <a:ext cx="466200" cy="391575"/>
                  </a:xfrm>
                  <a:custGeom>
                    <a:rect b="b" l="l" r="r" t="t"/>
                    <a:pathLst>
                      <a:path extrusionOk="0" h="15663" w="18648">
                        <a:moveTo>
                          <a:pt x="18322" y="15088"/>
                        </a:moveTo>
                        <a:cubicBezTo>
                          <a:pt x="18431" y="15139"/>
                          <a:pt x="18539" y="15191"/>
                          <a:pt x="18648" y="15244"/>
                        </a:cubicBezTo>
                        <a:cubicBezTo>
                          <a:pt x="18538" y="15190"/>
                          <a:pt x="18429" y="15138"/>
                          <a:pt x="18322" y="15088"/>
                        </a:cubicBezTo>
                        <a:close/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735" y="2936"/>
                          <a:pt x="1168" y="5938"/>
                          <a:pt x="1302" y="8973"/>
                        </a:cubicBezTo>
                        <a:cubicBezTo>
                          <a:pt x="1553" y="14117"/>
                          <a:pt x="4104" y="15663"/>
                          <a:pt x="7541" y="15663"/>
                        </a:cubicBezTo>
                        <a:cubicBezTo>
                          <a:pt x="7760" y="15663"/>
                          <a:pt x="7982" y="15657"/>
                          <a:pt x="8207" y="15645"/>
                        </a:cubicBezTo>
                        <a:cubicBezTo>
                          <a:pt x="10798" y="15507"/>
                          <a:pt x="12412" y="14203"/>
                          <a:pt x="14782" y="14203"/>
                        </a:cubicBezTo>
                        <a:cubicBezTo>
                          <a:pt x="15783" y="14203"/>
                          <a:pt x="16920" y="14436"/>
                          <a:pt x="18322" y="15088"/>
                        </a:cubicBezTo>
                        <a:lnTo>
                          <a:pt x="18322" y="15088"/>
                        </a:lnTo>
                        <a:cubicBezTo>
                          <a:pt x="16717" y="14331"/>
                          <a:pt x="15029" y="13751"/>
                          <a:pt x="13310" y="13376"/>
                        </a:cubicBezTo>
                        <a:cubicBezTo>
                          <a:pt x="10542" y="12809"/>
                          <a:pt x="5271" y="13910"/>
                          <a:pt x="4571" y="8973"/>
                        </a:cubicBezTo>
                        <a:cubicBezTo>
                          <a:pt x="3837" y="4037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6" name="Google Shape;316;p39"/>
                  <p:cNvSpPr/>
                  <p:nvPr/>
                </p:nvSpPr>
                <p:spPr>
                  <a:xfrm>
                    <a:off x="4273225" y="1963525"/>
                    <a:ext cx="321075" cy="575425"/>
                  </a:xfrm>
                  <a:custGeom>
                    <a:rect b="b" l="l" r="r" t="t"/>
                    <a:pathLst>
                      <a:path extrusionOk="0" h="23017" w="12843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0" y="0"/>
                          <a:pt x="668" y="3603"/>
                          <a:pt x="1401" y="8006"/>
                        </a:cubicBezTo>
                        <a:cubicBezTo>
                          <a:pt x="2135" y="12442"/>
                          <a:pt x="5738" y="13476"/>
                          <a:pt x="7939" y="15378"/>
                        </a:cubicBezTo>
                        <a:cubicBezTo>
                          <a:pt x="10174" y="17246"/>
                          <a:pt x="10541" y="19080"/>
                          <a:pt x="11175" y="20515"/>
                        </a:cubicBezTo>
                        <a:cubicBezTo>
                          <a:pt x="11609" y="21449"/>
                          <a:pt x="12142" y="22283"/>
                          <a:pt x="12843" y="23017"/>
                        </a:cubicBezTo>
                        <a:cubicBezTo>
                          <a:pt x="11275" y="18747"/>
                          <a:pt x="12476" y="13943"/>
                          <a:pt x="10241" y="11942"/>
                        </a:cubicBezTo>
                        <a:cubicBezTo>
                          <a:pt x="8039" y="9974"/>
                          <a:pt x="5037" y="8540"/>
                          <a:pt x="3269" y="4970"/>
                        </a:cubicBezTo>
                        <a:cubicBezTo>
                          <a:pt x="1502" y="1368"/>
                          <a:pt x="1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7" name="Google Shape;317;p39"/>
                  <p:cNvSpPr/>
                  <p:nvPr/>
                </p:nvSpPr>
                <p:spPr>
                  <a:xfrm>
                    <a:off x="4038050" y="2497175"/>
                    <a:ext cx="628800" cy="180200"/>
                  </a:xfrm>
                  <a:custGeom>
                    <a:rect b="b" l="l" r="r" t="t"/>
                    <a:pathLst>
                      <a:path extrusionOk="0" h="7208" w="25152">
                        <a:moveTo>
                          <a:pt x="3418" y="0"/>
                        </a:moveTo>
                        <a:cubicBezTo>
                          <a:pt x="2260" y="0"/>
                          <a:pt x="1107" y="208"/>
                          <a:pt x="1" y="603"/>
                        </a:cubicBezTo>
                        <a:cubicBezTo>
                          <a:pt x="92" y="601"/>
                          <a:pt x="183" y="599"/>
                          <a:pt x="274" y="599"/>
                        </a:cubicBezTo>
                        <a:cubicBezTo>
                          <a:pt x="2546" y="599"/>
                          <a:pt x="4740" y="1397"/>
                          <a:pt x="6472" y="2905"/>
                        </a:cubicBezTo>
                        <a:cubicBezTo>
                          <a:pt x="8918" y="5052"/>
                          <a:pt x="10744" y="6468"/>
                          <a:pt x="13321" y="6468"/>
                        </a:cubicBezTo>
                        <a:cubicBezTo>
                          <a:pt x="13907" y="6468"/>
                          <a:pt x="14532" y="6395"/>
                          <a:pt x="15212" y="6240"/>
                        </a:cubicBezTo>
                        <a:cubicBezTo>
                          <a:pt x="17832" y="5645"/>
                          <a:pt x="19585" y="4964"/>
                          <a:pt x="21090" y="4964"/>
                        </a:cubicBezTo>
                        <a:cubicBezTo>
                          <a:pt x="21692" y="4964"/>
                          <a:pt x="22255" y="5073"/>
                          <a:pt x="22817" y="5340"/>
                        </a:cubicBezTo>
                        <a:cubicBezTo>
                          <a:pt x="24478" y="6088"/>
                          <a:pt x="24991" y="6881"/>
                          <a:pt x="25117" y="7129"/>
                        </a:cubicBezTo>
                        <a:lnTo>
                          <a:pt x="25117" y="7129"/>
                        </a:lnTo>
                        <a:cubicBezTo>
                          <a:pt x="23466" y="3508"/>
                          <a:pt x="20008" y="2301"/>
                          <a:pt x="16214" y="2301"/>
                        </a:cubicBezTo>
                        <a:cubicBezTo>
                          <a:pt x="15674" y="2301"/>
                          <a:pt x="15127" y="2326"/>
                          <a:pt x="14578" y="2371"/>
                        </a:cubicBezTo>
                        <a:cubicBezTo>
                          <a:pt x="14141" y="2407"/>
                          <a:pt x="13735" y="2424"/>
                          <a:pt x="13357" y="2424"/>
                        </a:cubicBezTo>
                        <a:cubicBezTo>
                          <a:pt x="9898" y="2424"/>
                          <a:pt x="8692" y="1025"/>
                          <a:pt x="5805" y="303"/>
                        </a:cubicBezTo>
                        <a:cubicBezTo>
                          <a:pt x="5016" y="99"/>
                          <a:pt x="4216" y="0"/>
                          <a:pt x="3418" y="0"/>
                        </a:cubicBezTo>
                        <a:close/>
                        <a:moveTo>
                          <a:pt x="25117" y="7129"/>
                        </a:moveTo>
                        <a:cubicBezTo>
                          <a:pt x="25128" y="7155"/>
                          <a:pt x="25140" y="7182"/>
                          <a:pt x="25152" y="7208"/>
                        </a:cubicBezTo>
                        <a:cubicBezTo>
                          <a:pt x="25152" y="7208"/>
                          <a:pt x="25142" y="7180"/>
                          <a:pt x="25117" y="712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8" name="Google Shape;318;p39"/>
                  <p:cNvSpPr/>
                  <p:nvPr/>
                </p:nvSpPr>
                <p:spPr>
                  <a:xfrm>
                    <a:off x="4033875" y="1359750"/>
                    <a:ext cx="636325" cy="1356000"/>
                  </a:xfrm>
                  <a:custGeom>
                    <a:rect b="b" l="l" r="r" t="t"/>
                    <a:pathLst>
                      <a:path extrusionOk="0" fill="none" h="54240" w="25453">
                        <a:moveTo>
                          <a:pt x="25452" y="54239"/>
                        </a:moveTo>
                        <a:cubicBezTo>
                          <a:pt x="25452" y="49703"/>
                          <a:pt x="21483" y="45300"/>
                          <a:pt x="16413" y="42397"/>
                        </a:cubicBezTo>
                        <a:cubicBezTo>
                          <a:pt x="11342" y="39495"/>
                          <a:pt x="5505" y="38461"/>
                          <a:pt x="2736" y="31456"/>
                        </a:cubicBezTo>
                        <a:cubicBezTo>
                          <a:pt x="1" y="24418"/>
                          <a:pt x="701" y="22450"/>
                          <a:pt x="1168" y="18113"/>
                        </a:cubicBezTo>
                        <a:cubicBezTo>
                          <a:pt x="1635" y="13810"/>
                          <a:pt x="3136" y="4470"/>
                          <a:pt x="2336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" name="Google Shape;319;p39"/>
                  <p:cNvSpPr/>
                  <p:nvPr/>
                </p:nvSpPr>
                <p:spPr>
                  <a:xfrm>
                    <a:off x="4139800" y="1480675"/>
                    <a:ext cx="91750" cy="813100"/>
                  </a:xfrm>
                  <a:custGeom>
                    <a:rect b="b" l="l" r="r" t="t"/>
                    <a:pathLst>
                      <a:path extrusionOk="0" fill="none" h="32524" w="3670">
                        <a:moveTo>
                          <a:pt x="1835" y="0"/>
                        </a:moveTo>
                        <a:cubicBezTo>
                          <a:pt x="3403" y="6171"/>
                          <a:pt x="3670" y="10908"/>
                          <a:pt x="1835" y="18013"/>
                        </a:cubicBezTo>
                        <a:cubicBezTo>
                          <a:pt x="0" y="25118"/>
                          <a:pt x="2369" y="30789"/>
                          <a:pt x="2902" y="32524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" name="Google Shape;320;p39"/>
                  <p:cNvSpPr/>
                  <p:nvPr/>
                </p:nvSpPr>
                <p:spPr>
                  <a:xfrm>
                    <a:off x="3978000" y="2037725"/>
                    <a:ext cx="441175" cy="373625"/>
                  </a:xfrm>
                  <a:custGeom>
                    <a:rect b="b" l="l" r="r" t="t"/>
                    <a:pathLst>
                      <a:path extrusionOk="0" fill="none" h="14945" w="17647">
                        <a:moveTo>
                          <a:pt x="1" y="1"/>
                        </a:moveTo>
                        <a:cubicBezTo>
                          <a:pt x="2503" y="5305"/>
                          <a:pt x="2203" y="10875"/>
                          <a:pt x="4571" y="12910"/>
                        </a:cubicBezTo>
                        <a:cubicBezTo>
                          <a:pt x="6906" y="14945"/>
                          <a:pt x="14311" y="12677"/>
                          <a:pt x="17647" y="1471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" name="Google Shape;321;p39"/>
                  <p:cNvSpPr/>
                  <p:nvPr/>
                </p:nvSpPr>
                <p:spPr>
                  <a:xfrm>
                    <a:off x="4273225" y="1963525"/>
                    <a:ext cx="320250" cy="575425"/>
                  </a:xfrm>
                  <a:custGeom>
                    <a:rect b="b" l="l" r="r" t="t"/>
                    <a:pathLst>
                      <a:path extrusionOk="0" fill="none" h="23017" w="12810">
                        <a:moveTo>
                          <a:pt x="0" y="0"/>
                        </a:moveTo>
                        <a:cubicBezTo>
                          <a:pt x="2135" y="5170"/>
                          <a:pt x="2335" y="9373"/>
                          <a:pt x="5838" y="11508"/>
                        </a:cubicBezTo>
                        <a:cubicBezTo>
                          <a:pt x="9340" y="13643"/>
                          <a:pt x="9707" y="13210"/>
                          <a:pt x="10541" y="16345"/>
                        </a:cubicBezTo>
                        <a:cubicBezTo>
                          <a:pt x="11175" y="18613"/>
                          <a:pt x="11942" y="20848"/>
                          <a:pt x="12810" y="23017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2" name="Google Shape;322;p39"/>
                  <p:cNvSpPr/>
                  <p:nvPr/>
                </p:nvSpPr>
                <p:spPr>
                  <a:xfrm>
                    <a:off x="4038050" y="2504725"/>
                    <a:ext cx="627975" cy="172650"/>
                  </a:xfrm>
                  <a:custGeom>
                    <a:rect b="b" l="l" r="r" t="t"/>
                    <a:pathLst>
                      <a:path extrusionOk="0" fill="none" h="6906" w="25119">
                        <a:moveTo>
                          <a:pt x="1" y="301"/>
                        </a:moveTo>
                        <a:cubicBezTo>
                          <a:pt x="5805" y="1"/>
                          <a:pt x="8207" y="3270"/>
                          <a:pt x="11776" y="4204"/>
                        </a:cubicBezTo>
                        <a:cubicBezTo>
                          <a:pt x="15312" y="5105"/>
                          <a:pt x="16646" y="3337"/>
                          <a:pt x="19281" y="3337"/>
                        </a:cubicBezTo>
                        <a:cubicBezTo>
                          <a:pt x="21916" y="3303"/>
                          <a:pt x="25119" y="6906"/>
                          <a:pt x="25119" y="690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23" name="Google Shape;323;p39"/>
              <p:cNvSpPr/>
              <p:nvPr/>
            </p:nvSpPr>
            <p:spPr>
              <a:xfrm rot="695589">
                <a:off x="493022" y="914928"/>
                <a:ext cx="440384" cy="186743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9"/>
              <p:cNvSpPr/>
              <p:nvPr/>
            </p:nvSpPr>
            <p:spPr>
              <a:xfrm flipH="1" rot="-399723">
                <a:off x="225726" y="1296065"/>
                <a:ext cx="336170" cy="142856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9"/>
              <p:cNvSpPr/>
              <p:nvPr/>
            </p:nvSpPr>
            <p:spPr>
              <a:xfrm flipH="1" rot="1511552">
                <a:off x="1580264" y="4813583"/>
                <a:ext cx="212845" cy="90312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9"/>
              <p:cNvSpPr/>
              <p:nvPr/>
            </p:nvSpPr>
            <p:spPr>
              <a:xfrm flipH="1" rot="-399723">
                <a:off x="8497001" y="1296065"/>
                <a:ext cx="336170" cy="142856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9"/>
              <p:cNvSpPr/>
              <p:nvPr/>
            </p:nvSpPr>
            <p:spPr>
              <a:xfrm flipH="1" rot="1511552">
                <a:off x="8716614" y="3751483"/>
                <a:ext cx="212845" cy="90312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8" name="Google Shape;328;p39"/>
              <p:cNvGrpSpPr/>
              <p:nvPr/>
            </p:nvGrpSpPr>
            <p:grpSpPr>
              <a:xfrm rot="-942746">
                <a:off x="8170592" y="1577961"/>
                <a:ext cx="520382" cy="1164360"/>
                <a:chOff x="2721325" y="3835313"/>
                <a:chExt cx="520400" cy="1164400"/>
              </a:xfrm>
            </p:grpSpPr>
            <p:sp>
              <p:nvSpPr>
                <p:cNvPr id="329" name="Google Shape;329;p39"/>
                <p:cNvSpPr/>
                <p:nvPr/>
              </p:nvSpPr>
              <p:spPr>
                <a:xfrm>
                  <a:off x="2873925" y="4089863"/>
                  <a:ext cx="132625" cy="766400"/>
                </a:xfrm>
                <a:custGeom>
                  <a:rect b="b" l="l" r="r" t="t"/>
                  <a:pathLst>
                    <a:path extrusionOk="0" fill="none" h="30656" w="5305">
                      <a:moveTo>
                        <a:pt x="1" y="30656"/>
                      </a:moveTo>
                      <a:cubicBezTo>
                        <a:pt x="1101" y="26653"/>
                        <a:pt x="4170" y="24818"/>
                        <a:pt x="4537" y="21149"/>
                      </a:cubicBezTo>
                      <a:cubicBezTo>
                        <a:pt x="4938" y="17513"/>
                        <a:pt x="3803" y="14778"/>
                        <a:pt x="4537" y="11275"/>
                      </a:cubicBezTo>
                      <a:cubicBezTo>
                        <a:pt x="5304" y="7773"/>
                        <a:pt x="5171" y="3336"/>
                        <a:pt x="3870" y="0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39"/>
                <p:cNvSpPr/>
                <p:nvPr/>
              </p:nvSpPr>
              <p:spPr>
                <a:xfrm>
                  <a:off x="2867250" y="4025213"/>
                  <a:ext cx="325275" cy="759000"/>
                </a:xfrm>
                <a:custGeom>
                  <a:rect b="b" l="l" r="r" t="t"/>
                  <a:pathLst>
                    <a:path extrusionOk="0" h="30360" w="13011">
                      <a:moveTo>
                        <a:pt x="5200" y="0"/>
                      </a:moveTo>
                      <a:cubicBezTo>
                        <a:pt x="4945" y="0"/>
                        <a:pt x="4669" y="58"/>
                        <a:pt x="4371" y="185"/>
                      </a:cubicBezTo>
                      <a:cubicBezTo>
                        <a:pt x="1235" y="1519"/>
                        <a:pt x="1669" y="2653"/>
                        <a:pt x="1669" y="2653"/>
                      </a:cubicBezTo>
                      <a:cubicBezTo>
                        <a:pt x="1" y="6589"/>
                        <a:pt x="5138" y="8124"/>
                        <a:pt x="5138" y="8124"/>
                      </a:cubicBezTo>
                      <a:cubicBezTo>
                        <a:pt x="4401" y="10751"/>
                        <a:pt x="4864" y="12301"/>
                        <a:pt x="6883" y="12301"/>
                      </a:cubicBezTo>
                      <a:cubicBezTo>
                        <a:pt x="6966" y="12301"/>
                        <a:pt x="7051" y="12299"/>
                        <a:pt x="7139" y="12293"/>
                      </a:cubicBezTo>
                      <a:lnTo>
                        <a:pt x="7139" y="12293"/>
                      </a:lnTo>
                      <a:cubicBezTo>
                        <a:pt x="5772" y="13928"/>
                        <a:pt x="5838" y="15362"/>
                        <a:pt x="7706" y="16563"/>
                      </a:cubicBezTo>
                      <a:cubicBezTo>
                        <a:pt x="6405" y="18498"/>
                        <a:pt x="6305" y="20199"/>
                        <a:pt x="8273" y="21567"/>
                      </a:cubicBezTo>
                      <a:cubicBezTo>
                        <a:pt x="7006" y="22801"/>
                        <a:pt x="7006" y="24035"/>
                        <a:pt x="7840" y="25236"/>
                      </a:cubicBezTo>
                      <a:cubicBezTo>
                        <a:pt x="6505" y="25870"/>
                        <a:pt x="5938" y="26737"/>
                        <a:pt x="6606" y="27971"/>
                      </a:cubicBezTo>
                      <a:cubicBezTo>
                        <a:pt x="6606" y="27971"/>
                        <a:pt x="4838" y="30039"/>
                        <a:pt x="6038" y="30306"/>
                      </a:cubicBezTo>
                      <a:cubicBezTo>
                        <a:pt x="6222" y="30343"/>
                        <a:pt x="6393" y="30359"/>
                        <a:pt x="6551" y="30359"/>
                      </a:cubicBezTo>
                      <a:cubicBezTo>
                        <a:pt x="8574" y="30359"/>
                        <a:pt x="8574" y="27604"/>
                        <a:pt x="8574" y="27604"/>
                      </a:cubicBezTo>
                      <a:cubicBezTo>
                        <a:pt x="10475" y="27604"/>
                        <a:pt x="10975" y="25736"/>
                        <a:pt x="9674" y="24269"/>
                      </a:cubicBezTo>
                      <a:cubicBezTo>
                        <a:pt x="11276" y="23735"/>
                        <a:pt x="12276" y="21000"/>
                        <a:pt x="10275" y="19765"/>
                      </a:cubicBezTo>
                      <a:cubicBezTo>
                        <a:pt x="12476" y="19365"/>
                        <a:pt x="13010" y="16463"/>
                        <a:pt x="11075" y="15329"/>
                      </a:cubicBezTo>
                      <a:cubicBezTo>
                        <a:pt x="12677" y="12894"/>
                        <a:pt x="12843" y="10792"/>
                        <a:pt x="9975" y="9358"/>
                      </a:cubicBezTo>
                      <a:cubicBezTo>
                        <a:pt x="10508" y="7056"/>
                        <a:pt x="10108" y="5489"/>
                        <a:pt x="8140" y="5188"/>
                      </a:cubicBezTo>
                      <a:cubicBezTo>
                        <a:pt x="8140" y="5188"/>
                        <a:pt x="7621" y="0"/>
                        <a:pt x="5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39"/>
                <p:cNvSpPr/>
                <p:nvPr/>
              </p:nvSpPr>
              <p:spPr>
                <a:xfrm>
                  <a:off x="2817225" y="4097363"/>
                  <a:ext cx="215175" cy="902350"/>
                </a:xfrm>
                <a:custGeom>
                  <a:rect b="b" l="l" r="r" t="t"/>
                  <a:pathLst>
                    <a:path extrusionOk="0" fill="none" h="36094" w="8607">
                      <a:moveTo>
                        <a:pt x="768" y="1"/>
                      </a:moveTo>
                      <a:cubicBezTo>
                        <a:pt x="1201" y="3770"/>
                        <a:pt x="4337" y="4704"/>
                        <a:pt x="6138" y="9441"/>
                      </a:cubicBezTo>
                      <a:cubicBezTo>
                        <a:pt x="7939" y="14178"/>
                        <a:pt x="8607" y="18714"/>
                        <a:pt x="6772" y="24318"/>
                      </a:cubicBezTo>
                      <a:cubicBezTo>
                        <a:pt x="4904" y="29922"/>
                        <a:pt x="5404" y="30156"/>
                        <a:pt x="4670" y="32090"/>
                      </a:cubicBezTo>
                      <a:cubicBezTo>
                        <a:pt x="3937" y="33992"/>
                        <a:pt x="2035" y="33758"/>
                        <a:pt x="0" y="36093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39"/>
                <p:cNvSpPr/>
                <p:nvPr/>
              </p:nvSpPr>
              <p:spPr>
                <a:xfrm>
                  <a:off x="2952325" y="3954763"/>
                  <a:ext cx="289400" cy="1044950"/>
                </a:xfrm>
                <a:custGeom>
                  <a:rect b="b" l="l" r="r" t="t"/>
                  <a:pathLst>
                    <a:path extrusionOk="0" fill="none" h="41798" w="11576">
                      <a:moveTo>
                        <a:pt x="3870" y="1"/>
                      </a:moveTo>
                      <a:cubicBezTo>
                        <a:pt x="4737" y="3670"/>
                        <a:pt x="5971" y="7239"/>
                        <a:pt x="7939" y="9407"/>
                      </a:cubicBezTo>
                      <a:cubicBezTo>
                        <a:pt x="9907" y="11576"/>
                        <a:pt x="11575" y="17046"/>
                        <a:pt x="9774" y="22283"/>
                      </a:cubicBezTo>
                      <a:cubicBezTo>
                        <a:pt x="8006" y="27520"/>
                        <a:pt x="8073" y="28254"/>
                        <a:pt x="8006" y="30789"/>
                      </a:cubicBezTo>
                      <a:cubicBezTo>
                        <a:pt x="7939" y="33291"/>
                        <a:pt x="5471" y="34892"/>
                        <a:pt x="2902" y="37794"/>
                      </a:cubicBezTo>
                      <a:cubicBezTo>
                        <a:pt x="300" y="40696"/>
                        <a:pt x="0" y="41797"/>
                        <a:pt x="0" y="41797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39"/>
                <p:cNvSpPr/>
                <p:nvPr/>
              </p:nvSpPr>
              <p:spPr>
                <a:xfrm>
                  <a:off x="2963150" y="4042338"/>
                  <a:ext cx="168500" cy="873975"/>
                </a:xfrm>
                <a:custGeom>
                  <a:rect b="b" l="l" r="r" t="t"/>
                  <a:pathLst>
                    <a:path extrusionOk="0" fill="none" h="34959" w="6740">
                      <a:moveTo>
                        <a:pt x="1402" y="0"/>
                      </a:moveTo>
                      <a:cubicBezTo>
                        <a:pt x="1402" y="4070"/>
                        <a:pt x="3270" y="5838"/>
                        <a:pt x="4838" y="9474"/>
                      </a:cubicBezTo>
                      <a:cubicBezTo>
                        <a:pt x="6405" y="13110"/>
                        <a:pt x="4804" y="15044"/>
                        <a:pt x="5105" y="18146"/>
                      </a:cubicBezTo>
                      <a:cubicBezTo>
                        <a:pt x="5405" y="21282"/>
                        <a:pt x="6739" y="25218"/>
                        <a:pt x="4838" y="29121"/>
                      </a:cubicBezTo>
                      <a:cubicBezTo>
                        <a:pt x="3737" y="31456"/>
                        <a:pt x="2069" y="33457"/>
                        <a:pt x="1" y="34958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39"/>
                <p:cNvSpPr/>
                <p:nvPr/>
              </p:nvSpPr>
              <p:spPr>
                <a:xfrm>
                  <a:off x="2721325" y="3835313"/>
                  <a:ext cx="418650" cy="333825"/>
                </a:xfrm>
                <a:custGeom>
                  <a:rect b="b" l="l" r="r" t="t"/>
                  <a:pathLst>
                    <a:path extrusionOk="0" h="13353" w="16746">
                      <a:moveTo>
                        <a:pt x="8904" y="1"/>
                      </a:moveTo>
                      <a:cubicBezTo>
                        <a:pt x="6650" y="1"/>
                        <a:pt x="4335" y="907"/>
                        <a:pt x="2702" y="3044"/>
                      </a:cubicBezTo>
                      <a:cubicBezTo>
                        <a:pt x="0" y="6547"/>
                        <a:pt x="1301" y="12451"/>
                        <a:pt x="3036" y="13251"/>
                      </a:cubicBezTo>
                      <a:cubicBezTo>
                        <a:pt x="3174" y="13319"/>
                        <a:pt x="3411" y="13352"/>
                        <a:pt x="3723" y="13352"/>
                      </a:cubicBezTo>
                      <a:cubicBezTo>
                        <a:pt x="5894" y="13352"/>
                        <a:pt x="11744" y="11718"/>
                        <a:pt x="14077" y="8248"/>
                      </a:cubicBezTo>
                      <a:cubicBezTo>
                        <a:pt x="16746" y="4312"/>
                        <a:pt x="16145" y="2777"/>
                        <a:pt x="13043" y="1076"/>
                      </a:cubicBezTo>
                      <a:cubicBezTo>
                        <a:pt x="11829" y="390"/>
                        <a:pt x="10379" y="1"/>
                        <a:pt x="8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35" name="Google Shape;335;p39"/>
              <p:cNvSpPr/>
              <p:nvPr/>
            </p:nvSpPr>
            <p:spPr>
              <a:xfrm flipH="1" rot="-402590">
                <a:off x="395089" y="3715245"/>
                <a:ext cx="82163" cy="35018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6" name="Google Shape;336;p39"/>
              <p:cNvGrpSpPr/>
              <p:nvPr/>
            </p:nvGrpSpPr>
            <p:grpSpPr>
              <a:xfrm>
                <a:off x="3853275" y="4229514"/>
                <a:ext cx="1427446" cy="1021965"/>
                <a:chOff x="3853275" y="4229514"/>
                <a:chExt cx="1427446" cy="1021965"/>
              </a:xfrm>
            </p:grpSpPr>
            <p:grpSp>
              <p:nvGrpSpPr>
                <p:cNvPr id="337" name="Google Shape;337;p39"/>
                <p:cNvGrpSpPr/>
                <p:nvPr/>
              </p:nvGrpSpPr>
              <p:grpSpPr>
                <a:xfrm flipH="1">
                  <a:off x="3892568" y="4333927"/>
                  <a:ext cx="966256" cy="812796"/>
                  <a:chOff x="3825400" y="4246925"/>
                  <a:chExt cx="1066625" cy="897225"/>
                </a:xfrm>
              </p:grpSpPr>
              <p:sp>
                <p:nvSpPr>
                  <p:cNvPr id="338" name="Google Shape;338;p39"/>
                  <p:cNvSpPr/>
                  <p:nvPr/>
                </p:nvSpPr>
                <p:spPr>
                  <a:xfrm>
                    <a:off x="3825400" y="4246925"/>
                    <a:ext cx="1066625" cy="897225"/>
                  </a:xfrm>
                  <a:custGeom>
                    <a:rect b="b" l="l" r="r" t="t"/>
                    <a:pathLst>
                      <a:path extrusionOk="0" h="35889" w="42665">
                        <a:moveTo>
                          <a:pt x="14839" y="1"/>
                        </a:moveTo>
                        <a:cubicBezTo>
                          <a:pt x="12955" y="1"/>
                          <a:pt x="11176" y="3827"/>
                          <a:pt x="12076" y="9169"/>
                        </a:cubicBezTo>
                        <a:cubicBezTo>
                          <a:pt x="13110" y="15340"/>
                          <a:pt x="15845" y="15407"/>
                          <a:pt x="16979" y="17108"/>
                        </a:cubicBezTo>
                        <a:cubicBezTo>
                          <a:pt x="18080" y="18776"/>
                          <a:pt x="16212" y="19110"/>
                          <a:pt x="15412" y="21311"/>
                        </a:cubicBezTo>
                        <a:cubicBezTo>
                          <a:pt x="14644" y="23546"/>
                          <a:pt x="14644" y="26215"/>
                          <a:pt x="12910" y="26215"/>
                        </a:cubicBezTo>
                        <a:cubicBezTo>
                          <a:pt x="11209" y="26215"/>
                          <a:pt x="10008" y="23480"/>
                          <a:pt x="10942" y="20978"/>
                        </a:cubicBezTo>
                        <a:cubicBezTo>
                          <a:pt x="11876" y="18443"/>
                          <a:pt x="13510" y="16441"/>
                          <a:pt x="10875" y="14907"/>
                        </a:cubicBezTo>
                        <a:cubicBezTo>
                          <a:pt x="10533" y="14710"/>
                          <a:pt x="10227" y="14622"/>
                          <a:pt x="9955" y="14622"/>
                        </a:cubicBezTo>
                        <a:cubicBezTo>
                          <a:pt x="8102" y="14622"/>
                          <a:pt x="7826" y="18738"/>
                          <a:pt x="8640" y="20978"/>
                        </a:cubicBezTo>
                        <a:cubicBezTo>
                          <a:pt x="9574" y="23546"/>
                          <a:pt x="9507" y="26715"/>
                          <a:pt x="7773" y="28083"/>
                        </a:cubicBezTo>
                        <a:cubicBezTo>
                          <a:pt x="7472" y="28324"/>
                          <a:pt x="7203" y="28433"/>
                          <a:pt x="6970" y="28433"/>
                        </a:cubicBezTo>
                        <a:cubicBezTo>
                          <a:pt x="5883" y="28433"/>
                          <a:pt x="5583" y="26077"/>
                          <a:pt x="6572" y="23880"/>
                        </a:cubicBezTo>
                        <a:cubicBezTo>
                          <a:pt x="7385" y="22044"/>
                          <a:pt x="6612" y="20613"/>
                          <a:pt x="5109" y="20613"/>
                        </a:cubicBezTo>
                        <a:cubicBezTo>
                          <a:pt x="4455" y="20613"/>
                          <a:pt x="3663" y="20884"/>
                          <a:pt x="2803" y="21512"/>
                        </a:cubicBezTo>
                        <a:cubicBezTo>
                          <a:pt x="1" y="23546"/>
                          <a:pt x="3336" y="26548"/>
                          <a:pt x="5738" y="29717"/>
                        </a:cubicBezTo>
                        <a:cubicBezTo>
                          <a:pt x="7479" y="32015"/>
                          <a:pt x="6696" y="34224"/>
                          <a:pt x="4571" y="34224"/>
                        </a:cubicBezTo>
                        <a:cubicBezTo>
                          <a:pt x="3764" y="34224"/>
                          <a:pt x="2764" y="33906"/>
                          <a:pt x="1635" y="33153"/>
                        </a:cubicBezTo>
                        <a:lnTo>
                          <a:pt x="1635" y="33153"/>
                        </a:lnTo>
                        <a:cubicBezTo>
                          <a:pt x="1635" y="33153"/>
                          <a:pt x="2302" y="35388"/>
                          <a:pt x="2402" y="35488"/>
                        </a:cubicBezTo>
                        <a:cubicBezTo>
                          <a:pt x="2446" y="35532"/>
                          <a:pt x="13405" y="35889"/>
                          <a:pt x="20927" y="35889"/>
                        </a:cubicBezTo>
                        <a:cubicBezTo>
                          <a:pt x="24914" y="35889"/>
                          <a:pt x="27935" y="35789"/>
                          <a:pt x="27854" y="35488"/>
                        </a:cubicBezTo>
                        <a:cubicBezTo>
                          <a:pt x="27620" y="34588"/>
                          <a:pt x="30222" y="33053"/>
                          <a:pt x="34258" y="32986"/>
                        </a:cubicBezTo>
                        <a:cubicBezTo>
                          <a:pt x="38295" y="32886"/>
                          <a:pt x="38728" y="31685"/>
                          <a:pt x="38528" y="29717"/>
                        </a:cubicBezTo>
                        <a:cubicBezTo>
                          <a:pt x="38429" y="28553"/>
                          <a:pt x="37373" y="27925"/>
                          <a:pt x="36008" y="27925"/>
                        </a:cubicBezTo>
                        <a:cubicBezTo>
                          <a:pt x="35067" y="27925"/>
                          <a:pt x="33979" y="28224"/>
                          <a:pt x="32957" y="28850"/>
                        </a:cubicBezTo>
                        <a:cubicBezTo>
                          <a:pt x="32056" y="29411"/>
                          <a:pt x="31186" y="29664"/>
                          <a:pt x="30502" y="29664"/>
                        </a:cubicBezTo>
                        <a:cubicBezTo>
                          <a:pt x="29315" y="29664"/>
                          <a:pt x="28693" y="28899"/>
                          <a:pt x="29455" y="27649"/>
                        </a:cubicBezTo>
                        <a:cubicBezTo>
                          <a:pt x="30656" y="25681"/>
                          <a:pt x="34425" y="25848"/>
                          <a:pt x="37160" y="25081"/>
                        </a:cubicBezTo>
                        <a:cubicBezTo>
                          <a:pt x="39929" y="24280"/>
                          <a:pt x="42664" y="19777"/>
                          <a:pt x="40429" y="17108"/>
                        </a:cubicBezTo>
                        <a:cubicBezTo>
                          <a:pt x="39937" y="16513"/>
                          <a:pt x="39346" y="16260"/>
                          <a:pt x="38719" y="16260"/>
                        </a:cubicBezTo>
                        <a:cubicBezTo>
                          <a:pt x="36495" y="16260"/>
                          <a:pt x="33807" y="19441"/>
                          <a:pt x="33391" y="21912"/>
                        </a:cubicBezTo>
                        <a:cubicBezTo>
                          <a:pt x="33191" y="23179"/>
                          <a:pt x="32618" y="23710"/>
                          <a:pt x="31991" y="23710"/>
                        </a:cubicBezTo>
                        <a:cubicBezTo>
                          <a:pt x="31050" y="23710"/>
                          <a:pt x="29989" y="22513"/>
                          <a:pt x="29889" y="20811"/>
                        </a:cubicBezTo>
                        <a:cubicBezTo>
                          <a:pt x="29722" y="17976"/>
                          <a:pt x="32190" y="16208"/>
                          <a:pt x="31790" y="13606"/>
                        </a:cubicBezTo>
                        <a:cubicBezTo>
                          <a:pt x="31628" y="12647"/>
                          <a:pt x="31145" y="12199"/>
                          <a:pt x="30504" y="12199"/>
                        </a:cubicBezTo>
                        <a:cubicBezTo>
                          <a:pt x="29430" y="12199"/>
                          <a:pt x="27911" y="13459"/>
                          <a:pt x="26720" y="15674"/>
                        </a:cubicBezTo>
                        <a:cubicBezTo>
                          <a:pt x="24852" y="19210"/>
                          <a:pt x="28021" y="21512"/>
                          <a:pt x="27887" y="24447"/>
                        </a:cubicBezTo>
                        <a:cubicBezTo>
                          <a:pt x="27720" y="27349"/>
                          <a:pt x="24585" y="31018"/>
                          <a:pt x="21516" y="31018"/>
                        </a:cubicBezTo>
                        <a:cubicBezTo>
                          <a:pt x="18414" y="31018"/>
                          <a:pt x="16546" y="27783"/>
                          <a:pt x="17146" y="23913"/>
                        </a:cubicBezTo>
                        <a:cubicBezTo>
                          <a:pt x="17747" y="20077"/>
                          <a:pt x="21249" y="21545"/>
                          <a:pt x="23918" y="19310"/>
                        </a:cubicBezTo>
                        <a:cubicBezTo>
                          <a:pt x="25974" y="17540"/>
                          <a:pt x="25024" y="15972"/>
                          <a:pt x="23318" y="15972"/>
                        </a:cubicBezTo>
                        <a:cubicBezTo>
                          <a:pt x="22838" y="15972"/>
                          <a:pt x="22299" y="16096"/>
                          <a:pt x="21749" y="16375"/>
                        </a:cubicBezTo>
                        <a:cubicBezTo>
                          <a:pt x="20979" y="16770"/>
                          <a:pt x="20364" y="16951"/>
                          <a:pt x="19888" y="16951"/>
                        </a:cubicBezTo>
                        <a:cubicBezTo>
                          <a:pt x="18840" y="16951"/>
                          <a:pt x="18466" y="16073"/>
                          <a:pt x="18581" y="14673"/>
                        </a:cubicBezTo>
                        <a:cubicBezTo>
                          <a:pt x="18747" y="12605"/>
                          <a:pt x="22617" y="12105"/>
                          <a:pt x="23984" y="9770"/>
                        </a:cubicBezTo>
                        <a:cubicBezTo>
                          <a:pt x="25333" y="7501"/>
                          <a:pt x="26259" y="1894"/>
                          <a:pt x="22675" y="1894"/>
                        </a:cubicBezTo>
                        <a:cubicBezTo>
                          <a:pt x="22623" y="1894"/>
                          <a:pt x="22571" y="1895"/>
                          <a:pt x="22517" y="1897"/>
                        </a:cubicBezTo>
                        <a:cubicBezTo>
                          <a:pt x="18714" y="2098"/>
                          <a:pt x="20115" y="6100"/>
                          <a:pt x="20382" y="9103"/>
                        </a:cubicBezTo>
                        <a:cubicBezTo>
                          <a:pt x="20649" y="12105"/>
                          <a:pt x="18147" y="12338"/>
                          <a:pt x="16279" y="12605"/>
                        </a:cubicBezTo>
                        <a:cubicBezTo>
                          <a:pt x="16156" y="12622"/>
                          <a:pt x="16040" y="12631"/>
                          <a:pt x="15933" y="12631"/>
                        </a:cubicBezTo>
                        <a:cubicBezTo>
                          <a:pt x="14383" y="12631"/>
                          <a:pt x="14455" y="10841"/>
                          <a:pt x="15578" y="7535"/>
                        </a:cubicBezTo>
                        <a:cubicBezTo>
                          <a:pt x="16779" y="4032"/>
                          <a:pt x="17813" y="1631"/>
                          <a:pt x="15678" y="263"/>
                        </a:cubicBezTo>
                        <a:cubicBezTo>
                          <a:pt x="15402" y="86"/>
                          <a:pt x="15119" y="1"/>
                          <a:pt x="1483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39"/>
                  <p:cNvSpPr/>
                  <p:nvPr/>
                </p:nvSpPr>
                <p:spPr>
                  <a:xfrm>
                    <a:off x="3826225" y="4618750"/>
                    <a:ext cx="967400" cy="524200"/>
                  </a:xfrm>
                  <a:custGeom>
                    <a:rect b="b" l="l" r="r" t="t"/>
                    <a:pathLst>
                      <a:path extrusionOk="0" h="20968" w="38696">
                        <a:moveTo>
                          <a:pt x="9208" y="0"/>
                        </a:moveTo>
                        <a:lnTo>
                          <a:pt x="9208" y="0"/>
                        </a:lnTo>
                        <a:cubicBezTo>
                          <a:pt x="8040" y="968"/>
                          <a:pt x="7973" y="4203"/>
                          <a:pt x="8640" y="6105"/>
                        </a:cubicBezTo>
                        <a:cubicBezTo>
                          <a:pt x="9608" y="8673"/>
                          <a:pt x="9508" y="11842"/>
                          <a:pt x="7807" y="13210"/>
                        </a:cubicBezTo>
                        <a:cubicBezTo>
                          <a:pt x="7500" y="13451"/>
                          <a:pt x="7227" y="13560"/>
                          <a:pt x="6992" y="13560"/>
                        </a:cubicBezTo>
                        <a:cubicBezTo>
                          <a:pt x="5894" y="13560"/>
                          <a:pt x="5611" y="11204"/>
                          <a:pt x="6572" y="9007"/>
                        </a:cubicBezTo>
                        <a:cubicBezTo>
                          <a:pt x="7410" y="7146"/>
                          <a:pt x="6625" y="5707"/>
                          <a:pt x="5124" y="5707"/>
                        </a:cubicBezTo>
                        <a:cubicBezTo>
                          <a:pt x="4472" y="5707"/>
                          <a:pt x="3685" y="5979"/>
                          <a:pt x="2836" y="6605"/>
                        </a:cubicBezTo>
                        <a:cubicBezTo>
                          <a:pt x="1" y="8673"/>
                          <a:pt x="3337" y="11675"/>
                          <a:pt x="5738" y="14811"/>
                        </a:cubicBezTo>
                        <a:cubicBezTo>
                          <a:pt x="7478" y="17107"/>
                          <a:pt x="6697" y="19332"/>
                          <a:pt x="4575" y="19332"/>
                        </a:cubicBezTo>
                        <a:cubicBezTo>
                          <a:pt x="3768" y="19332"/>
                          <a:pt x="2766" y="19010"/>
                          <a:pt x="1635" y="18247"/>
                        </a:cubicBezTo>
                        <a:lnTo>
                          <a:pt x="1635" y="18247"/>
                        </a:lnTo>
                        <a:cubicBezTo>
                          <a:pt x="1636" y="18247"/>
                          <a:pt x="2336" y="20482"/>
                          <a:pt x="2403" y="20582"/>
                        </a:cubicBezTo>
                        <a:cubicBezTo>
                          <a:pt x="2468" y="20625"/>
                          <a:pt x="13417" y="20968"/>
                          <a:pt x="20941" y="20968"/>
                        </a:cubicBezTo>
                        <a:cubicBezTo>
                          <a:pt x="24938" y="20968"/>
                          <a:pt x="27969" y="20871"/>
                          <a:pt x="27888" y="20582"/>
                        </a:cubicBezTo>
                        <a:cubicBezTo>
                          <a:pt x="27654" y="19715"/>
                          <a:pt x="30189" y="18180"/>
                          <a:pt x="34259" y="18113"/>
                        </a:cubicBezTo>
                        <a:cubicBezTo>
                          <a:pt x="38262" y="18013"/>
                          <a:pt x="38695" y="16812"/>
                          <a:pt x="38528" y="14844"/>
                        </a:cubicBezTo>
                        <a:cubicBezTo>
                          <a:pt x="38462" y="14010"/>
                          <a:pt x="37828" y="13343"/>
                          <a:pt x="37027" y="13177"/>
                        </a:cubicBezTo>
                        <a:cubicBezTo>
                          <a:pt x="36360" y="14377"/>
                          <a:pt x="34926" y="15845"/>
                          <a:pt x="32024" y="16279"/>
                        </a:cubicBezTo>
                        <a:cubicBezTo>
                          <a:pt x="26887" y="17046"/>
                          <a:pt x="27487" y="15878"/>
                          <a:pt x="23384" y="18013"/>
                        </a:cubicBezTo>
                        <a:cubicBezTo>
                          <a:pt x="22132" y="18665"/>
                          <a:pt x="21227" y="18941"/>
                          <a:pt x="20522" y="18941"/>
                        </a:cubicBezTo>
                        <a:cubicBezTo>
                          <a:pt x="18917" y="18941"/>
                          <a:pt x="18344" y="17514"/>
                          <a:pt x="17046" y="15845"/>
                        </a:cubicBezTo>
                        <a:cubicBezTo>
                          <a:pt x="16670" y="15369"/>
                          <a:pt x="16324" y="15180"/>
                          <a:pt x="15989" y="15180"/>
                        </a:cubicBezTo>
                        <a:cubicBezTo>
                          <a:pt x="14696" y="15180"/>
                          <a:pt x="13557" y="18000"/>
                          <a:pt x="11363" y="18000"/>
                        </a:cubicBezTo>
                        <a:cubicBezTo>
                          <a:pt x="11258" y="18000"/>
                          <a:pt x="11151" y="17993"/>
                          <a:pt x="11042" y="17980"/>
                        </a:cubicBezTo>
                        <a:cubicBezTo>
                          <a:pt x="8040" y="17646"/>
                          <a:pt x="11042" y="15478"/>
                          <a:pt x="11042" y="13110"/>
                        </a:cubicBezTo>
                        <a:cubicBezTo>
                          <a:pt x="11042" y="10741"/>
                          <a:pt x="8640" y="6071"/>
                          <a:pt x="9174" y="5071"/>
                        </a:cubicBezTo>
                        <a:cubicBezTo>
                          <a:pt x="9474" y="4404"/>
                          <a:pt x="9941" y="1969"/>
                          <a:pt x="920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40" name="Google Shape;340;p39"/>
                <p:cNvGrpSpPr/>
                <p:nvPr/>
              </p:nvGrpSpPr>
              <p:grpSpPr>
                <a:xfrm flipH="1">
                  <a:off x="3853275" y="4608981"/>
                  <a:ext cx="463119" cy="537153"/>
                  <a:chOff x="4483725" y="3281075"/>
                  <a:chExt cx="511225" cy="592950"/>
                </a:xfrm>
              </p:grpSpPr>
              <p:sp>
                <p:nvSpPr>
                  <p:cNvPr id="341" name="Google Shape;341;p39"/>
                  <p:cNvSpPr/>
                  <p:nvPr/>
                </p:nvSpPr>
                <p:spPr>
                  <a:xfrm>
                    <a:off x="4483725" y="3362800"/>
                    <a:ext cx="152650" cy="334425"/>
                  </a:xfrm>
                  <a:custGeom>
                    <a:rect b="b" l="l" r="r" t="t"/>
                    <a:pathLst>
                      <a:path extrusionOk="0" h="13377" w="6106">
                        <a:moveTo>
                          <a:pt x="1435" y="0"/>
                        </a:moveTo>
                        <a:cubicBezTo>
                          <a:pt x="1435" y="1"/>
                          <a:pt x="1" y="6005"/>
                          <a:pt x="2336" y="8373"/>
                        </a:cubicBezTo>
                        <a:cubicBezTo>
                          <a:pt x="3703" y="9774"/>
                          <a:pt x="4738" y="11509"/>
                          <a:pt x="5271" y="13377"/>
                        </a:cubicBezTo>
                        <a:cubicBezTo>
                          <a:pt x="5271" y="13377"/>
                          <a:pt x="6105" y="8540"/>
                          <a:pt x="5471" y="6338"/>
                        </a:cubicBezTo>
                        <a:cubicBezTo>
                          <a:pt x="4871" y="4170"/>
                          <a:pt x="2536" y="3836"/>
                          <a:pt x="1435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39"/>
                  <p:cNvSpPr/>
                  <p:nvPr/>
                </p:nvSpPr>
                <p:spPr>
                  <a:xfrm>
                    <a:off x="4597150" y="3490375"/>
                    <a:ext cx="371950" cy="345275"/>
                  </a:xfrm>
                  <a:custGeom>
                    <a:rect b="b" l="l" r="r" t="t"/>
                    <a:pathLst>
                      <a:path extrusionOk="0" h="13811" w="14878">
                        <a:moveTo>
                          <a:pt x="14878" y="1"/>
                        </a:moveTo>
                        <a:lnTo>
                          <a:pt x="14878" y="1"/>
                        </a:lnTo>
                        <a:cubicBezTo>
                          <a:pt x="13176" y="1836"/>
                          <a:pt x="11042" y="3170"/>
                          <a:pt x="8640" y="3870"/>
                        </a:cubicBezTo>
                        <a:cubicBezTo>
                          <a:pt x="4837" y="4938"/>
                          <a:pt x="4037" y="5538"/>
                          <a:pt x="3036" y="7706"/>
                        </a:cubicBezTo>
                        <a:cubicBezTo>
                          <a:pt x="2069" y="9841"/>
                          <a:pt x="0" y="13811"/>
                          <a:pt x="0" y="13811"/>
                        </a:cubicBezTo>
                        <a:cubicBezTo>
                          <a:pt x="2969" y="10642"/>
                          <a:pt x="3036" y="8974"/>
                          <a:pt x="5738" y="8274"/>
                        </a:cubicBezTo>
                        <a:cubicBezTo>
                          <a:pt x="8473" y="7573"/>
                          <a:pt x="11775" y="6472"/>
                          <a:pt x="13210" y="4571"/>
                        </a:cubicBezTo>
                        <a:cubicBezTo>
                          <a:pt x="14611" y="2636"/>
                          <a:pt x="14878" y="1"/>
                          <a:pt x="14878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3" name="Google Shape;343;p39"/>
                  <p:cNvSpPr/>
                  <p:nvPr/>
                </p:nvSpPr>
                <p:spPr>
                  <a:xfrm>
                    <a:off x="4663850" y="3281075"/>
                    <a:ext cx="331100" cy="278550"/>
                  </a:xfrm>
                  <a:custGeom>
                    <a:rect b="b" l="l" r="r" t="t"/>
                    <a:pathLst>
                      <a:path extrusionOk="0" h="11142" w="13244">
                        <a:moveTo>
                          <a:pt x="13244" y="0"/>
                        </a:moveTo>
                        <a:cubicBezTo>
                          <a:pt x="13243" y="1"/>
                          <a:pt x="10642" y="2669"/>
                          <a:pt x="7173" y="3570"/>
                        </a:cubicBezTo>
                        <a:cubicBezTo>
                          <a:pt x="3704" y="4504"/>
                          <a:pt x="1469" y="6538"/>
                          <a:pt x="735" y="8373"/>
                        </a:cubicBezTo>
                        <a:cubicBezTo>
                          <a:pt x="1" y="10241"/>
                          <a:pt x="268" y="11142"/>
                          <a:pt x="268" y="11142"/>
                        </a:cubicBezTo>
                        <a:cubicBezTo>
                          <a:pt x="2603" y="9007"/>
                          <a:pt x="4671" y="9507"/>
                          <a:pt x="8507" y="6672"/>
                        </a:cubicBezTo>
                        <a:cubicBezTo>
                          <a:pt x="10742" y="5004"/>
                          <a:pt x="12410" y="2669"/>
                          <a:pt x="13244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4" name="Google Shape;344;p39"/>
                  <p:cNvSpPr/>
                  <p:nvPr/>
                </p:nvSpPr>
                <p:spPr>
                  <a:xfrm>
                    <a:off x="4576300" y="3281075"/>
                    <a:ext cx="417825" cy="592950"/>
                  </a:xfrm>
                  <a:custGeom>
                    <a:rect b="b" l="l" r="r" t="t"/>
                    <a:pathLst>
                      <a:path extrusionOk="0" fill="none" h="23718" w="16713">
                        <a:moveTo>
                          <a:pt x="0" y="23717"/>
                        </a:moveTo>
                        <a:cubicBezTo>
                          <a:pt x="2369" y="20482"/>
                          <a:pt x="601" y="17713"/>
                          <a:pt x="2269" y="14144"/>
                        </a:cubicBezTo>
                        <a:cubicBezTo>
                          <a:pt x="3937" y="10608"/>
                          <a:pt x="5671" y="6905"/>
                          <a:pt x="9474" y="5604"/>
                        </a:cubicBezTo>
                        <a:cubicBezTo>
                          <a:pt x="13243" y="4337"/>
                          <a:pt x="16712" y="0"/>
                          <a:pt x="16712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" name="Google Shape;345;p39"/>
                  <p:cNvSpPr/>
                  <p:nvPr/>
                </p:nvSpPr>
                <p:spPr>
                  <a:xfrm>
                    <a:off x="4519600" y="3362800"/>
                    <a:ext cx="95925" cy="334425"/>
                  </a:xfrm>
                  <a:custGeom>
                    <a:rect b="b" l="l" r="r" t="t"/>
                    <a:pathLst>
                      <a:path extrusionOk="0" fill="none" h="13377" w="3837">
                        <a:moveTo>
                          <a:pt x="0" y="0"/>
                        </a:moveTo>
                        <a:cubicBezTo>
                          <a:pt x="400" y="5404"/>
                          <a:pt x="2535" y="5905"/>
                          <a:pt x="3102" y="8606"/>
                        </a:cubicBezTo>
                        <a:cubicBezTo>
                          <a:pt x="3469" y="10174"/>
                          <a:pt x="3703" y="11775"/>
                          <a:pt x="3836" y="13377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" name="Google Shape;346;p39"/>
                  <p:cNvSpPr/>
                  <p:nvPr/>
                </p:nvSpPr>
                <p:spPr>
                  <a:xfrm>
                    <a:off x="4597150" y="3491225"/>
                    <a:ext cx="371125" cy="345275"/>
                  </a:xfrm>
                  <a:custGeom>
                    <a:rect b="b" l="l" r="r" t="t"/>
                    <a:pathLst>
                      <a:path extrusionOk="0" fill="none" h="13811" w="14845">
                        <a:moveTo>
                          <a:pt x="14844" y="0"/>
                        </a:moveTo>
                        <a:cubicBezTo>
                          <a:pt x="12343" y="3970"/>
                          <a:pt x="9207" y="4637"/>
                          <a:pt x="6505" y="6238"/>
                        </a:cubicBezTo>
                        <a:cubicBezTo>
                          <a:pt x="3836" y="7839"/>
                          <a:pt x="2202" y="10141"/>
                          <a:pt x="0" y="1381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47" name="Google Shape;347;p39"/>
                <p:cNvGrpSpPr/>
                <p:nvPr/>
              </p:nvGrpSpPr>
              <p:grpSpPr>
                <a:xfrm rot="5786362">
                  <a:off x="4507473" y="4508571"/>
                  <a:ext cx="976101" cy="463851"/>
                  <a:chOff x="4925350" y="704275"/>
                  <a:chExt cx="1077475" cy="512025"/>
                </a:xfrm>
              </p:grpSpPr>
              <p:sp>
                <p:nvSpPr>
                  <p:cNvPr id="348" name="Google Shape;348;p39"/>
                  <p:cNvSpPr/>
                  <p:nvPr/>
                </p:nvSpPr>
                <p:spPr>
                  <a:xfrm>
                    <a:off x="4925350" y="743200"/>
                    <a:ext cx="670500" cy="172925"/>
                  </a:xfrm>
                  <a:custGeom>
                    <a:rect b="b" l="l" r="r" t="t"/>
                    <a:pathLst>
                      <a:path extrusionOk="0" h="6917" w="26820">
                        <a:moveTo>
                          <a:pt x="13408" y="0"/>
                        </a:moveTo>
                        <a:cubicBezTo>
                          <a:pt x="6185" y="0"/>
                          <a:pt x="1" y="4481"/>
                          <a:pt x="1" y="4481"/>
                        </a:cubicBezTo>
                        <a:cubicBezTo>
                          <a:pt x="904" y="4638"/>
                          <a:pt x="1765" y="4704"/>
                          <a:pt x="2589" y="4704"/>
                        </a:cubicBezTo>
                        <a:cubicBezTo>
                          <a:pt x="6608" y="4704"/>
                          <a:pt x="9749" y="3155"/>
                          <a:pt x="12638" y="3155"/>
                        </a:cubicBezTo>
                        <a:cubicBezTo>
                          <a:pt x="13686" y="3155"/>
                          <a:pt x="14701" y="3359"/>
                          <a:pt x="15712" y="3914"/>
                        </a:cubicBezTo>
                        <a:cubicBezTo>
                          <a:pt x="20082" y="6316"/>
                          <a:pt x="26820" y="6916"/>
                          <a:pt x="26820" y="6916"/>
                        </a:cubicBezTo>
                        <a:cubicBezTo>
                          <a:pt x="26820" y="6916"/>
                          <a:pt x="22383" y="579"/>
                          <a:pt x="14644" y="45"/>
                        </a:cubicBezTo>
                        <a:cubicBezTo>
                          <a:pt x="14229" y="14"/>
                          <a:pt x="13817" y="0"/>
                          <a:pt x="1340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39"/>
                  <p:cNvSpPr/>
                  <p:nvPr/>
                </p:nvSpPr>
                <p:spPr>
                  <a:xfrm>
                    <a:off x="5240575" y="942350"/>
                    <a:ext cx="567925" cy="146325"/>
                  </a:xfrm>
                  <a:custGeom>
                    <a:rect b="b" l="l" r="r" t="t"/>
                    <a:pathLst>
                      <a:path extrusionOk="0" h="5853" w="22717">
                        <a:moveTo>
                          <a:pt x="17929" y="1"/>
                        </a:moveTo>
                        <a:cubicBezTo>
                          <a:pt x="15911" y="1"/>
                          <a:pt x="13527" y="302"/>
                          <a:pt x="11342" y="1352"/>
                        </a:cubicBezTo>
                        <a:cubicBezTo>
                          <a:pt x="5588" y="4132"/>
                          <a:pt x="1548" y="4364"/>
                          <a:pt x="361" y="4364"/>
                        </a:cubicBezTo>
                        <a:cubicBezTo>
                          <a:pt x="124" y="4364"/>
                          <a:pt x="1" y="4354"/>
                          <a:pt x="1" y="4354"/>
                        </a:cubicBezTo>
                        <a:lnTo>
                          <a:pt x="1" y="4354"/>
                        </a:lnTo>
                        <a:cubicBezTo>
                          <a:pt x="2237" y="5423"/>
                          <a:pt x="4500" y="5852"/>
                          <a:pt x="6647" y="5852"/>
                        </a:cubicBezTo>
                        <a:cubicBezTo>
                          <a:pt x="10265" y="5852"/>
                          <a:pt x="13551" y="4631"/>
                          <a:pt x="15812" y="3187"/>
                        </a:cubicBezTo>
                        <a:cubicBezTo>
                          <a:pt x="17880" y="1786"/>
                          <a:pt x="20248" y="918"/>
                          <a:pt x="22717" y="552"/>
                        </a:cubicBezTo>
                        <a:cubicBezTo>
                          <a:pt x="22717" y="552"/>
                          <a:pt x="20657" y="1"/>
                          <a:pt x="179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39"/>
                  <p:cNvSpPr/>
                  <p:nvPr/>
                </p:nvSpPr>
                <p:spPr>
                  <a:xfrm>
                    <a:off x="5482425" y="1051825"/>
                    <a:ext cx="492875" cy="164475"/>
                  </a:xfrm>
                  <a:custGeom>
                    <a:rect b="b" l="l" r="r" t="t"/>
                    <a:pathLst>
                      <a:path extrusionOk="0" h="6579" w="19715">
                        <a:moveTo>
                          <a:pt x="14944" y="0"/>
                        </a:moveTo>
                        <a:cubicBezTo>
                          <a:pt x="12982" y="0"/>
                          <a:pt x="10528" y="740"/>
                          <a:pt x="8540" y="2344"/>
                        </a:cubicBezTo>
                        <a:cubicBezTo>
                          <a:pt x="5471" y="4845"/>
                          <a:pt x="0" y="4879"/>
                          <a:pt x="0" y="4879"/>
                        </a:cubicBezTo>
                        <a:cubicBezTo>
                          <a:pt x="0" y="4879"/>
                          <a:pt x="2899" y="6579"/>
                          <a:pt x="6353" y="6579"/>
                        </a:cubicBezTo>
                        <a:cubicBezTo>
                          <a:pt x="7172" y="6579"/>
                          <a:pt x="8023" y="6483"/>
                          <a:pt x="8873" y="6246"/>
                        </a:cubicBezTo>
                        <a:cubicBezTo>
                          <a:pt x="12727" y="5166"/>
                          <a:pt x="14306" y="2323"/>
                          <a:pt x="17994" y="2323"/>
                        </a:cubicBezTo>
                        <a:cubicBezTo>
                          <a:pt x="18521" y="2323"/>
                          <a:pt x="19090" y="2381"/>
                          <a:pt x="19714" y="2510"/>
                        </a:cubicBezTo>
                        <a:cubicBezTo>
                          <a:pt x="19714" y="2510"/>
                          <a:pt x="19314" y="1877"/>
                          <a:pt x="17613" y="676"/>
                        </a:cubicBezTo>
                        <a:cubicBezTo>
                          <a:pt x="16990" y="233"/>
                          <a:pt x="16044" y="0"/>
                          <a:pt x="1494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39"/>
                  <p:cNvSpPr/>
                  <p:nvPr/>
                </p:nvSpPr>
                <p:spPr>
                  <a:xfrm>
                    <a:off x="5657550" y="704275"/>
                    <a:ext cx="271875" cy="318600"/>
                  </a:xfrm>
                  <a:custGeom>
                    <a:rect b="b" l="l" r="r" t="t"/>
                    <a:pathLst>
                      <a:path extrusionOk="0" h="12744" w="10875">
                        <a:moveTo>
                          <a:pt x="0" y="1"/>
                        </a:moveTo>
                        <a:cubicBezTo>
                          <a:pt x="0" y="1"/>
                          <a:pt x="3503" y="1702"/>
                          <a:pt x="5104" y="4437"/>
                        </a:cubicBezTo>
                        <a:cubicBezTo>
                          <a:pt x="6705" y="7139"/>
                          <a:pt x="9941" y="12743"/>
                          <a:pt x="9941" y="12743"/>
                        </a:cubicBezTo>
                        <a:cubicBezTo>
                          <a:pt x="8273" y="8540"/>
                          <a:pt x="10875" y="7439"/>
                          <a:pt x="8840" y="3937"/>
                        </a:cubicBezTo>
                        <a:cubicBezTo>
                          <a:pt x="6805" y="434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39"/>
                  <p:cNvSpPr/>
                  <p:nvPr/>
                </p:nvSpPr>
                <p:spPr>
                  <a:xfrm>
                    <a:off x="4925350" y="750975"/>
                    <a:ext cx="1077475" cy="422825"/>
                  </a:xfrm>
                  <a:custGeom>
                    <a:rect b="b" l="l" r="r" t="t"/>
                    <a:pathLst>
                      <a:path extrusionOk="0" fill="none" h="16913" w="43099">
                        <a:moveTo>
                          <a:pt x="43098" y="16913"/>
                        </a:moveTo>
                        <a:cubicBezTo>
                          <a:pt x="40963" y="11642"/>
                          <a:pt x="37027" y="7406"/>
                          <a:pt x="30356" y="7106"/>
                        </a:cubicBezTo>
                        <a:cubicBezTo>
                          <a:pt x="23718" y="6839"/>
                          <a:pt x="20549" y="3170"/>
                          <a:pt x="15145" y="1602"/>
                        </a:cubicBezTo>
                        <a:cubicBezTo>
                          <a:pt x="9741" y="1"/>
                          <a:pt x="1" y="4170"/>
                          <a:pt x="1" y="417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3" name="Google Shape;353;p39"/>
                  <p:cNvSpPr/>
                  <p:nvPr/>
                </p:nvSpPr>
                <p:spPr>
                  <a:xfrm>
                    <a:off x="5240575" y="954450"/>
                    <a:ext cx="567925" cy="117625"/>
                  </a:xfrm>
                  <a:custGeom>
                    <a:rect b="b" l="l" r="r" t="t"/>
                    <a:pathLst>
                      <a:path extrusionOk="0" fill="none" h="4705" w="22717">
                        <a:moveTo>
                          <a:pt x="1" y="3870"/>
                        </a:moveTo>
                        <a:cubicBezTo>
                          <a:pt x="8774" y="4704"/>
                          <a:pt x="12343" y="2803"/>
                          <a:pt x="14978" y="1402"/>
                        </a:cubicBezTo>
                        <a:cubicBezTo>
                          <a:pt x="17613" y="1"/>
                          <a:pt x="22717" y="68"/>
                          <a:pt x="22717" y="68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4" name="Google Shape;354;p39"/>
                  <p:cNvSpPr/>
                  <p:nvPr/>
                </p:nvSpPr>
                <p:spPr>
                  <a:xfrm>
                    <a:off x="5656700" y="704275"/>
                    <a:ext cx="249375" cy="319425"/>
                  </a:xfrm>
                  <a:custGeom>
                    <a:rect b="b" l="l" r="r" t="t"/>
                    <a:pathLst>
                      <a:path extrusionOk="0" fill="none" h="12777" w="9975">
                        <a:moveTo>
                          <a:pt x="1" y="1"/>
                        </a:moveTo>
                        <a:cubicBezTo>
                          <a:pt x="4037" y="768"/>
                          <a:pt x="7573" y="3470"/>
                          <a:pt x="8107" y="5972"/>
                        </a:cubicBezTo>
                        <a:cubicBezTo>
                          <a:pt x="8607" y="8240"/>
                          <a:pt x="9241" y="10542"/>
                          <a:pt x="9975" y="1277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5" name="Google Shape;355;p39"/>
                  <p:cNvSpPr/>
                  <p:nvPr/>
                </p:nvSpPr>
                <p:spPr>
                  <a:xfrm>
                    <a:off x="5481575" y="1069550"/>
                    <a:ext cx="492875" cy="134275"/>
                  </a:xfrm>
                  <a:custGeom>
                    <a:rect b="b" l="l" r="r" t="t"/>
                    <a:pathLst>
                      <a:path extrusionOk="0" fill="none" h="5371" w="19715">
                        <a:moveTo>
                          <a:pt x="1" y="4170"/>
                        </a:moveTo>
                        <a:cubicBezTo>
                          <a:pt x="5138" y="5371"/>
                          <a:pt x="8974" y="3636"/>
                          <a:pt x="12143" y="1801"/>
                        </a:cubicBezTo>
                        <a:cubicBezTo>
                          <a:pt x="15312" y="0"/>
                          <a:pt x="19715" y="1801"/>
                          <a:pt x="19715" y="180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356" name="Google Shape;356;p39"/>
            <p:cNvGrpSpPr/>
            <p:nvPr/>
          </p:nvGrpSpPr>
          <p:grpSpPr>
            <a:xfrm flipH="1" rot="1721072">
              <a:off x="1961795" y="4702168"/>
              <a:ext cx="442012" cy="203381"/>
              <a:chOff x="3029000" y="3167975"/>
              <a:chExt cx="442000" cy="203375"/>
            </a:xfrm>
          </p:grpSpPr>
          <p:sp>
            <p:nvSpPr>
              <p:cNvPr id="357" name="Google Shape;357;p39"/>
              <p:cNvSpPr/>
              <p:nvPr/>
            </p:nvSpPr>
            <p:spPr>
              <a:xfrm>
                <a:off x="3134900" y="3167975"/>
                <a:ext cx="189500" cy="203375"/>
              </a:xfrm>
              <a:custGeom>
                <a:rect b="b" l="l" r="r" t="t"/>
                <a:pathLst>
                  <a:path extrusionOk="0" h="8135" w="7580">
                    <a:moveTo>
                      <a:pt x="4307" y="1"/>
                    </a:moveTo>
                    <a:cubicBezTo>
                      <a:pt x="3145" y="1"/>
                      <a:pt x="1903" y="214"/>
                      <a:pt x="1235" y="724"/>
                    </a:cubicBezTo>
                    <a:cubicBezTo>
                      <a:pt x="1" y="1691"/>
                      <a:pt x="201" y="6661"/>
                      <a:pt x="1869" y="7262"/>
                    </a:cubicBezTo>
                    <a:cubicBezTo>
                      <a:pt x="3134" y="7717"/>
                      <a:pt x="4841" y="8134"/>
                      <a:pt x="5621" y="8134"/>
                    </a:cubicBezTo>
                    <a:cubicBezTo>
                      <a:pt x="5868" y="8134"/>
                      <a:pt x="6022" y="8092"/>
                      <a:pt x="6039" y="7996"/>
                    </a:cubicBezTo>
                    <a:cubicBezTo>
                      <a:pt x="6139" y="7595"/>
                      <a:pt x="3370" y="6028"/>
                      <a:pt x="3370" y="6028"/>
                    </a:cubicBezTo>
                    <a:lnTo>
                      <a:pt x="3537" y="1558"/>
                    </a:lnTo>
                    <a:cubicBezTo>
                      <a:pt x="3945" y="1618"/>
                      <a:pt x="4333" y="1645"/>
                      <a:pt x="4692" y="1645"/>
                    </a:cubicBezTo>
                    <a:cubicBezTo>
                      <a:pt x="6505" y="1645"/>
                      <a:pt x="7580" y="958"/>
                      <a:pt x="6772" y="457"/>
                    </a:cubicBezTo>
                    <a:cubicBezTo>
                      <a:pt x="6330" y="173"/>
                      <a:pt x="5351" y="1"/>
                      <a:pt x="43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9"/>
              <p:cNvSpPr/>
              <p:nvPr/>
            </p:nvSpPr>
            <p:spPr>
              <a:xfrm>
                <a:off x="3351725" y="3228375"/>
                <a:ext cx="106775" cy="64450"/>
              </a:xfrm>
              <a:custGeom>
                <a:rect b="b" l="l" r="r" t="t"/>
                <a:pathLst>
                  <a:path extrusionOk="0" h="2578" w="4271">
                    <a:moveTo>
                      <a:pt x="3786" y="1"/>
                    </a:moveTo>
                    <a:cubicBezTo>
                      <a:pt x="2892" y="1"/>
                      <a:pt x="228" y="818"/>
                      <a:pt x="1" y="2577"/>
                    </a:cubicBezTo>
                    <a:cubicBezTo>
                      <a:pt x="1" y="2577"/>
                      <a:pt x="4270" y="376"/>
                      <a:pt x="4070" y="76"/>
                    </a:cubicBezTo>
                    <a:cubicBezTo>
                      <a:pt x="4045" y="26"/>
                      <a:pt x="3943" y="1"/>
                      <a:pt x="37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9"/>
              <p:cNvSpPr/>
              <p:nvPr/>
            </p:nvSpPr>
            <p:spPr>
              <a:xfrm>
                <a:off x="3346125" y="3292800"/>
                <a:ext cx="124875" cy="55525"/>
              </a:xfrm>
              <a:custGeom>
                <a:rect b="b" l="l" r="r" t="t"/>
                <a:pathLst>
                  <a:path extrusionOk="0" h="2221" w="4995">
                    <a:moveTo>
                      <a:pt x="225" y="0"/>
                    </a:moveTo>
                    <a:lnTo>
                      <a:pt x="225" y="0"/>
                    </a:lnTo>
                    <a:cubicBezTo>
                      <a:pt x="0" y="366"/>
                      <a:pt x="1880" y="2220"/>
                      <a:pt x="3495" y="2220"/>
                    </a:cubicBezTo>
                    <a:cubicBezTo>
                      <a:pt x="3798" y="2220"/>
                      <a:pt x="4092" y="2155"/>
                      <a:pt x="4361" y="2002"/>
                    </a:cubicBezTo>
                    <a:cubicBezTo>
                      <a:pt x="4995" y="1668"/>
                      <a:pt x="225" y="1"/>
                      <a:pt x="2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9"/>
              <p:cNvSpPr/>
              <p:nvPr/>
            </p:nvSpPr>
            <p:spPr>
              <a:xfrm>
                <a:off x="3029000" y="3184850"/>
                <a:ext cx="334850" cy="165025"/>
              </a:xfrm>
              <a:custGeom>
                <a:rect b="b" l="l" r="r" t="t"/>
                <a:pathLst>
                  <a:path extrusionOk="0" h="6601" w="13394">
                    <a:moveTo>
                      <a:pt x="5827" y="0"/>
                    </a:moveTo>
                    <a:cubicBezTo>
                      <a:pt x="5708" y="0"/>
                      <a:pt x="5589" y="5"/>
                      <a:pt x="5471" y="15"/>
                    </a:cubicBezTo>
                    <a:cubicBezTo>
                      <a:pt x="2002" y="316"/>
                      <a:pt x="1" y="4585"/>
                      <a:pt x="167" y="5286"/>
                    </a:cubicBezTo>
                    <a:cubicBezTo>
                      <a:pt x="262" y="5682"/>
                      <a:pt x="2308" y="6601"/>
                      <a:pt x="5208" y="6601"/>
                    </a:cubicBezTo>
                    <a:cubicBezTo>
                      <a:pt x="7437" y="6601"/>
                      <a:pt x="10170" y="6058"/>
                      <a:pt x="12910" y="4318"/>
                    </a:cubicBezTo>
                    <a:cubicBezTo>
                      <a:pt x="13393" y="3996"/>
                      <a:pt x="9238" y="0"/>
                      <a:pt x="5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9"/>
              <p:cNvSpPr/>
              <p:nvPr/>
            </p:nvSpPr>
            <p:spPr>
              <a:xfrm>
                <a:off x="3164925" y="3257775"/>
                <a:ext cx="20875" cy="92600"/>
              </a:xfrm>
              <a:custGeom>
                <a:rect b="b" l="l" r="r" t="t"/>
                <a:pathLst>
                  <a:path extrusionOk="0" fill="none" h="3704" w="835">
                    <a:moveTo>
                      <a:pt x="1" y="0"/>
                    </a:moveTo>
                    <a:cubicBezTo>
                      <a:pt x="835" y="1535"/>
                      <a:pt x="468" y="3169"/>
                      <a:pt x="34" y="370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9"/>
              <p:cNvSpPr/>
              <p:nvPr/>
            </p:nvSpPr>
            <p:spPr>
              <a:xfrm>
                <a:off x="3081550" y="3257050"/>
                <a:ext cx="28375" cy="25675"/>
              </a:xfrm>
              <a:custGeom>
                <a:rect b="b" l="l" r="r" t="t"/>
                <a:pathLst>
                  <a:path extrusionOk="0" h="1027" w="1135">
                    <a:moveTo>
                      <a:pt x="563" y="0"/>
                    </a:moveTo>
                    <a:cubicBezTo>
                      <a:pt x="508" y="0"/>
                      <a:pt x="454" y="9"/>
                      <a:pt x="400" y="29"/>
                    </a:cubicBezTo>
                    <a:cubicBezTo>
                      <a:pt x="133" y="130"/>
                      <a:pt x="0" y="396"/>
                      <a:pt x="100" y="663"/>
                    </a:cubicBezTo>
                    <a:cubicBezTo>
                      <a:pt x="153" y="877"/>
                      <a:pt x="356" y="1026"/>
                      <a:pt x="572" y="1026"/>
                    </a:cubicBezTo>
                    <a:cubicBezTo>
                      <a:pt x="626" y="1026"/>
                      <a:pt x="681" y="1017"/>
                      <a:pt x="734" y="997"/>
                    </a:cubicBezTo>
                    <a:cubicBezTo>
                      <a:pt x="1001" y="897"/>
                      <a:pt x="1134" y="630"/>
                      <a:pt x="1067" y="363"/>
                    </a:cubicBezTo>
                    <a:cubicBezTo>
                      <a:pt x="987" y="150"/>
                      <a:pt x="779" y="0"/>
                      <a:pt x="5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9"/>
              <p:cNvSpPr/>
              <p:nvPr/>
            </p:nvSpPr>
            <p:spPr>
              <a:xfrm>
                <a:off x="3088200" y="3264950"/>
                <a:ext cx="7550" cy="7025"/>
              </a:xfrm>
              <a:custGeom>
                <a:rect b="b" l="l" r="r" t="t"/>
                <a:pathLst>
                  <a:path extrusionOk="0" h="281" w="302">
                    <a:moveTo>
                      <a:pt x="159" y="1"/>
                    </a:moveTo>
                    <a:cubicBezTo>
                      <a:pt x="139" y="1"/>
                      <a:pt x="119" y="5"/>
                      <a:pt x="101" y="14"/>
                    </a:cubicBezTo>
                    <a:cubicBezTo>
                      <a:pt x="34" y="14"/>
                      <a:pt x="1" y="114"/>
                      <a:pt x="34" y="180"/>
                    </a:cubicBezTo>
                    <a:cubicBezTo>
                      <a:pt x="34" y="247"/>
                      <a:pt x="134" y="281"/>
                      <a:pt x="201" y="281"/>
                    </a:cubicBezTo>
                    <a:cubicBezTo>
                      <a:pt x="268" y="247"/>
                      <a:pt x="301" y="147"/>
                      <a:pt x="268" y="80"/>
                    </a:cubicBezTo>
                    <a:cubicBezTo>
                      <a:pt x="268" y="32"/>
                      <a:pt x="214" y="1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4" name="Google Shape;364;p39"/>
          <p:cNvSpPr txBox="1"/>
          <p:nvPr>
            <p:ph idx="1" type="body"/>
          </p:nvPr>
        </p:nvSpPr>
        <p:spPr>
          <a:xfrm>
            <a:off x="921463" y="2042250"/>
            <a:ext cx="33318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365" name="Google Shape;365;p39"/>
          <p:cNvSpPr txBox="1"/>
          <p:nvPr>
            <p:ph idx="2" type="body"/>
          </p:nvPr>
        </p:nvSpPr>
        <p:spPr>
          <a:xfrm>
            <a:off x="4890738" y="2042250"/>
            <a:ext cx="33318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366" name="Google Shape;366;p39"/>
          <p:cNvSpPr txBox="1"/>
          <p:nvPr>
            <p:ph idx="3" type="subTitle"/>
          </p:nvPr>
        </p:nvSpPr>
        <p:spPr>
          <a:xfrm flipH="1">
            <a:off x="4890738" y="1565550"/>
            <a:ext cx="333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9pPr>
          </a:lstStyle>
          <a:p/>
        </p:txBody>
      </p:sp>
      <p:sp>
        <p:nvSpPr>
          <p:cNvPr id="367" name="Google Shape;367;p39"/>
          <p:cNvSpPr txBox="1"/>
          <p:nvPr>
            <p:ph idx="4" type="subTitle"/>
          </p:nvPr>
        </p:nvSpPr>
        <p:spPr>
          <a:xfrm flipH="1">
            <a:off x="921463" y="1565550"/>
            <a:ext cx="333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agra"/>
              <a:buNone/>
              <a:defRPr b="1" sz="3200">
                <a:solidFill>
                  <a:schemeClr val="accent2"/>
                </a:solidFill>
                <a:latin typeface="Magra"/>
                <a:ea typeface="Magra"/>
                <a:cs typeface="Magra"/>
                <a:sym typeface="Mag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4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40"/>
          <p:cNvGrpSpPr/>
          <p:nvPr/>
        </p:nvGrpSpPr>
        <p:grpSpPr>
          <a:xfrm>
            <a:off x="-3557" y="3780600"/>
            <a:ext cx="9158132" cy="1404535"/>
            <a:chOff x="-3557" y="3780600"/>
            <a:chExt cx="9158132" cy="1404535"/>
          </a:xfrm>
        </p:grpSpPr>
        <p:grpSp>
          <p:nvGrpSpPr>
            <p:cNvPr id="370" name="Google Shape;370;p40"/>
            <p:cNvGrpSpPr/>
            <p:nvPr/>
          </p:nvGrpSpPr>
          <p:grpSpPr>
            <a:xfrm>
              <a:off x="-3525" y="4608662"/>
              <a:ext cx="9158100" cy="535483"/>
              <a:chOff x="-3525" y="3151625"/>
              <a:chExt cx="9158100" cy="1992125"/>
            </a:xfrm>
          </p:grpSpPr>
          <p:cxnSp>
            <p:nvCxnSpPr>
              <p:cNvPr id="371" name="Google Shape;371;p40"/>
              <p:cNvCxnSpPr/>
              <p:nvPr/>
            </p:nvCxnSpPr>
            <p:spPr>
              <a:xfrm>
                <a:off x="-3525" y="3151625"/>
                <a:ext cx="9158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2" name="Google Shape;372;p40"/>
              <p:cNvSpPr/>
              <p:nvPr/>
            </p:nvSpPr>
            <p:spPr>
              <a:xfrm>
                <a:off x="0" y="3163450"/>
                <a:ext cx="9144000" cy="1980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3" name="Google Shape;373;p40"/>
            <p:cNvGrpSpPr/>
            <p:nvPr/>
          </p:nvGrpSpPr>
          <p:grpSpPr>
            <a:xfrm>
              <a:off x="7403112" y="4216436"/>
              <a:ext cx="1741195" cy="968699"/>
              <a:chOff x="7403112" y="4216436"/>
              <a:chExt cx="1741195" cy="968699"/>
            </a:xfrm>
          </p:grpSpPr>
          <p:sp>
            <p:nvSpPr>
              <p:cNvPr id="374" name="Google Shape;374;p40"/>
              <p:cNvSpPr/>
              <p:nvPr/>
            </p:nvSpPr>
            <p:spPr>
              <a:xfrm>
                <a:off x="7910075" y="4216436"/>
                <a:ext cx="1234232" cy="936513"/>
              </a:xfrm>
              <a:custGeom>
                <a:rect b="b" l="l" r="r" t="t"/>
                <a:pathLst>
                  <a:path extrusionOk="0" h="30931" w="40764">
                    <a:moveTo>
                      <a:pt x="37643" y="1"/>
                    </a:moveTo>
                    <a:cubicBezTo>
                      <a:pt x="36339" y="1"/>
                      <a:pt x="34901" y="1033"/>
                      <a:pt x="34392" y="2844"/>
                    </a:cubicBezTo>
                    <a:cubicBezTo>
                      <a:pt x="33458" y="6080"/>
                      <a:pt x="36427" y="9048"/>
                      <a:pt x="37795" y="11550"/>
                    </a:cubicBezTo>
                    <a:cubicBezTo>
                      <a:pt x="38740" y="13256"/>
                      <a:pt x="37486" y="14803"/>
                      <a:pt x="36137" y="14803"/>
                    </a:cubicBezTo>
                    <a:cubicBezTo>
                      <a:pt x="35534" y="14803"/>
                      <a:pt x="34912" y="14494"/>
                      <a:pt x="34459" y="13752"/>
                    </a:cubicBezTo>
                    <a:cubicBezTo>
                      <a:pt x="32991" y="11350"/>
                      <a:pt x="34359" y="9148"/>
                      <a:pt x="33425" y="7847"/>
                    </a:cubicBezTo>
                    <a:cubicBezTo>
                      <a:pt x="33198" y="7520"/>
                      <a:pt x="32945" y="7363"/>
                      <a:pt x="32687" y="7363"/>
                    </a:cubicBezTo>
                    <a:cubicBezTo>
                      <a:pt x="31921" y="7363"/>
                      <a:pt x="31105" y="8738"/>
                      <a:pt x="30756" y="11083"/>
                    </a:cubicBezTo>
                    <a:cubicBezTo>
                      <a:pt x="30289" y="14219"/>
                      <a:pt x="32324" y="14619"/>
                      <a:pt x="33992" y="17254"/>
                    </a:cubicBezTo>
                    <a:cubicBezTo>
                      <a:pt x="35660" y="19923"/>
                      <a:pt x="36394" y="24259"/>
                      <a:pt x="33992" y="25193"/>
                    </a:cubicBezTo>
                    <a:cubicBezTo>
                      <a:pt x="33553" y="25364"/>
                      <a:pt x="33191" y="25444"/>
                      <a:pt x="32892" y="25444"/>
                    </a:cubicBezTo>
                    <a:cubicBezTo>
                      <a:pt x="31557" y="25444"/>
                      <a:pt x="31490" y="23835"/>
                      <a:pt x="31490" y="21491"/>
                    </a:cubicBezTo>
                    <a:cubicBezTo>
                      <a:pt x="31490" y="20222"/>
                      <a:pt x="30786" y="19625"/>
                      <a:pt x="30023" y="19625"/>
                    </a:cubicBezTo>
                    <a:cubicBezTo>
                      <a:pt x="29061" y="19625"/>
                      <a:pt x="28005" y="20575"/>
                      <a:pt x="28154" y="22325"/>
                    </a:cubicBezTo>
                    <a:cubicBezTo>
                      <a:pt x="28421" y="25460"/>
                      <a:pt x="28788" y="27395"/>
                      <a:pt x="25653" y="27795"/>
                    </a:cubicBezTo>
                    <a:cubicBezTo>
                      <a:pt x="25516" y="27811"/>
                      <a:pt x="25387" y="27819"/>
                      <a:pt x="25267" y="27819"/>
                    </a:cubicBezTo>
                    <a:cubicBezTo>
                      <a:pt x="22622" y="27819"/>
                      <a:pt x="23775" y="24091"/>
                      <a:pt x="25019" y="21858"/>
                    </a:cubicBezTo>
                    <a:cubicBezTo>
                      <a:pt x="26286" y="19556"/>
                      <a:pt x="29455" y="19022"/>
                      <a:pt x="29822" y="16620"/>
                    </a:cubicBezTo>
                    <a:cubicBezTo>
                      <a:pt x="30189" y="14252"/>
                      <a:pt x="28688" y="14386"/>
                      <a:pt x="28755" y="11817"/>
                    </a:cubicBezTo>
                    <a:cubicBezTo>
                      <a:pt x="28788" y="9282"/>
                      <a:pt x="30256" y="7481"/>
                      <a:pt x="30189" y="4679"/>
                    </a:cubicBezTo>
                    <a:cubicBezTo>
                      <a:pt x="30152" y="3123"/>
                      <a:pt x="29029" y="2336"/>
                      <a:pt x="27786" y="2336"/>
                    </a:cubicBezTo>
                    <a:cubicBezTo>
                      <a:pt x="26818" y="2336"/>
                      <a:pt x="25776" y="2814"/>
                      <a:pt x="25119" y="3778"/>
                    </a:cubicBezTo>
                    <a:cubicBezTo>
                      <a:pt x="23584" y="5979"/>
                      <a:pt x="25286" y="8014"/>
                      <a:pt x="26453" y="12918"/>
                    </a:cubicBezTo>
                    <a:cubicBezTo>
                      <a:pt x="27039" y="15379"/>
                      <a:pt x="26112" y="16437"/>
                      <a:pt x="25056" y="16437"/>
                    </a:cubicBezTo>
                    <a:cubicBezTo>
                      <a:pt x="24009" y="16437"/>
                      <a:pt x="22834" y="15396"/>
                      <a:pt x="22884" y="13652"/>
                    </a:cubicBezTo>
                    <a:cubicBezTo>
                      <a:pt x="22958" y="11056"/>
                      <a:pt x="22867" y="9119"/>
                      <a:pt x="21810" y="9119"/>
                    </a:cubicBezTo>
                    <a:cubicBezTo>
                      <a:pt x="21441" y="9119"/>
                      <a:pt x="20954" y="9356"/>
                      <a:pt x="20315" y="9882"/>
                    </a:cubicBezTo>
                    <a:cubicBezTo>
                      <a:pt x="17814" y="11884"/>
                      <a:pt x="20382" y="16153"/>
                      <a:pt x="22250" y="19823"/>
                    </a:cubicBezTo>
                    <a:cubicBezTo>
                      <a:pt x="23494" y="22311"/>
                      <a:pt x="22714" y="23649"/>
                      <a:pt x="21822" y="23649"/>
                    </a:cubicBezTo>
                    <a:cubicBezTo>
                      <a:pt x="21399" y="23649"/>
                      <a:pt x="20951" y="23348"/>
                      <a:pt x="20682" y="22725"/>
                    </a:cubicBezTo>
                    <a:cubicBezTo>
                      <a:pt x="20188" y="21558"/>
                      <a:pt x="19435" y="20825"/>
                      <a:pt x="18675" y="20825"/>
                    </a:cubicBezTo>
                    <a:cubicBezTo>
                      <a:pt x="18153" y="20825"/>
                      <a:pt x="17628" y="21170"/>
                      <a:pt x="17180" y="21958"/>
                    </a:cubicBezTo>
                    <a:cubicBezTo>
                      <a:pt x="16046" y="23926"/>
                      <a:pt x="17347" y="27428"/>
                      <a:pt x="15979" y="29229"/>
                    </a:cubicBezTo>
                    <a:cubicBezTo>
                      <a:pt x="15530" y="29821"/>
                      <a:pt x="15016" y="30107"/>
                      <a:pt x="14507" y="30107"/>
                    </a:cubicBezTo>
                    <a:cubicBezTo>
                      <a:pt x="13466" y="30107"/>
                      <a:pt x="12446" y="28912"/>
                      <a:pt x="12043" y="26694"/>
                    </a:cubicBezTo>
                    <a:cubicBezTo>
                      <a:pt x="11442" y="23359"/>
                      <a:pt x="13944" y="22792"/>
                      <a:pt x="15512" y="19823"/>
                    </a:cubicBezTo>
                    <a:cubicBezTo>
                      <a:pt x="16814" y="17358"/>
                      <a:pt x="15241" y="15744"/>
                      <a:pt x="13277" y="15744"/>
                    </a:cubicBezTo>
                    <a:cubicBezTo>
                      <a:pt x="12875" y="15744"/>
                      <a:pt x="12456" y="15812"/>
                      <a:pt x="12043" y="15953"/>
                    </a:cubicBezTo>
                    <a:cubicBezTo>
                      <a:pt x="9574" y="16787"/>
                      <a:pt x="11342" y="19956"/>
                      <a:pt x="10709" y="23659"/>
                    </a:cubicBezTo>
                    <a:cubicBezTo>
                      <a:pt x="10514" y="24747"/>
                      <a:pt x="10065" y="25184"/>
                      <a:pt x="9527" y="25184"/>
                    </a:cubicBezTo>
                    <a:cubicBezTo>
                      <a:pt x="8215" y="25184"/>
                      <a:pt x="6372" y="22594"/>
                      <a:pt x="6372" y="20490"/>
                    </a:cubicBezTo>
                    <a:cubicBezTo>
                      <a:pt x="6372" y="18504"/>
                      <a:pt x="5151" y="16412"/>
                      <a:pt x="3783" y="16412"/>
                    </a:cubicBezTo>
                    <a:cubicBezTo>
                      <a:pt x="3128" y="16412"/>
                      <a:pt x="2440" y="16890"/>
                      <a:pt x="1836" y="18088"/>
                    </a:cubicBezTo>
                    <a:cubicBezTo>
                      <a:pt x="1" y="21791"/>
                      <a:pt x="3403" y="24660"/>
                      <a:pt x="4704" y="26127"/>
                    </a:cubicBezTo>
                    <a:cubicBezTo>
                      <a:pt x="6005" y="27595"/>
                      <a:pt x="6472" y="29530"/>
                      <a:pt x="2770" y="30931"/>
                    </a:cubicBezTo>
                    <a:lnTo>
                      <a:pt x="40763" y="30330"/>
                    </a:lnTo>
                    <a:cubicBezTo>
                      <a:pt x="40763" y="30330"/>
                      <a:pt x="40763" y="4979"/>
                      <a:pt x="39929" y="1943"/>
                    </a:cubicBezTo>
                    <a:cubicBezTo>
                      <a:pt x="39567" y="610"/>
                      <a:pt x="38644" y="1"/>
                      <a:pt x="376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5" name="Google Shape;375;p40"/>
              <p:cNvGrpSpPr/>
              <p:nvPr/>
            </p:nvGrpSpPr>
            <p:grpSpPr>
              <a:xfrm rot="739684">
                <a:off x="7445348" y="4564015"/>
                <a:ext cx="1077430" cy="512003"/>
                <a:chOff x="4925350" y="704275"/>
                <a:chExt cx="1077475" cy="512025"/>
              </a:xfrm>
            </p:grpSpPr>
            <p:sp>
              <p:nvSpPr>
                <p:cNvPr id="376" name="Google Shape;376;p40"/>
                <p:cNvSpPr/>
                <p:nvPr/>
              </p:nvSpPr>
              <p:spPr>
                <a:xfrm>
                  <a:off x="4925350" y="743200"/>
                  <a:ext cx="670500" cy="172925"/>
                </a:xfrm>
                <a:custGeom>
                  <a:rect b="b" l="l" r="r" t="t"/>
                  <a:pathLst>
                    <a:path extrusionOk="0" h="6917" w="26820">
                      <a:moveTo>
                        <a:pt x="13408" y="0"/>
                      </a:moveTo>
                      <a:cubicBezTo>
                        <a:pt x="6185" y="0"/>
                        <a:pt x="1" y="4481"/>
                        <a:pt x="1" y="4481"/>
                      </a:cubicBezTo>
                      <a:cubicBezTo>
                        <a:pt x="904" y="4638"/>
                        <a:pt x="1765" y="4704"/>
                        <a:pt x="2589" y="4704"/>
                      </a:cubicBezTo>
                      <a:cubicBezTo>
                        <a:pt x="6608" y="4704"/>
                        <a:pt x="9749" y="3155"/>
                        <a:pt x="12638" y="3155"/>
                      </a:cubicBezTo>
                      <a:cubicBezTo>
                        <a:pt x="13686" y="3155"/>
                        <a:pt x="14701" y="3359"/>
                        <a:pt x="15712" y="3914"/>
                      </a:cubicBezTo>
                      <a:cubicBezTo>
                        <a:pt x="20082" y="6316"/>
                        <a:pt x="26820" y="6916"/>
                        <a:pt x="26820" y="6916"/>
                      </a:cubicBezTo>
                      <a:cubicBezTo>
                        <a:pt x="26820" y="6916"/>
                        <a:pt x="22383" y="579"/>
                        <a:pt x="14644" y="45"/>
                      </a:cubicBezTo>
                      <a:cubicBezTo>
                        <a:pt x="14229" y="14"/>
                        <a:pt x="13817" y="0"/>
                        <a:pt x="13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" name="Google Shape;377;p40"/>
                <p:cNvSpPr/>
                <p:nvPr/>
              </p:nvSpPr>
              <p:spPr>
                <a:xfrm>
                  <a:off x="5240575" y="942350"/>
                  <a:ext cx="567925" cy="146325"/>
                </a:xfrm>
                <a:custGeom>
                  <a:rect b="b" l="l" r="r" t="t"/>
                  <a:pathLst>
                    <a:path extrusionOk="0" h="5853" w="22717">
                      <a:moveTo>
                        <a:pt x="17929" y="1"/>
                      </a:moveTo>
                      <a:cubicBezTo>
                        <a:pt x="15911" y="1"/>
                        <a:pt x="13527" y="302"/>
                        <a:pt x="11342" y="1352"/>
                      </a:cubicBezTo>
                      <a:cubicBezTo>
                        <a:pt x="5588" y="4132"/>
                        <a:pt x="1548" y="4364"/>
                        <a:pt x="361" y="4364"/>
                      </a:cubicBezTo>
                      <a:cubicBezTo>
                        <a:pt x="124" y="4364"/>
                        <a:pt x="1" y="4354"/>
                        <a:pt x="1" y="4354"/>
                      </a:cubicBezTo>
                      <a:lnTo>
                        <a:pt x="1" y="4354"/>
                      </a:lnTo>
                      <a:cubicBezTo>
                        <a:pt x="2237" y="5423"/>
                        <a:pt x="4500" y="5852"/>
                        <a:pt x="6647" y="5852"/>
                      </a:cubicBezTo>
                      <a:cubicBezTo>
                        <a:pt x="10265" y="5852"/>
                        <a:pt x="13551" y="4631"/>
                        <a:pt x="15812" y="3187"/>
                      </a:cubicBezTo>
                      <a:cubicBezTo>
                        <a:pt x="17880" y="1786"/>
                        <a:pt x="20248" y="918"/>
                        <a:pt x="22717" y="552"/>
                      </a:cubicBezTo>
                      <a:cubicBezTo>
                        <a:pt x="22717" y="552"/>
                        <a:pt x="20657" y="1"/>
                        <a:pt x="1792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40"/>
                <p:cNvSpPr/>
                <p:nvPr/>
              </p:nvSpPr>
              <p:spPr>
                <a:xfrm>
                  <a:off x="5482425" y="1051825"/>
                  <a:ext cx="492875" cy="164475"/>
                </a:xfrm>
                <a:custGeom>
                  <a:rect b="b" l="l" r="r" t="t"/>
                  <a:pathLst>
                    <a:path extrusionOk="0" h="6579" w="19715">
                      <a:moveTo>
                        <a:pt x="14944" y="0"/>
                      </a:moveTo>
                      <a:cubicBezTo>
                        <a:pt x="12982" y="0"/>
                        <a:pt x="10528" y="740"/>
                        <a:pt x="8540" y="2344"/>
                      </a:cubicBezTo>
                      <a:cubicBezTo>
                        <a:pt x="5471" y="4845"/>
                        <a:pt x="0" y="4879"/>
                        <a:pt x="0" y="4879"/>
                      </a:cubicBezTo>
                      <a:cubicBezTo>
                        <a:pt x="0" y="4879"/>
                        <a:pt x="2899" y="6579"/>
                        <a:pt x="6353" y="6579"/>
                      </a:cubicBezTo>
                      <a:cubicBezTo>
                        <a:pt x="7172" y="6579"/>
                        <a:pt x="8023" y="6483"/>
                        <a:pt x="8873" y="6246"/>
                      </a:cubicBezTo>
                      <a:cubicBezTo>
                        <a:pt x="12727" y="5166"/>
                        <a:pt x="14306" y="2323"/>
                        <a:pt x="17994" y="2323"/>
                      </a:cubicBezTo>
                      <a:cubicBezTo>
                        <a:pt x="18521" y="2323"/>
                        <a:pt x="19090" y="2381"/>
                        <a:pt x="19714" y="2510"/>
                      </a:cubicBezTo>
                      <a:cubicBezTo>
                        <a:pt x="19714" y="2510"/>
                        <a:pt x="19314" y="1877"/>
                        <a:pt x="17613" y="676"/>
                      </a:cubicBezTo>
                      <a:cubicBezTo>
                        <a:pt x="16990" y="233"/>
                        <a:pt x="16044" y="0"/>
                        <a:pt x="1494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" name="Google Shape;379;p40"/>
                <p:cNvSpPr/>
                <p:nvPr/>
              </p:nvSpPr>
              <p:spPr>
                <a:xfrm>
                  <a:off x="5657550" y="704275"/>
                  <a:ext cx="271875" cy="318600"/>
                </a:xfrm>
                <a:custGeom>
                  <a:rect b="b" l="l" r="r" t="t"/>
                  <a:pathLst>
                    <a:path extrusionOk="0" h="12744" w="10875">
                      <a:moveTo>
                        <a:pt x="0" y="1"/>
                      </a:moveTo>
                      <a:cubicBezTo>
                        <a:pt x="0" y="1"/>
                        <a:pt x="3503" y="1702"/>
                        <a:pt x="5104" y="4437"/>
                      </a:cubicBezTo>
                      <a:cubicBezTo>
                        <a:pt x="6705" y="7139"/>
                        <a:pt x="9941" y="12743"/>
                        <a:pt x="9941" y="12743"/>
                      </a:cubicBezTo>
                      <a:cubicBezTo>
                        <a:pt x="8273" y="8540"/>
                        <a:pt x="10875" y="7439"/>
                        <a:pt x="8840" y="3937"/>
                      </a:cubicBezTo>
                      <a:cubicBezTo>
                        <a:pt x="6805" y="434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" name="Google Shape;380;p40"/>
                <p:cNvSpPr/>
                <p:nvPr/>
              </p:nvSpPr>
              <p:spPr>
                <a:xfrm>
                  <a:off x="4925350" y="750975"/>
                  <a:ext cx="1077475" cy="422825"/>
                </a:xfrm>
                <a:custGeom>
                  <a:rect b="b" l="l" r="r" t="t"/>
                  <a:pathLst>
                    <a:path extrusionOk="0" fill="none" h="16913" w="43099">
                      <a:moveTo>
                        <a:pt x="43098" y="16913"/>
                      </a:moveTo>
                      <a:cubicBezTo>
                        <a:pt x="40963" y="11642"/>
                        <a:pt x="37027" y="7406"/>
                        <a:pt x="30356" y="7106"/>
                      </a:cubicBezTo>
                      <a:cubicBezTo>
                        <a:pt x="23718" y="6839"/>
                        <a:pt x="20549" y="3170"/>
                        <a:pt x="15145" y="1602"/>
                      </a:cubicBezTo>
                      <a:cubicBezTo>
                        <a:pt x="9741" y="1"/>
                        <a:pt x="1" y="4170"/>
                        <a:pt x="1" y="417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" name="Google Shape;381;p40"/>
                <p:cNvSpPr/>
                <p:nvPr/>
              </p:nvSpPr>
              <p:spPr>
                <a:xfrm>
                  <a:off x="5240575" y="954450"/>
                  <a:ext cx="567925" cy="117625"/>
                </a:xfrm>
                <a:custGeom>
                  <a:rect b="b" l="l" r="r" t="t"/>
                  <a:pathLst>
                    <a:path extrusionOk="0" fill="none" h="4705" w="22717">
                      <a:moveTo>
                        <a:pt x="1" y="3870"/>
                      </a:moveTo>
                      <a:cubicBezTo>
                        <a:pt x="8774" y="4704"/>
                        <a:pt x="12343" y="2803"/>
                        <a:pt x="14978" y="1402"/>
                      </a:cubicBezTo>
                      <a:cubicBezTo>
                        <a:pt x="17613" y="1"/>
                        <a:pt x="22717" y="68"/>
                        <a:pt x="22717" y="68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" name="Google Shape;382;p40"/>
                <p:cNvSpPr/>
                <p:nvPr/>
              </p:nvSpPr>
              <p:spPr>
                <a:xfrm>
                  <a:off x="5656700" y="704275"/>
                  <a:ext cx="249375" cy="319425"/>
                </a:xfrm>
                <a:custGeom>
                  <a:rect b="b" l="l" r="r" t="t"/>
                  <a:pathLst>
                    <a:path extrusionOk="0" fill="none" h="12777" w="9975">
                      <a:moveTo>
                        <a:pt x="1" y="1"/>
                      </a:moveTo>
                      <a:cubicBezTo>
                        <a:pt x="4037" y="768"/>
                        <a:pt x="7573" y="3470"/>
                        <a:pt x="8107" y="5972"/>
                      </a:cubicBezTo>
                      <a:cubicBezTo>
                        <a:pt x="8607" y="8240"/>
                        <a:pt x="9241" y="10542"/>
                        <a:pt x="9975" y="1277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40"/>
                <p:cNvSpPr/>
                <p:nvPr/>
              </p:nvSpPr>
              <p:spPr>
                <a:xfrm>
                  <a:off x="5481575" y="1069550"/>
                  <a:ext cx="492875" cy="134275"/>
                </a:xfrm>
                <a:custGeom>
                  <a:rect b="b" l="l" r="r" t="t"/>
                  <a:pathLst>
                    <a:path extrusionOk="0" fill="none" h="5371" w="19715">
                      <a:moveTo>
                        <a:pt x="1" y="4170"/>
                      </a:moveTo>
                      <a:cubicBezTo>
                        <a:pt x="5138" y="5371"/>
                        <a:pt x="8974" y="3636"/>
                        <a:pt x="12143" y="1801"/>
                      </a:cubicBezTo>
                      <a:cubicBezTo>
                        <a:pt x="15312" y="0"/>
                        <a:pt x="19715" y="1801"/>
                        <a:pt x="19715" y="180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84" name="Google Shape;384;p40"/>
            <p:cNvSpPr/>
            <p:nvPr/>
          </p:nvSpPr>
          <p:spPr>
            <a:xfrm flipH="1">
              <a:off x="-3557" y="4216436"/>
              <a:ext cx="1234232" cy="936513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" name="Google Shape;385;p40"/>
            <p:cNvGrpSpPr/>
            <p:nvPr/>
          </p:nvGrpSpPr>
          <p:grpSpPr>
            <a:xfrm>
              <a:off x="228600" y="3780600"/>
              <a:ext cx="692200" cy="1356000"/>
              <a:chOff x="3978000" y="1359750"/>
              <a:chExt cx="692200" cy="1356000"/>
            </a:xfrm>
          </p:grpSpPr>
          <p:sp>
            <p:nvSpPr>
              <p:cNvPr id="386" name="Google Shape;386;p40"/>
              <p:cNvSpPr/>
              <p:nvPr/>
            </p:nvSpPr>
            <p:spPr>
              <a:xfrm>
                <a:off x="3996350" y="1359750"/>
                <a:ext cx="206850" cy="477025"/>
              </a:xfrm>
              <a:custGeom>
                <a:rect b="b" l="l" r="r" t="t"/>
                <a:pathLst>
                  <a:path extrusionOk="0" h="19081" w="8274">
                    <a:moveTo>
                      <a:pt x="3837" y="0"/>
                    </a:moveTo>
                    <a:cubicBezTo>
                      <a:pt x="3837" y="1"/>
                      <a:pt x="2036" y="5271"/>
                      <a:pt x="1035" y="9541"/>
                    </a:cubicBezTo>
                    <a:cubicBezTo>
                      <a:pt x="1" y="13777"/>
                      <a:pt x="2603" y="19081"/>
                      <a:pt x="2603" y="19081"/>
                    </a:cubicBezTo>
                    <a:cubicBezTo>
                      <a:pt x="8273" y="7973"/>
                      <a:pt x="3837" y="1"/>
                      <a:pt x="3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40"/>
              <p:cNvSpPr/>
              <p:nvPr/>
            </p:nvSpPr>
            <p:spPr>
              <a:xfrm>
                <a:off x="4102275" y="1480675"/>
                <a:ext cx="159300" cy="813100"/>
              </a:xfrm>
              <a:custGeom>
                <a:rect b="b" l="l" r="r" t="t"/>
                <a:pathLst>
                  <a:path extrusionOk="0" h="32524" w="6372">
                    <a:moveTo>
                      <a:pt x="3336" y="0"/>
                    </a:moveTo>
                    <a:cubicBezTo>
                      <a:pt x="3336" y="1"/>
                      <a:pt x="3803" y="935"/>
                      <a:pt x="3736" y="4704"/>
                    </a:cubicBezTo>
                    <a:cubicBezTo>
                      <a:pt x="3669" y="8473"/>
                      <a:pt x="2402" y="11542"/>
                      <a:pt x="1234" y="16645"/>
                    </a:cubicBezTo>
                    <a:cubicBezTo>
                      <a:pt x="67" y="21749"/>
                      <a:pt x="0" y="26586"/>
                      <a:pt x="4403" y="32524"/>
                    </a:cubicBezTo>
                    <a:cubicBezTo>
                      <a:pt x="4403" y="32524"/>
                      <a:pt x="4337" y="31022"/>
                      <a:pt x="4070" y="28621"/>
                    </a:cubicBezTo>
                    <a:cubicBezTo>
                      <a:pt x="3803" y="26186"/>
                      <a:pt x="5271" y="20415"/>
                      <a:pt x="5838" y="12176"/>
                    </a:cubicBezTo>
                    <a:cubicBezTo>
                      <a:pt x="6371" y="3970"/>
                      <a:pt x="3336" y="1"/>
                      <a:pt x="33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40"/>
              <p:cNvSpPr/>
              <p:nvPr/>
            </p:nvSpPr>
            <p:spPr>
              <a:xfrm>
                <a:off x="3978000" y="2038575"/>
                <a:ext cx="466200" cy="391575"/>
              </a:xfrm>
              <a:custGeom>
                <a:rect b="b" l="l" r="r" t="t"/>
                <a:pathLst>
                  <a:path extrusionOk="0" h="15663" w="18648">
                    <a:moveTo>
                      <a:pt x="18322" y="15088"/>
                    </a:moveTo>
                    <a:cubicBezTo>
                      <a:pt x="18431" y="15139"/>
                      <a:pt x="18539" y="15191"/>
                      <a:pt x="18648" y="15244"/>
                    </a:cubicBezTo>
                    <a:cubicBezTo>
                      <a:pt x="18538" y="15190"/>
                      <a:pt x="18429" y="15138"/>
                      <a:pt x="18322" y="15088"/>
                    </a:cubicBezTo>
                    <a:close/>
                    <a:moveTo>
                      <a:pt x="1" y="0"/>
                    </a:moveTo>
                    <a:lnTo>
                      <a:pt x="1" y="0"/>
                    </a:lnTo>
                    <a:cubicBezTo>
                      <a:pt x="735" y="2936"/>
                      <a:pt x="1168" y="5938"/>
                      <a:pt x="1302" y="8973"/>
                    </a:cubicBezTo>
                    <a:cubicBezTo>
                      <a:pt x="1553" y="14117"/>
                      <a:pt x="4104" y="15663"/>
                      <a:pt x="7541" y="15663"/>
                    </a:cubicBezTo>
                    <a:cubicBezTo>
                      <a:pt x="7760" y="15663"/>
                      <a:pt x="7982" y="15657"/>
                      <a:pt x="8207" y="15645"/>
                    </a:cubicBezTo>
                    <a:cubicBezTo>
                      <a:pt x="10798" y="15507"/>
                      <a:pt x="12412" y="14203"/>
                      <a:pt x="14782" y="14203"/>
                    </a:cubicBezTo>
                    <a:cubicBezTo>
                      <a:pt x="15783" y="14203"/>
                      <a:pt x="16920" y="14436"/>
                      <a:pt x="18322" y="15088"/>
                    </a:cubicBezTo>
                    <a:lnTo>
                      <a:pt x="18322" y="15088"/>
                    </a:lnTo>
                    <a:cubicBezTo>
                      <a:pt x="16717" y="14331"/>
                      <a:pt x="15029" y="13751"/>
                      <a:pt x="13310" y="13376"/>
                    </a:cubicBezTo>
                    <a:cubicBezTo>
                      <a:pt x="10542" y="12809"/>
                      <a:pt x="5271" y="13910"/>
                      <a:pt x="4571" y="8973"/>
                    </a:cubicBezTo>
                    <a:cubicBezTo>
                      <a:pt x="3837" y="4037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40"/>
              <p:cNvSpPr/>
              <p:nvPr/>
            </p:nvSpPr>
            <p:spPr>
              <a:xfrm>
                <a:off x="4273225" y="1963525"/>
                <a:ext cx="321075" cy="575425"/>
              </a:xfrm>
              <a:custGeom>
                <a:rect b="b" l="l" r="r" t="t"/>
                <a:pathLst>
                  <a:path extrusionOk="0" h="23017" w="1284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668" y="3603"/>
                      <a:pt x="1401" y="8006"/>
                    </a:cubicBezTo>
                    <a:cubicBezTo>
                      <a:pt x="2135" y="12442"/>
                      <a:pt x="5738" y="13476"/>
                      <a:pt x="7939" y="15378"/>
                    </a:cubicBezTo>
                    <a:cubicBezTo>
                      <a:pt x="10174" y="17246"/>
                      <a:pt x="10541" y="19080"/>
                      <a:pt x="11175" y="20515"/>
                    </a:cubicBezTo>
                    <a:cubicBezTo>
                      <a:pt x="11609" y="21449"/>
                      <a:pt x="12142" y="22283"/>
                      <a:pt x="12843" y="23017"/>
                    </a:cubicBezTo>
                    <a:cubicBezTo>
                      <a:pt x="11275" y="18747"/>
                      <a:pt x="12476" y="13943"/>
                      <a:pt x="10241" y="11942"/>
                    </a:cubicBezTo>
                    <a:cubicBezTo>
                      <a:pt x="8039" y="9974"/>
                      <a:pt x="5037" y="8540"/>
                      <a:pt x="3269" y="4970"/>
                    </a:cubicBezTo>
                    <a:cubicBezTo>
                      <a:pt x="1502" y="1368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40"/>
              <p:cNvSpPr/>
              <p:nvPr/>
            </p:nvSpPr>
            <p:spPr>
              <a:xfrm>
                <a:off x="4038050" y="2497175"/>
                <a:ext cx="628800" cy="180200"/>
              </a:xfrm>
              <a:custGeom>
                <a:rect b="b" l="l" r="r" t="t"/>
                <a:pathLst>
                  <a:path extrusionOk="0" h="7208" w="25152">
                    <a:moveTo>
                      <a:pt x="3418" y="0"/>
                    </a:moveTo>
                    <a:cubicBezTo>
                      <a:pt x="2260" y="0"/>
                      <a:pt x="1107" y="208"/>
                      <a:pt x="1" y="603"/>
                    </a:cubicBezTo>
                    <a:cubicBezTo>
                      <a:pt x="92" y="601"/>
                      <a:pt x="183" y="599"/>
                      <a:pt x="274" y="599"/>
                    </a:cubicBezTo>
                    <a:cubicBezTo>
                      <a:pt x="2546" y="599"/>
                      <a:pt x="4740" y="1397"/>
                      <a:pt x="6472" y="2905"/>
                    </a:cubicBezTo>
                    <a:cubicBezTo>
                      <a:pt x="8918" y="5052"/>
                      <a:pt x="10744" y="6468"/>
                      <a:pt x="13321" y="6468"/>
                    </a:cubicBezTo>
                    <a:cubicBezTo>
                      <a:pt x="13907" y="6468"/>
                      <a:pt x="14532" y="6395"/>
                      <a:pt x="15212" y="6240"/>
                    </a:cubicBezTo>
                    <a:cubicBezTo>
                      <a:pt x="17832" y="5645"/>
                      <a:pt x="19585" y="4964"/>
                      <a:pt x="21090" y="4964"/>
                    </a:cubicBezTo>
                    <a:cubicBezTo>
                      <a:pt x="21692" y="4964"/>
                      <a:pt x="22255" y="5073"/>
                      <a:pt x="22817" y="5340"/>
                    </a:cubicBezTo>
                    <a:cubicBezTo>
                      <a:pt x="24478" y="6088"/>
                      <a:pt x="24991" y="6881"/>
                      <a:pt x="25117" y="7129"/>
                    </a:cubicBezTo>
                    <a:lnTo>
                      <a:pt x="25117" y="7129"/>
                    </a:lnTo>
                    <a:cubicBezTo>
                      <a:pt x="23466" y="3508"/>
                      <a:pt x="20008" y="2301"/>
                      <a:pt x="16214" y="2301"/>
                    </a:cubicBezTo>
                    <a:cubicBezTo>
                      <a:pt x="15674" y="2301"/>
                      <a:pt x="15127" y="2326"/>
                      <a:pt x="14578" y="2371"/>
                    </a:cubicBezTo>
                    <a:cubicBezTo>
                      <a:pt x="14141" y="2407"/>
                      <a:pt x="13735" y="2424"/>
                      <a:pt x="13357" y="2424"/>
                    </a:cubicBezTo>
                    <a:cubicBezTo>
                      <a:pt x="9898" y="2424"/>
                      <a:pt x="8692" y="1025"/>
                      <a:pt x="5805" y="303"/>
                    </a:cubicBezTo>
                    <a:cubicBezTo>
                      <a:pt x="5016" y="99"/>
                      <a:pt x="4216" y="0"/>
                      <a:pt x="3418" y="0"/>
                    </a:cubicBezTo>
                    <a:close/>
                    <a:moveTo>
                      <a:pt x="25117" y="7129"/>
                    </a:moveTo>
                    <a:cubicBezTo>
                      <a:pt x="25128" y="7155"/>
                      <a:pt x="25140" y="7182"/>
                      <a:pt x="25152" y="7208"/>
                    </a:cubicBezTo>
                    <a:cubicBezTo>
                      <a:pt x="25152" y="7208"/>
                      <a:pt x="25142" y="7180"/>
                      <a:pt x="25117" y="7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40"/>
              <p:cNvSpPr/>
              <p:nvPr/>
            </p:nvSpPr>
            <p:spPr>
              <a:xfrm>
                <a:off x="4033875" y="1359750"/>
                <a:ext cx="636325" cy="1356000"/>
              </a:xfrm>
              <a:custGeom>
                <a:rect b="b" l="l" r="r" t="t"/>
                <a:pathLst>
                  <a:path extrusionOk="0" fill="none" h="54240" w="25453">
                    <a:moveTo>
                      <a:pt x="25452" y="54239"/>
                    </a:moveTo>
                    <a:cubicBezTo>
                      <a:pt x="25452" y="49703"/>
                      <a:pt x="21483" y="45300"/>
                      <a:pt x="16413" y="42397"/>
                    </a:cubicBezTo>
                    <a:cubicBezTo>
                      <a:pt x="11342" y="39495"/>
                      <a:pt x="5505" y="38461"/>
                      <a:pt x="2736" y="31456"/>
                    </a:cubicBezTo>
                    <a:cubicBezTo>
                      <a:pt x="1" y="24418"/>
                      <a:pt x="701" y="22450"/>
                      <a:pt x="1168" y="18113"/>
                    </a:cubicBezTo>
                    <a:cubicBezTo>
                      <a:pt x="1635" y="13810"/>
                      <a:pt x="3136" y="4470"/>
                      <a:pt x="2336" y="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40"/>
              <p:cNvSpPr/>
              <p:nvPr/>
            </p:nvSpPr>
            <p:spPr>
              <a:xfrm>
                <a:off x="4139800" y="1480675"/>
                <a:ext cx="91750" cy="813100"/>
              </a:xfrm>
              <a:custGeom>
                <a:rect b="b" l="l" r="r" t="t"/>
                <a:pathLst>
                  <a:path extrusionOk="0" fill="none" h="32524" w="3670">
                    <a:moveTo>
                      <a:pt x="1835" y="0"/>
                    </a:moveTo>
                    <a:cubicBezTo>
                      <a:pt x="3403" y="6171"/>
                      <a:pt x="3670" y="10908"/>
                      <a:pt x="1835" y="18013"/>
                    </a:cubicBezTo>
                    <a:cubicBezTo>
                      <a:pt x="0" y="25118"/>
                      <a:pt x="2369" y="30789"/>
                      <a:pt x="2902" y="32524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40"/>
              <p:cNvSpPr/>
              <p:nvPr/>
            </p:nvSpPr>
            <p:spPr>
              <a:xfrm>
                <a:off x="3978000" y="2037725"/>
                <a:ext cx="441175" cy="373625"/>
              </a:xfrm>
              <a:custGeom>
                <a:rect b="b" l="l" r="r" t="t"/>
                <a:pathLst>
                  <a:path extrusionOk="0" fill="none" h="14945" w="17647">
                    <a:moveTo>
                      <a:pt x="1" y="1"/>
                    </a:moveTo>
                    <a:cubicBezTo>
                      <a:pt x="2503" y="5305"/>
                      <a:pt x="2203" y="10875"/>
                      <a:pt x="4571" y="12910"/>
                    </a:cubicBezTo>
                    <a:cubicBezTo>
                      <a:pt x="6906" y="14945"/>
                      <a:pt x="14311" y="12677"/>
                      <a:pt x="17647" y="1471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40"/>
              <p:cNvSpPr/>
              <p:nvPr/>
            </p:nvSpPr>
            <p:spPr>
              <a:xfrm>
                <a:off x="4273225" y="1963525"/>
                <a:ext cx="320250" cy="575425"/>
              </a:xfrm>
              <a:custGeom>
                <a:rect b="b" l="l" r="r" t="t"/>
                <a:pathLst>
                  <a:path extrusionOk="0" fill="none" h="23017" w="12810">
                    <a:moveTo>
                      <a:pt x="0" y="0"/>
                    </a:moveTo>
                    <a:cubicBezTo>
                      <a:pt x="2135" y="5170"/>
                      <a:pt x="2335" y="9373"/>
                      <a:pt x="5838" y="11508"/>
                    </a:cubicBezTo>
                    <a:cubicBezTo>
                      <a:pt x="9340" y="13643"/>
                      <a:pt x="9707" y="13210"/>
                      <a:pt x="10541" y="16345"/>
                    </a:cubicBezTo>
                    <a:cubicBezTo>
                      <a:pt x="11175" y="18613"/>
                      <a:pt x="11942" y="20848"/>
                      <a:pt x="12810" y="2301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40"/>
              <p:cNvSpPr/>
              <p:nvPr/>
            </p:nvSpPr>
            <p:spPr>
              <a:xfrm>
                <a:off x="4038050" y="2504725"/>
                <a:ext cx="627975" cy="172650"/>
              </a:xfrm>
              <a:custGeom>
                <a:rect b="b" l="l" r="r" t="t"/>
                <a:pathLst>
                  <a:path extrusionOk="0" fill="none" h="6906" w="25119">
                    <a:moveTo>
                      <a:pt x="1" y="301"/>
                    </a:moveTo>
                    <a:cubicBezTo>
                      <a:pt x="5805" y="1"/>
                      <a:pt x="8207" y="3270"/>
                      <a:pt x="11776" y="4204"/>
                    </a:cubicBezTo>
                    <a:cubicBezTo>
                      <a:pt x="15312" y="5105"/>
                      <a:pt x="16646" y="3337"/>
                      <a:pt x="19281" y="3337"/>
                    </a:cubicBezTo>
                    <a:cubicBezTo>
                      <a:pt x="21916" y="3303"/>
                      <a:pt x="25119" y="6906"/>
                      <a:pt x="25119" y="690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6" name="Google Shape;396;p40"/>
            <p:cNvGrpSpPr/>
            <p:nvPr/>
          </p:nvGrpSpPr>
          <p:grpSpPr>
            <a:xfrm flipH="1">
              <a:off x="3853275" y="4102696"/>
              <a:ext cx="1437451" cy="1070462"/>
              <a:chOff x="3348635" y="3991675"/>
              <a:chExt cx="1586765" cy="1181655"/>
            </a:xfrm>
          </p:grpSpPr>
          <p:grpSp>
            <p:nvGrpSpPr>
              <p:cNvPr id="397" name="Google Shape;397;p40"/>
              <p:cNvGrpSpPr/>
              <p:nvPr/>
            </p:nvGrpSpPr>
            <p:grpSpPr>
              <a:xfrm>
                <a:off x="3825400" y="4246925"/>
                <a:ext cx="1066625" cy="897225"/>
                <a:chOff x="3825400" y="4246925"/>
                <a:chExt cx="1066625" cy="897225"/>
              </a:xfrm>
            </p:grpSpPr>
            <p:sp>
              <p:nvSpPr>
                <p:cNvPr id="398" name="Google Shape;398;p40"/>
                <p:cNvSpPr/>
                <p:nvPr/>
              </p:nvSpPr>
              <p:spPr>
                <a:xfrm>
                  <a:off x="3825400" y="4246925"/>
                  <a:ext cx="1066625" cy="897225"/>
                </a:xfrm>
                <a:custGeom>
                  <a:rect b="b" l="l" r="r" t="t"/>
                  <a:pathLst>
                    <a:path extrusionOk="0" h="35889" w="42665">
                      <a:moveTo>
                        <a:pt x="14839" y="1"/>
                      </a:moveTo>
                      <a:cubicBezTo>
                        <a:pt x="12955" y="1"/>
                        <a:pt x="11176" y="3827"/>
                        <a:pt x="12076" y="9169"/>
                      </a:cubicBezTo>
                      <a:cubicBezTo>
                        <a:pt x="13110" y="15340"/>
                        <a:pt x="15845" y="15407"/>
                        <a:pt x="16979" y="17108"/>
                      </a:cubicBezTo>
                      <a:cubicBezTo>
                        <a:pt x="18080" y="18776"/>
                        <a:pt x="16212" y="19110"/>
                        <a:pt x="15412" y="21311"/>
                      </a:cubicBezTo>
                      <a:cubicBezTo>
                        <a:pt x="14644" y="23546"/>
                        <a:pt x="14644" y="26215"/>
                        <a:pt x="12910" y="26215"/>
                      </a:cubicBezTo>
                      <a:cubicBezTo>
                        <a:pt x="11209" y="26215"/>
                        <a:pt x="10008" y="23480"/>
                        <a:pt x="10942" y="20978"/>
                      </a:cubicBezTo>
                      <a:cubicBezTo>
                        <a:pt x="11876" y="18443"/>
                        <a:pt x="13510" y="16441"/>
                        <a:pt x="10875" y="14907"/>
                      </a:cubicBezTo>
                      <a:cubicBezTo>
                        <a:pt x="10533" y="14710"/>
                        <a:pt x="10227" y="14622"/>
                        <a:pt x="9955" y="14622"/>
                      </a:cubicBezTo>
                      <a:cubicBezTo>
                        <a:pt x="8102" y="14622"/>
                        <a:pt x="7826" y="18738"/>
                        <a:pt x="8640" y="20978"/>
                      </a:cubicBezTo>
                      <a:cubicBezTo>
                        <a:pt x="9574" y="23546"/>
                        <a:pt x="9507" y="26715"/>
                        <a:pt x="7773" y="28083"/>
                      </a:cubicBezTo>
                      <a:cubicBezTo>
                        <a:pt x="7472" y="28324"/>
                        <a:pt x="7203" y="28433"/>
                        <a:pt x="6970" y="28433"/>
                      </a:cubicBezTo>
                      <a:cubicBezTo>
                        <a:pt x="5883" y="28433"/>
                        <a:pt x="5583" y="26077"/>
                        <a:pt x="6572" y="23880"/>
                      </a:cubicBezTo>
                      <a:cubicBezTo>
                        <a:pt x="7385" y="22044"/>
                        <a:pt x="6612" y="20613"/>
                        <a:pt x="5109" y="20613"/>
                      </a:cubicBezTo>
                      <a:cubicBezTo>
                        <a:pt x="4455" y="20613"/>
                        <a:pt x="3663" y="20884"/>
                        <a:pt x="2803" y="21512"/>
                      </a:cubicBezTo>
                      <a:cubicBezTo>
                        <a:pt x="1" y="23546"/>
                        <a:pt x="3336" y="26548"/>
                        <a:pt x="5738" y="29717"/>
                      </a:cubicBezTo>
                      <a:cubicBezTo>
                        <a:pt x="7479" y="32015"/>
                        <a:pt x="6696" y="34224"/>
                        <a:pt x="4571" y="34224"/>
                      </a:cubicBezTo>
                      <a:cubicBezTo>
                        <a:pt x="3764" y="34224"/>
                        <a:pt x="2764" y="33906"/>
                        <a:pt x="1635" y="33153"/>
                      </a:cubicBezTo>
                      <a:lnTo>
                        <a:pt x="1635" y="33153"/>
                      </a:lnTo>
                      <a:cubicBezTo>
                        <a:pt x="1635" y="33153"/>
                        <a:pt x="2302" y="35388"/>
                        <a:pt x="2402" y="35488"/>
                      </a:cubicBezTo>
                      <a:cubicBezTo>
                        <a:pt x="2446" y="35532"/>
                        <a:pt x="13405" y="35889"/>
                        <a:pt x="20927" y="35889"/>
                      </a:cubicBezTo>
                      <a:cubicBezTo>
                        <a:pt x="24914" y="35889"/>
                        <a:pt x="27935" y="35789"/>
                        <a:pt x="27854" y="35488"/>
                      </a:cubicBezTo>
                      <a:cubicBezTo>
                        <a:pt x="27620" y="34588"/>
                        <a:pt x="30222" y="33053"/>
                        <a:pt x="34258" y="32986"/>
                      </a:cubicBezTo>
                      <a:cubicBezTo>
                        <a:pt x="38295" y="32886"/>
                        <a:pt x="38728" y="31685"/>
                        <a:pt x="38528" y="29717"/>
                      </a:cubicBezTo>
                      <a:cubicBezTo>
                        <a:pt x="38429" y="28553"/>
                        <a:pt x="37373" y="27925"/>
                        <a:pt x="36008" y="27925"/>
                      </a:cubicBezTo>
                      <a:cubicBezTo>
                        <a:pt x="35067" y="27925"/>
                        <a:pt x="33979" y="28224"/>
                        <a:pt x="32957" y="28850"/>
                      </a:cubicBezTo>
                      <a:cubicBezTo>
                        <a:pt x="32056" y="29411"/>
                        <a:pt x="31186" y="29664"/>
                        <a:pt x="30502" y="29664"/>
                      </a:cubicBezTo>
                      <a:cubicBezTo>
                        <a:pt x="29315" y="29664"/>
                        <a:pt x="28693" y="28899"/>
                        <a:pt x="29455" y="27649"/>
                      </a:cubicBezTo>
                      <a:cubicBezTo>
                        <a:pt x="30656" y="25681"/>
                        <a:pt x="34425" y="25848"/>
                        <a:pt x="37160" y="25081"/>
                      </a:cubicBezTo>
                      <a:cubicBezTo>
                        <a:pt x="39929" y="24280"/>
                        <a:pt x="42664" y="19777"/>
                        <a:pt x="40429" y="17108"/>
                      </a:cubicBezTo>
                      <a:cubicBezTo>
                        <a:pt x="39937" y="16513"/>
                        <a:pt x="39346" y="16260"/>
                        <a:pt x="38719" y="16260"/>
                      </a:cubicBezTo>
                      <a:cubicBezTo>
                        <a:pt x="36495" y="16260"/>
                        <a:pt x="33807" y="19441"/>
                        <a:pt x="33391" y="21912"/>
                      </a:cubicBezTo>
                      <a:cubicBezTo>
                        <a:pt x="33191" y="23179"/>
                        <a:pt x="32618" y="23710"/>
                        <a:pt x="31991" y="23710"/>
                      </a:cubicBezTo>
                      <a:cubicBezTo>
                        <a:pt x="31050" y="23710"/>
                        <a:pt x="29989" y="22513"/>
                        <a:pt x="29889" y="20811"/>
                      </a:cubicBezTo>
                      <a:cubicBezTo>
                        <a:pt x="29722" y="17976"/>
                        <a:pt x="32190" y="16208"/>
                        <a:pt x="31790" y="13606"/>
                      </a:cubicBezTo>
                      <a:cubicBezTo>
                        <a:pt x="31628" y="12647"/>
                        <a:pt x="31145" y="12199"/>
                        <a:pt x="30504" y="12199"/>
                      </a:cubicBezTo>
                      <a:cubicBezTo>
                        <a:pt x="29430" y="12199"/>
                        <a:pt x="27911" y="13459"/>
                        <a:pt x="26720" y="15674"/>
                      </a:cubicBezTo>
                      <a:cubicBezTo>
                        <a:pt x="24852" y="19210"/>
                        <a:pt x="28021" y="21512"/>
                        <a:pt x="27887" y="24447"/>
                      </a:cubicBezTo>
                      <a:cubicBezTo>
                        <a:pt x="27720" y="27349"/>
                        <a:pt x="24585" y="31018"/>
                        <a:pt x="21516" y="31018"/>
                      </a:cubicBezTo>
                      <a:cubicBezTo>
                        <a:pt x="18414" y="31018"/>
                        <a:pt x="16546" y="27783"/>
                        <a:pt x="17146" y="23913"/>
                      </a:cubicBezTo>
                      <a:cubicBezTo>
                        <a:pt x="17747" y="20077"/>
                        <a:pt x="21249" y="21545"/>
                        <a:pt x="23918" y="19310"/>
                      </a:cubicBezTo>
                      <a:cubicBezTo>
                        <a:pt x="25974" y="17540"/>
                        <a:pt x="25024" y="15972"/>
                        <a:pt x="23318" y="15972"/>
                      </a:cubicBezTo>
                      <a:cubicBezTo>
                        <a:pt x="22838" y="15972"/>
                        <a:pt x="22299" y="16096"/>
                        <a:pt x="21749" y="16375"/>
                      </a:cubicBezTo>
                      <a:cubicBezTo>
                        <a:pt x="20979" y="16770"/>
                        <a:pt x="20364" y="16951"/>
                        <a:pt x="19888" y="16951"/>
                      </a:cubicBezTo>
                      <a:cubicBezTo>
                        <a:pt x="18840" y="16951"/>
                        <a:pt x="18466" y="16073"/>
                        <a:pt x="18581" y="14673"/>
                      </a:cubicBezTo>
                      <a:cubicBezTo>
                        <a:pt x="18747" y="12605"/>
                        <a:pt x="22617" y="12105"/>
                        <a:pt x="23984" y="9770"/>
                      </a:cubicBezTo>
                      <a:cubicBezTo>
                        <a:pt x="25333" y="7501"/>
                        <a:pt x="26259" y="1894"/>
                        <a:pt x="22675" y="1894"/>
                      </a:cubicBezTo>
                      <a:cubicBezTo>
                        <a:pt x="22623" y="1894"/>
                        <a:pt x="22571" y="1895"/>
                        <a:pt x="22517" y="1897"/>
                      </a:cubicBezTo>
                      <a:cubicBezTo>
                        <a:pt x="18714" y="2098"/>
                        <a:pt x="20115" y="6100"/>
                        <a:pt x="20382" y="9103"/>
                      </a:cubicBezTo>
                      <a:cubicBezTo>
                        <a:pt x="20649" y="12105"/>
                        <a:pt x="18147" y="12338"/>
                        <a:pt x="16279" y="12605"/>
                      </a:cubicBezTo>
                      <a:cubicBezTo>
                        <a:pt x="16156" y="12622"/>
                        <a:pt x="16040" y="12631"/>
                        <a:pt x="15933" y="12631"/>
                      </a:cubicBezTo>
                      <a:cubicBezTo>
                        <a:pt x="14383" y="12631"/>
                        <a:pt x="14455" y="10841"/>
                        <a:pt x="15578" y="7535"/>
                      </a:cubicBezTo>
                      <a:cubicBezTo>
                        <a:pt x="16779" y="4032"/>
                        <a:pt x="17813" y="1631"/>
                        <a:pt x="15678" y="263"/>
                      </a:cubicBezTo>
                      <a:cubicBezTo>
                        <a:pt x="15402" y="86"/>
                        <a:pt x="15119" y="1"/>
                        <a:pt x="148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40"/>
                <p:cNvSpPr/>
                <p:nvPr/>
              </p:nvSpPr>
              <p:spPr>
                <a:xfrm>
                  <a:off x="3826225" y="4618750"/>
                  <a:ext cx="967400" cy="524200"/>
                </a:xfrm>
                <a:custGeom>
                  <a:rect b="b" l="l" r="r" t="t"/>
                  <a:pathLst>
                    <a:path extrusionOk="0" h="20968" w="38696">
                      <a:moveTo>
                        <a:pt x="9208" y="0"/>
                      </a:moveTo>
                      <a:lnTo>
                        <a:pt x="9208" y="0"/>
                      </a:lnTo>
                      <a:cubicBezTo>
                        <a:pt x="8040" y="968"/>
                        <a:pt x="7973" y="4203"/>
                        <a:pt x="8640" y="6105"/>
                      </a:cubicBezTo>
                      <a:cubicBezTo>
                        <a:pt x="9608" y="8673"/>
                        <a:pt x="9508" y="11842"/>
                        <a:pt x="7807" y="13210"/>
                      </a:cubicBezTo>
                      <a:cubicBezTo>
                        <a:pt x="7500" y="13451"/>
                        <a:pt x="7227" y="13560"/>
                        <a:pt x="6992" y="13560"/>
                      </a:cubicBezTo>
                      <a:cubicBezTo>
                        <a:pt x="5894" y="13560"/>
                        <a:pt x="5611" y="11204"/>
                        <a:pt x="6572" y="9007"/>
                      </a:cubicBezTo>
                      <a:cubicBezTo>
                        <a:pt x="7410" y="7146"/>
                        <a:pt x="6625" y="5707"/>
                        <a:pt x="5124" y="5707"/>
                      </a:cubicBezTo>
                      <a:cubicBezTo>
                        <a:pt x="4472" y="5707"/>
                        <a:pt x="3685" y="5979"/>
                        <a:pt x="2836" y="6605"/>
                      </a:cubicBezTo>
                      <a:cubicBezTo>
                        <a:pt x="1" y="8673"/>
                        <a:pt x="3337" y="11675"/>
                        <a:pt x="5738" y="14811"/>
                      </a:cubicBezTo>
                      <a:cubicBezTo>
                        <a:pt x="7478" y="17107"/>
                        <a:pt x="6697" y="19332"/>
                        <a:pt x="4575" y="19332"/>
                      </a:cubicBezTo>
                      <a:cubicBezTo>
                        <a:pt x="3768" y="19332"/>
                        <a:pt x="2766" y="19010"/>
                        <a:pt x="1635" y="18247"/>
                      </a:cubicBezTo>
                      <a:lnTo>
                        <a:pt x="1635" y="18247"/>
                      </a:lnTo>
                      <a:cubicBezTo>
                        <a:pt x="1636" y="18247"/>
                        <a:pt x="2336" y="20482"/>
                        <a:pt x="2403" y="20582"/>
                      </a:cubicBezTo>
                      <a:cubicBezTo>
                        <a:pt x="2468" y="20625"/>
                        <a:pt x="13417" y="20968"/>
                        <a:pt x="20941" y="20968"/>
                      </a:cubicBezTo>
                      <a:cubicBezTo>
                        <a:pt x="24938" y="20968"/>
                        <a:pt x="27969" y="20871"/>
                        <a:pt x="27888" y="20582"/>
                      </a:cubicBezTo>
                      <a:cubicBezTo>
                        <a:pt x="27654" y="19715"/>
                        <a:pt x="30189" y="18180"/>
                        <a:pt x="34259" y="18113"/>
                      </a:cubicBezTo>
                      <a:cubicBezTo>
                        <a:pt x="38262" y="18013"/>
                        <a:pt x="38695" y="16812"/>
                        <a:pt x="38528" y="14844"/>
                      </a:cubicBezTo>
                      <a:cubicBezTo>
                        <a:pt x="38462" y="14010"/>
                        <a:pt x="37828" y="13343"/>
                        <a:pt x="37027" y="13177"/>
                      </a:cubicBezTo>
                      <a:cubicBezTo>
                        <a:pt x="36360" y="14377"/>
                        <a:pt x="34926" y="15845"/>
                        <a:pt x="32024" y="16279"/>
                      </a:cubicBezTo>
                      <a:cubicBezTo>
                        <a:pt x="26887" y="17046"/>
                        <a:pt x="27487" y="15878"/>
                        <a:pt x="23384" y="18013"/>
                      </a:cubicBezTo>
                      <a:cubicBezTo>
                        <a:pt x="22132" y="18665"/>
                        <a:pt x="21227" y="18941"/>
                        <a:pt x="20522" y="18941"/>
                      </a:cubicBezTo>
                      <a:cubicBezTo>
                        <a:pt x="18917" y="18941"/>
                        <a:pt x="18344" y="17514"/>
                        <a:pt x="17046" y="15845"/>
                      </a:cubicBezTo>
                      <a:cubicBezTo>
                        <a:pt x="16670" y="15369"/>
                        <a:pt x="16324" y="15180"/>
                        <a:pt x="15989" y="15180"/>
                      </a:cubicBezTo>
                      <a:cubicBezTo>
                        <a:pt x="14696" y="15180"/>
                        <a:pt x="13557" y="18000"/>
                        <a:pt x="11363" y="18000"/>
                      </a:cubicBezTo>
                      <a:cubicBezTo>
                        <a:pt x="11258" y="18000"/>
                        <a:pt x="11151" y="17993"/>
                        <a:pt x="11042" y="17980"/>
                      </a:cubicBezTo>
                      <a:cubicBezTo>
                        <a:pt x="8040" y="17646"/>
                        <a:pt x="11042" y="15478"/>
                        <a:pt x="11042" y="13110"/>
                      </a:cubicBezTo>
                      <a:cubicBezTo>
                        <a:pt x="11042" y="10741"/>
                        <a:pt x="8640" y="6071"/>
                        <a:pt x="9174" y="5071"/>
                      </a:cubicBezTo>
                      <a:cubicBezTo>
                        <a:pt x="9474" y="4404"/>
                        <a:pt x="9941" y="1969"/>
                        <a:pt x="92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" name="Google Shape;400;p40"/>
              <p:cNvGrpSpPr/>
              <p:nvPr/>
            </p:nvGrpSpPr>
            <p:grpSpPr>
              <a:xfrm>
                <a:off x="4424175" y="4550550"/>
                <a:ext cx="511225" cy="592950"/>
                <a:chOff x="4483725" y="3281075"/>
                <a:chExt cx="511225" cy="592950"/>
              </a:xfrm>
            </p:grpSpPr>
            <p:sp>
              <p:nvSpPr>
                <p:cNvPr id="401" name="Google Shape;401;p40"/>
                <p:cNvSpPr/>
                <p:nvPr/>
              </p:nvSpPr>
              <p:spPr>
                <a:xfrm>
                  <a:off x="4483725" y="3362800"/>
                  <a:ext cx="152650" cy="334425"/>
                </a:xfrm>
                <a:custGeom>
                  <a:rect b="b" l="l" r="r" t="t"/>
                  <a:pathLst>
                    <a:path extrusionOk="0" h="13377" w="6106">
                      <a:moveTo>
                        <a:pt x="1435" y="0"/>
                      </a:moveTo>
                      <a:cubicBezTo>
                        <a:pt x="1435" y="1"/>
                        <a:pt x="1" y="6005"/>
                        <a:pt x="2336" y="8373"/>
                      </a:cubicBezTo>
                      <a:cubicBezTo>
                        <a:pt x="3703" y="9774"/>
                        <a:pt x="4738" y="11509"/>
                        <a:pt x="5271" y="13377"/>
                      </a:cubicBezTo>
                      <a:cubicBezTo>
                        <a:pt x="5271" y="13377"/>
                        <a:pt x="6105" y="8540"/>
                        <a:pt x="5471" y="6338"/>
                      </a:cubicBezTo>
                      <a:cubicBezTo>
                        <a:pt x="4871" y="4170"/>
                        <a:pt x="2536" y="3836"/>
                        <a:pt x="14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40"/>
                <p:cNvSpPr/>
                <p:nvPr/>
              </p:nvSpPr>
              <p:spPr>
                <a:xfrm>
                  <a:off x="4597150" y="3490375"/>
                  <a:ext cx="371950" cy="345275"/>
                </a:xfrm>
                <a:custGeom>
                  <a:rect b="b" l="l" r="r" t="t"/>
                  <a:pathLst>
                    <a:path extrusionOk="0" h="13811" w="14878">
                      <a:moveTo>
                        <a:pt x="14878" y="1"/>
                      </a:moveTo>
                      <a:lnTo>
                        <a:pt x="14878" y="1"/>
                      </a:lnTo>
                      <a:cubicBezTo>
                        <a:pt x="13176" y="1836"/>
                        <a:pt x="11042" y="3170"/>
                        <a:pt x="8640" y="3870"/>
                      </a:cubicBezTo>
                      <a:cubicBezTo>
                        <a:pt x="4837" y="4938"/>
                        <a:pt x="4037" y="5538"/>
                        <a:pt x="3036" y="7706"/>
                      </a:cubicBezTo>
                      <a:cubicBezTo>
                        <a:pt x="2069" y="9841"/>
                        <a:pt x="0" y="13811"/>
                        <a:pt x="0" y="13811"/>
                      </a:cubicBezTo>
                      <a:cubicBezTo>
                        <a:pt x="2969" y="10642"/>
                        <a:pt x="3036" y="8974"/>
                        <a:pt x="5738" y="8274"/>
                      </a:cubicBezTo>
                      <a:cubicBezTo>
                        <a:pt x="8473" y="7573"/>
                        <a:pt x="11775" y="6472"/>
                        <a:pt x="13210" y="4571"/>
                      </a:cubicBezTo>
                      <a:cubicBezTo>
                        <a:pt x="14611" y="2636"/>
                        <a:pt x="14878" y="1"/>
                        <a:pt x="1487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40"/>
                <p:cNvSpPr/>
                <p:nvPr/>
              </p:nvSpPr>
              <p:spPr>
                <a:xfrm>
                  <a:off x="4663850" y="3281075"/>
                  <a:ext cx="331100" cy="278550"/>
                </a:xfrm>
                <a:custGeom>
                  <a:rect b="b" l="l" r="r" t="t"/>
                  <a:pathLst>
                    <a:path extrusionOk="0" h="11142" w="13244">
                      <a:moveTo>
                        <a:pt x="13244" y="0"/>
                      </a:moveTo>
                      <a:cubicBezTo>
                        <a:pt x="13243" y="1"/>
                        <a:pt x="10642" y="2669"/>
                        <a:pt x="7173" y="3570"/>
                      </a:cubicBezTo>
                      <a:cubicBezTo>
                        <a:pt x="3704" y="4504"/>
                        <a:pt x="1469" y="6538"/>
                        <a:pt x="735" y="8373"/>
                      </a:cubicBezTo>
                      <a:cubicBezTo>
                        <a:pt x="1" y="10241"/>
                        <a:pt x="268" y="11142"/>
                        <a:pt x="268" y="11142"/>
                      </a:cubicBezTo>
                      <a:cubicBezTo>
                        <a:pt x="2603" y="9007"/>
                        <a:pt x="4671" y="9507"/>
                        <a:pt x="8507" y="6672"/>
                      </a:cubicBezTo>
                      <a:cubicBezTo>
                        <a:pt x="10742" y="5004"/>
                        <a:pt x="12410" y="2669"/>
                        <a:pt x="132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40"/>
                <p:cNvSpPr/>
                <p:nvPr/>
              </p:nvSpPr>
              <p:spPr>
                <a:xfrm>
                  <a:off x="4576300" y="3281075"/>
                  <a:ext cx="417825" cy="592950"/>
                </a:xfrm>
                <a:custGeom>
                  <a:rect b="b" l="l" r="r" t="t"/>
                  <a:pathLst>
                    <a:path extrusionOk="0" fill="none" h="23718" w="16713">
                      <a:moveTo>
                        <a:pt x="0" y="23717"/>
                      </a:moveTo>
                      <a:cubicBezTo>
                        <a:pt x="2369" y="20482"/>
                        <a:pt x="601" y="17713"/>
                        <a:pt x="2269" y="14144"/>
                      </a:cubicBezTo>
                      <a:cubicBezTo>
                        <a:pt x="3937" y="10608"/>
                        <a:pt x="5671" y="6905"/>
                        <a:pt x="9474" y="5604"/>
                      </a:cubicBezTo>
                      <a:cubicBezTo>
                        <a:pt x="13243" y="4337"/>
                        <a:pt x="16712" y="0"/>
                        <a:pt x="16712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40"/>
                <p:cNvSpPr/>
                <p:nvPr/>
              </p:nvSpPr>
              <p:spPr>
                <a:xfrm>
                  <a:off x="4519600" y="3362800"/>
                  <a:ext cx="95925" cy="334425"/>
                </a:xfrm>
                <a:custGeom>
                  <a:rect b="b" l="l" r="r" t="t"/>
                  <a:pathLst>
                    <a:path extrusionOk="0" fill="none" h="13377" w="3837">
                      <a:moveTo>
                        <a:pt x="0" y="0"/>
                      </a:moveTo>
                      <a:cubicBezTo>
                        <a:pt x="400" y="5404"/>
                        <a:pt x="2535" y="5905"/>
                        <a:pt x="3102" y="8606"/>
                      </a:cubicBezTo>
                      <a:cubicBezTo>
                        <a:pt x="3469" y="10174"/>
                        <a:pt x="3703" y="11775"/>
                        <a:pt x="3836" y="13377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40"/>
                <p:cNvSpPr/>
                <p:nvPr/>
              </p:nvSpPr>
              <p:spPr>
                <a:xfrm>
                  <a:off x="4597150" y="3491225"/>
                  <a:ext cx="371125" cy="345275"/>
                </a:xfrm>
                <a:custGeom>
                  <a:rect b="b" l="l" r="r" t="t"/>
                  <a:pathLst>
                    <a:path extrusionOk="0" fill="none" h="13811" w="14845">
                      <a:moveTo>
                        <a:pt x="14844" y="0"/>
                      </a:moveTo>
                      <a:cubicBezTo>
                        <a:pt x="12343" y="3970"/>
                        <a:pt x="9207" y="4637"/>
                        <a:pt x="6505" y="6238"/>
                      </a:cubicBezTo>
                      <a:cubicBezTo>
                        <a:pt x="3836" y="7839"/>
                        <a:pt x="2202" y="10141"/>
                        <a:pt x="0" y="1381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40"/>
              <p:cNvGrpSpPr/>
              <p:nvPr/>
            </p:nvGrpSpPr>
            <p:grpSpPr>
              <a:xfrm rot="3402052">
                <a:off x="3319649" y="4326495"/>
                <a:ext cx="1077455" cy="512015"/>
                <a:chOff x="4925350" y="704275"/>
                <a:chExt cx="1077475" cy="512025"/>
              </a:xfrm>
            </p:grpSpPr>
            <p:sp>
              <p:nvSpPr>
                <p:cNvPr id="408" name="Google Shape;408;p40"/>
                <p:cNvSpPr/>
                <p:nvPr/>
              </p:nvSpPr>
              <p:spPr>
                <a:xfrm>
                  <a:off x="4925350" y="743200"/>
                  <a:ext cx="670500" cy="172925"/>
                </a:xfrm>
                <a:custGeom>
                  <a:rect b="b" l="l" r="r" t="t"/>
                  <a:pathLst>
                    <a:path extrusionOk="0" h="6917" w="26820">
                      <a:moveTo>
                        <a:pt x="13408" y="0"/>
                      </a:moveTo>
                      <a:cubicBezTo>
                        <a:pt x="6185" y="0"/>
                        <a:pt x="1" y="4481"/>
                        <a:pt x="1" y="4481"/>
                      </a:cubicBezTo>
                      <a:cubicBezTo>
                        <a:pt x="904" y="4638"/>
                        <a:pt x="1765" y="4704"/>
                        <a:pt x="2589" y="4704"/>
                      </a:cubicBezTo>
                      <a:cubicBezTo>
                        <a:pt x="6608" y="4704"/>
                        <a:pt x="9749" y="3155"/>
                        <a:pt x="12638" y="3155"/>
                      </a:cubicBezTo>
                      <a:cubicBezTo>
                        <a:pt x="13686" y="3155"/>
                        <a:pt x="14701" y="3359"/>
                        <a:pt x="15712" y="3914"/>
                      </a:cubicBezTo>
                      <a:cubicBezTo>
                        <a:pt x="20082" y="6316"/>
                        <a:pt x="26820" y="6916"/>
                        <a:pt x="26820" y="6916"/>
                      </a:cubicBezTo>
                      <a:cubicBezTo>
                        <a:pt x="26820" y="6916"/>
                        <a:pt x="22383" y="579"/>
                        <a:pt x="14644" y="45"/>
                      </a:cubicBezTo>
                      <a:cubicBezTo>
                        <a:pt x="14229" y="14"/>
                        <a:pt x="13817" y="0"/>
                        <a:pt x="1340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40"/>
                <p:cNvSpPr/>
                <p:nvPr/>
              </p:nvSpPr>
              <p:spPr>
                <a:xfrm>
                  <a:off x="5240575" y="942350"/>
                  <a:ext cx="567925" cy="146325"/>
                </a:xfrm>
                <a:custGeom>
                  <a:rect b="b" l="l" r="r" t="t"/>
                  <a:pathLst>
                    <a:path extrusionOk="0" h="5853" w="22717">
                      <a:moveTo>
                        <a:pt x="17929" y="1"/>
                      </a:moveTo>
                      <a:cubicBezTo>
                        <a:pt x="15911" y="1"/>
                        <a:pt x="13527" y="302"/>
                        <a:pt x="11342" y="1352"/>
                      </a:cubicBezTo>
                      <a:cubicBezTo>
                        <a:pt x="5588" y="4132"/>
                        <a:pt x="1548" y="4364"/>
                        <a:pt x="361" y="4364"/>
                      </a:cubicBezTo>
                      <a:cubicBezTo>
                        <a:pt x="124" y="4364"/>
                        <a:pt x="1" y="4354"/>
                        <a:pt x="1" y="4354"/>
                      </a:cubicBezTo>
                      <a:lnTo>
                        <a:pt x="1" y="4354"/>
                      </a:lnTo>
                      <a:cubicBezTo>
                        <a:pt x="2237" y="5423"/>
                        <a:pt x="4500" y="5852"/>
                        <a:pt x="6647" y="5852"/>
                      </a:cubicBezTo>
                      <a:cubicBezTo>
                        <a:pt x="10265" y="5852"/>
                        <a:pt x="13551" y="4631"/>
                        <a:pt x="15812" y="3187"/>
                      </a:cubicBezTo>
                      <a:cubicBezTo>
                        <a:pt x="17880" y="1786"/>
                        <a:pt x="20248" y="918"/>
                        <a:pt x="22717" y="552"/>
                      </a:cubicBezTo>
                      <a:cubicBezTo>
                        <a:pt x="22717" y="552"/>
                        <a:pt x="20657" y="1"/>
                        <a:pt x="179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" name="Google Shape;410;p40"/>
                <p:cNvSpPr/>
                <p:nvPr/>
              </p:nvSpPr>
              <p:spPr>
                <a:xfrm>
                  <a:off x="5482425" y="1051825"/>
                  <a:ext cx="492875" cy="164475"/>
                </a:xfrm>
                <a:custGeom>
                  <a:rect b="b" l="l" r="r" t="t"/>
                  <a:pathLst>
                    <a:path extrusionOk="0" h="6579" w="19715">
                      <a:moveTo>
                        <a:pt x="14944" y="0"/>
                      </a:moveTo>
                      <a:cubicBezTo>
                        <a:pt x="12982" y="0"/>
                        <a:pt x="10528" y="740"/>
                        <a:pt x="8540" y="2344"/>
                      </a:cubicBezTo>
                      <a:cubicBezTo>
                        <a:pt x="5471" y="4845"/>
                        <a:pt x="0" y="4879"/>
                        <a:pt x="0" y="4879"/>
                      </a:cubicBezTo>
                      <a:cubicBezTo>
                        <a:pt x="0" y="4879"/>
                        <a:pt x="2899" y="6579"/>
                        <a:pt x="6353" y="6579"/>
                      </a:cubicBezTo>
                      <a:cubicBezTo>
                        <a:pt x="7172" y="6579"/>
                        <a:pt x="8023" y="6483"/>
                        <a:pt x="8873" y="6246"/>
                      </a:cubicBezTo>
                      <a:cubicBezTo>
                        <a:pt x="12727" y="5166"/>
                        <a:pt x="14306" y="2323"/>
                        <a:pt x="17994" y="2323"/>
                      </a:cubicBezTo>
                      <a:cubicBezTo>
                        <a:pt x="18521" y="2323"/>
                        <a:pt x="19090" y="2381"/>
                        <a:pt x="19714" y="2510"/>
                      </a:cubicBezTo>
                      <a:cubicBezTo>
                        <a:pt x="19714" y="2510"/>
                        <a:pt x="19314" y="1877"/>
                        <a:pt x="17613" y="676"/>
                      </a:cubicBezTo>
                      <a:cubicBezTo>
                        <a:pt x="16990" y="233"/>
                        <a:pt x="16044" y="0"/>
                        <a:pt x="149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40"/>
                <p:cNvSpPr/>
                <p:nvPr/>
              </p:nvSpPr>
              <p:spPr>
                <a:xfrm>
                  <a:off x="5657550" y="704275"/>
                  <a:ext cx="271875" cy="318600"/>
                </a:xfrm>
                <a:custGeom>
                  <a:rect b="b" l="l" r="r" t="t"/>
                  <a:pathLst>
                    <a:path extrusionOk="0" h="12744" w="10875">
                      <a:moveTo>
                        <a:pt x="0" y="1"/>
                      </a:moveTo>
                      <a:cubicBezTo>
                        <a:pt x="0" y="1"/>
                        <a:pt x="3503" y="1702"/>
                        <a:pt x="5104" y="4437"/>
                      </a:cubicBezTo>
                      <a:cubicBezTo>
                        <a:pt x="6705" y="7139"/>
                        <a:pt x="9941" y="12743"/>
                        <a:pt x="9941" y="12743"/>
                      </a:cubicBezTo>
                      <a:cubicBezTo>
                        <a:pt x="8273" y="8540"/>
                        <a:pt x="10875" y="7439"/>
                        <a:pt x="8840" y="3937"/>
                      </a:cubicBezTo>
                      <a:cubicBezTo>
                        <a:pt x="6805" y="434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" name="Google Shape;412;p40"/>
                <p:cNvSpPr/>
                <p:nvPr/>
              </p:nvSpPr>
              <p:spPr>
                <a:xfrm>
                  <a:off x="4925350" y="750975"/>
                  <a:ext cx="1077475" cy="422825"/>
                </a:xfrm>
                <a:custGeom>
                  <a:rect b="b" l="l" r="r" t="t"/>
                  <a:pathLst>
                    <a:path extrusionOk="0" fill="none" h="16913" w="43099">
                      <a:moveTo>
                        <a:pt x="43098" y="16913"/>
                      </a:moveTo>
                      <a:cubicBezTo>
                        <a:pt x="40963" y="11642"/>
                        <a:pt x="37027" y="7406"/>
                        <a:pt x="30356" y="7106"/>
                      </a:cubicBezTo>
                      <a:cubicBezTo>
                        <a:pt x="23718" y="6839"/>
                        <a:pt x="20549" y="3170"/>
                        <a:pt x="15145" y="1602"/>
                      </a:cubicBezTo>
                      <a:cubicBezTo>
                        <a:pt x="9741" y="1"/>
                        <a:pt x="1" y="4170"/>
                        <a:pt x="1" y="417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" name="Google Shape;413;p40"/>
                <p:cNvSpPr/>
                <p:nvPr/>
              </p:nvSpPr>
              <p:spPr>
                <a:xfrm>
                  <a:off x="5240575" y="954450"/>
                  <a:ext cx="567925" cy="117625"/>
                </a:xfrm>
                <a:custGeom>
                  <a:rect b="b" l="l" r="r" t="t"/>
                  <a:pathLst>
                    <a:path extrusionOk="0" fill="none" h="4705" w="22717">
                      <a:moveTo>
                        <a:pt x="1" y="3870"/>
                      </a:moveTo>
                      <a:cubicBezTo>
                        <a:pt x="8774" y="4704"/>
                        <a:pt x="12343" y="2803"/>
                        <a:pt x="14978" y="1402"/>
                      </a:cubicBezTo>
                      <a:cubicBezTo>
                        <a:pt x="17613" y="1"/>
                        <a:pt x="22717" y="68"/>
                        <a:pt x="22717" y="68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" name="Google Shape;414;p40"/>
                <p:cNvSpPr/>
                <p:nvPr/>
              </p:nvSpPr>
              <p:spPr>
                <a:xfrm>
                  <a:off x="5656700" y="704275"/>
                  <a:ext cx="249375" cy="319425"/>
                </a:xfrm>
                <a:custGeom>
                  <a:rect b="b" l="l" r="r" t="t"/>
                  <a:pathLst>
                    <a:path extrusionOk="0" fill="none" h="12777" w="9975">
                      <a:moveTo>
                        <a:pt x="1" y="1"/>
                      </a:moveTo>
                      <a:cubicBezTo>
                        <a:pt x="4037" y="768"/>
                        <a:pt x="7573" y="3470"/>
                        <a:pt x="8107" y="5972"/>
                      </a:cubicBezTo>
                      <a:cubicBezTo>
                        <a:pt x="8607" y="8240"/>
                        <a:pt x="9241" y="10542"/>
                        <a:pt x="9975" y="1277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40"/>
                <p:cNvSpPr/>
                <p:nvPr/>
              </p:nvSpPr>
              <p:spPr>
                <a:xfrm>
                  <a:off x="5481575" y="1069550"/>
                  <a:ext cx="492875" cy="134275"/>
                </a:xfrm>
                <a:custGeom>
                  <a:rect b="b" l="l" r="r" t="t"/>
                  <a:pathLst>
                    <a:path extrusionOk="0" fill="none" h="5371" w="19715">
                      <a:moveTo>
                        <a:pt x="1" y="4170"/>
                      </a:moveTo>
                      <a:cubicBezTo>
                        <a:pt x="5138" y="5371"/>
                        <a:pt x="8974" y="3636"/>
                        <a:pt x="12143" y="1801"/>
                      </a:cubicBezTo>
                      <a:cubicBezTo>
                        <a:pt x="15312" y="0"/>
                        <a:pt x="19715" y="1801"/>
                        <a:pt x="19715" y="180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16" name="Google Shape;416;p40"/>
            <p:cNvSpPr/>
            <p:nvPr/>
          </p:nvSpPr>
          <p:spPr>
            <a:xfrm rot="-6095">
              <a:off x="1750774" y="486262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0"/>
            <p:cNvSpPr/>
            <p:nvPr/>
          </p:nvSpPr>
          <p:spPr>
            <a:xfrm rot="950585">
              <a:off x="6974512" y="4864342"/>
              <a:ext cx="161536" cy="68571"/>
            </a:xfrm>
            <a:prstGeom prst="ellipse">
              <a:avLst/>
            </a:prstGeom>
            <a:solidFill>
              <a:srgbClr val="7D9DCD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8" name="Google Shape;418;p40"/>
            <p:cNvGrpSpPr/>
            <p:nvPr/>
          </p:nvGrpSpPr>
          <p:grpSpPr>
            <a:xfrm flipH="1" rot="260469">
              <a:off x="2736344" y="4733837"/>
              <a:ext cx="442031" cy="203389"/>
              <a:chOff x="3029000" y="3167975"/>
              <a:chExt cx="442000" cy="203375"/>
            </a:xfrm>
          </p:grpSpPr>
          <p:sp>
            <p:nvSpPr>
              <p:cNvPr id="419" name="Google Shape;419;p40"/>
              <p:cNvSpPr/>
              <p:nvPr/>
            </p:nvSpPr>
            <p:spPr>
              <a:xfrm>
                <a:off x="3134900" y="3167975"/>
                <a:ext cx="189500" cy="203375"/>
              </a:xfrm>
              <a:custGeom>
                <a:rect b="b" l="l" r="r" t="t"/>
                <a:pathLst>
                  <a:path extrusionOk="0" h="8135" w="7580">
                    <a:moveTo>
                      <a:pt x="4307" y="1"/>
                    </a:moveTo>
                    <a:cubicBezTo>
                      <a:pt x="3145" y="1"/>
                      <a:pt x="1903" y="214"/>
                      <a:pt x="1235" y="724"/>
                    </a:cubicBezTo>
                    <a:cubicBezTo>
                      <a:pt x="1" y="1691"/>
                      <a:pt x="201" y="6661"/>
                      <a:pt x="1869" y="7262"/>
                    </a:cubicBezTo>
                    <a:cubicBezTo>
                      <a:pt x="3134" y="7717"/>
                      <a:pt x="4841" y="8134"/>
                      <a:pt x="5621" y="8134"/>
                    </a:cubicBezTo>
                    <a:cubicBezTo>
                      <a:pt x="5868" y="8134"/>
                      <a:pt x="6022" y="8092"/>
                      <a:pt x="6039" y="7996"/>
                    </a:cubicBezTo>
                    <a:cubicBezTo>
                      <a:pt x="6139" y="7595"/>
                      <a:pt x="3370" y="6028"/>
                      <a:pt x="3370" y="6028"/>
                    </a:cubicBezTo>
                    <a:lnTo>
                      <a:pt x="3537" y="1558"/>
                    </a:lnTo>
                    <a:cubicBezTo>
                      <a:pt x="3945" y="1618"/>
                      <a:pt x="4333" y="1645"/>
                      <a:pt x="4692" y="1645"/>
                    </a:cubicBezTo>
                    <a:cubicBezTo>
                      <a:pt x="6505" y="1645"/>
                      <a:pt x="7580" y="958"/>
                      <a:pt x="6772" y="457"/>
                    </a:cubicBezTo>
                    <a:cubicBezTo>
                      <a:pt x="6330" y="173"/>
                      <a:pt x="5351" y="1"/>
                      <a:pt x="43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40"/>
              <p:cNvSpPr/>
              <p:nvPr/>
            </p:nvSpPr>
            <p:spPr>
              <a:xfrm>
                <a:off x="3351725" y="3228375"/>
                <a:ext cx="106775" cy="64450"/>
              </a:xfrm>
              <a:custGeom>
                <a:rect b="b" l="l" r="r" t="t"/>
                <a:pathLst>
                  <a:path extrusionOk="0" h="2578" w="4271">
                    <a:moveTo>
                      <a:pt x="3786" y="1"/>
                    </a:moveTo>
                    <a:cubicBezTo>
                      <a:pt x="2892" y="1"/>
                      <a:pt x="228" y="818"/>
                      <a:pt x="1" y="2577"/>
                    </a:cubicBezTo>
                    <a:cubicBezTo>
                      <a:pt x="1" y="2577"/>
                      <a:pt x="4270" y="376"/>
                      <a:pt x="4070" y="76"/>
                    </a:cubicBezTo>
                    <a:cubicBezTo>
                      <a:pt x="4045" y="26"/>
                      <a:pt x="3943" y="1"/>
                      <a:pt x="37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40"/>
              <p:cNvSpPr/>
              <p:nvPr/>
            </p:nvSpPr>
            <p:spPr>
              <a:xfrm>
                <a:off x="3346125" y="3292800"/>
                <a:ext cx="124875" cy="55525"/>
              </a:xfrm>
              <a:custGeom>
                <a:rect b="b" l="l" r="r" t="t"/>
                <a:pathLst>
                  <a:path extrusionOk="0" h="2221" w="4995">
                    <a:moveTo>
                      <a:pt x="225" y="0"/>
                    </a:moveTo>
                    <a:lnTo>
                      <a:pt x="225" y="0"/>
                    </a:lnTo>
                    <a:cubicBezTo>
                      <a:pt x="0" y="366"/>
                      <a:pt x="1880" y="2220"/>
                      <a:pt x="3495" y="2220"/>
                    </a:cubicBezTo>
                    <a:cubicBezTo>
                      <a:pt x="3798" y="2220"/>
                      <a:pt x="4092" y="2155"/>
                      <a:pt x="4361" y="2002"/>
                    </a:cubicBezTo>
                    <a:cubicBezTo>
                      <a:pt x="4995" y="1668"/>
                      <a:pt x="225" y="1"/>
                      <a:pt x="2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40"/>
              <p:cNvSpPr/>
              <p:nvPr/>
            </p:nvSpPr>
            <p:spPr>
              <a:xfrm>
                <a:off x="3029000" y="3184850"/>
                <a:ext cx="334850" cy="165025"/>
              </a:xfrm>
              <a:custGeom>
                <a:rect b="b" l="l" r="r" t="t"/>
                <a:pathLst>
                  <a:path extrusionOk="0" h="6601" w="13394">
                    <a:moveTo>
                      <a:pt x="5827" y="0"/>
                    </a:moveTo>
                    <a:cubicBezTo>
                      <a:pt x="5708" y="0"/>
                      <a:pt x="5589" y="5"/>
                      <a:pt x="5471" y="15"/>
                    </a:cubicBezTo>
                    <a:cubicBezTo>
                      <a:pt x="2002" y="316"/>
                      <a:pt x="1" y="4585"/>
                      <a:pt x="167" y="5286"/>
                    </a:cubicBezTo>
                    <a:cubicBezTo>
                      <a:pt x="262" y="5682"/>
                      <a:pt x="2308" y="6601"/>
                      <a:pt x="5208" y="6601"/>
                    </a:cubicBezTo>
                    <a:cubicBezTo>
                      <a:pt x="7437" y="6601"/>
                      <a:pt x="10170" y="6058"/>
                      <a:pt x="12910" y="4318"/>
                    </a:cubicBezTo>
                    <a:cubicBezTo>
                      <a:pt x="13393" y="3996"/>
                      <a:pt x="9238" y="0"/>
                      <a:pt x="5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40"/>
              <p:cNvSpPr/>
              <p:nvPr/>
            </p:nvSpPr>
            <p:spPr>
              <a:xfrm>
                <a:off x="3164925" y="3257775"/>
                <a:ext cx="20875" cy="92600"/>
              </a:xfrm>
              <a:custGeom>
                <a:rect b="b" l="l" r="r" t="t"/>
                <a:pathLst>
                  <a:path extrusionOk="0" fill="none" h="3704" w="835">
                    <a:moveTo>
                      <a:pt x="1" y="0"/>
                    </a:moveTo>
                    <a:cubicBezTo>
                      <a:pt x="835" y="1535"/>
                      <a:pt x="468" y="3169"/>
                      <a:pt x="34" y="370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40"/>
              <p:cNvSpPr/>
              <p:nvPr/>
            </p:nvSpPr>
            <p:spPr>
              <a:xfrm>
                <a:off x="3081550" y="3257050"/>
                <a:ext cx="28375" cy="25675"/>
              </a:xfrm>
              <a:custGeom>
                <a:rect b="b" l="l" r="r" t="t"/>
                <a:pathLst>
                  <a:path extrusionOk="0" h="1027" w="1135">
                    <a:moveTo>
                      <a:pt x="563" y="0"/>
                    </a:moveTo>
                    <a:cubicBezTo>
                      <a:pt x="508" y="0"/>
                      <a:pt x="454" y="9"/>
                      <a:pt x="400" y="29"/>
                    </a:cubicBezTo>
                    <a:cubicBezTo>
                      <a:pt x="133" y="130"/>
                      <a:pt x="0" y="396"/>
                      <a:pt x="100" y="663"/>
                    </a:cubicBezTo>
                    <a:cubicBezTo>
                      <a:pt x="153" y="877"/>
                      <a:pt x="356" y="1026"/>
                      <a:pt x="572" y="1026"/>
                    </a:cubicBezTo>
                    <a:cubicBezTo>
                      <a:pt x="626" y="1026"/>
                      <a:pt x="681" y="1017"/>
                      <a:pt x="734" y="997"/>
                    </a:cubicBezTo>
                    <a:cubicBezTo>
                      <a:pt x="1001" y="897"/>
                      <a:pt x="1134" y="630"/>
                      <a:pt x="1067" y="363"/>
                    </a:cubicBezTo>
                    <a:cubicBezTo>
                      <a:pt x="987" y="150"/>
                      <a:pt x="779" y="0"/>
                      <a:pt x="5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40"/>
              <p:cNvSpPr/>
              <p:nvPr/>
            </p:nvSpPr>
            <p:spPr>
              <a:xfrm>
                <a:off x="3088200" y="3264950"/>
                <a:ext cx="7550" cy="7025"/>
              </a:xfrm>
              <a:custGeom>
                <a:rect b="b" l="l" r="r" t="t"/>
                <a:pathLst>
                  <a:path extrusionOk="0" h="281" w="302">
                    <a:moveTo>
                      <a:pt x="159" y="1"/>
                    </a:moveTo>
                    <a:cubicBezTo>
                      <a:pt x="139" y="1"/>
                      <a:pt x="119" y="5"/>
                      <a:pt x="101" y="14"/>
                    </a:cubicBezTo>
                    <a:cubicBezTo>
                      <a:pt x="34" y="14"/>
                      <a:pt x="1" y="114"/>
                      <a:pt x="34" y="180"/>
                    </a:cubicBezTo>
                    <a:cubicBezTo>
                      <a:pt x="34" y="247"/>
                      <a:pt x="134" y="281"/>
                      <a:pt x="201" y="281"/>
                    </a:cubicBezTo>
                    <a:cubicBezTo>
                      <a:pt x="268" y="247"/>
                      <a:pt x="301" y="147"/>
                      <a:pt x="268" y="80"/>
                    </a:cubicBezTo>
                    <a:cubicBezTo>
                      <a:pt x="268" y="32"/>
                      <a:pt x="214" y="1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6" name="Google Shape;426;p40"/>
          <p:cNvSpPr txBox="1"/>
          <p:nvPr>
            <p:ph type="title"/>
          </p:nvPr>
        </p:nvSpPr>
        <p:spPr>
          <a:xfrm>
            <a:off x="2071675" y="2072350"/>
            <a:ext cx="3249600" cy="13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7" name="Google Shape;427;p40"/>
          <p:cNvSpPr txBox="1"/>
          <p:nvPr>
            <p:ph idx="2" type="title"/>
          </p:nvPr>
        </p:nvSpPr>
        <p:spPr>
          <a:xfrm>
            <a:off x="713226" y="2152866"/>
            <a:ext cx="1234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28" name="Google Shape;428;p40"/>
          <p:cNvSpPr txBox="1"/>
          <p:nvPr>
            <p:ph idx="1" type="subTitle"/>
          </p:nvPr>
        </p:nvSpPr>
        <p:spPr>
          <a:xfrm>
            <a:off x="2071675" y="3407950"/>
            <a:ext cx="25146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41"/>
          <p:cNvGrpSpPr/>
          <p:nvPr/>
        </p:nvGrpSpPr>
        <p:grpSpPr>
          <a:xfrm>
            <a:off x="-305923" y="-25142"/>
            <a:ext cx="9636582" cy="5557827"/>
            <a:chOff x="-305923" y="-25142"/>
            <a:chExt cx="9636582" cy="5557827"/>
          </a:xfrm>
        </p:grpSpPr>
        <p:sp>
          <p:nvSpPr>
            <p:cNvPr id="431" name="Google Shape;431;p41"/>
            <p:cNvSpPr/>
            <p:nvPr/>
          </p:nvSpPr>
          <p:spPr>
            <a:xfrm flipH="1">
              <a:off x="-146400" y="0"/>
              <a:ext cx="9436800" cy="51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" name="Google Shape;432;p41"/>
            <p:cNvGrpSpPr/>
            <p:nvPr/>
          </p:nvGrpSpPr>
          <p:grpSpPr>
            <a:xfrm>
              <a:off x="8269368" y="4399583"/>
              <a:ext cx="1061291" cy="805289"/>
              <a:chOff x="5002900" y="4308325"/>
              <a:chExt cx="1019100" cy="773275"/>
            </a:xfrm>
          </p:grpSpPr>
          <p:sp>
            <p:nvSpPr>
              <p:cNvPr id="433" name="Google Shape;433;p41"/>
              <p:cNvSpPr/>
              <p:nvPr/>
            </p:nvSpPr>
            <p:spPr>
              <a:xfrm>
                <a:off x="5002900" y="4308325"/>
                <a:ext cx="1019100" cy="773275"/>
              </a:xfrm>
              <a:custGeom>
                <a:rect b="b" l="l" r="r" t="t"/>
                <a:pathLst>
                  <a:path extrusionOk="0" h="30931" w="40764">
                    <a:moveTo>
                      <a:pt x="37643" y="1"/>
                    </a:moveTo>
                    <a:cubicBezTo>
                      <a:pt x="36339" y="1"/>
                      <a:pt x="34901" y="1033"/>
                      <a:pt x="34392" y="2844"/>
                    </a:cubicBezTo>
                    <a:cubicBezTo>
                      <a:pt x="33458" y="6080"/>
                      <a:pt x="36427" y="9048"/>
                      <a:pt x="37795" y="11550"/>
                    </a:cubicBezTo>
                    <a:cubicBezTo>
                      <a:pt x="38740" y="13256"/>
                      <a:pt x="37486" y="14803"/>
                      <a:pt x="36137" y="14803"/>
                    </a:cubicBezTo>
                    <a:cubicBezTo>
                      <a:pt x="35534" y="14803"/>
                      <a:pt x="34912" y="14494"/>
                      <a:pt x="34459" y="13752"/>
                    </a:cubicBezTo>
                    <a:cubicBezTo>
                      <a:pt x="32991" y="11350"/>
                      <a:pt x="34359" y="9148"/>
                      <a:pt x="33425" y="7847"/>
                    </a:cubicBezTo>
                    <a:cubicBezTo>
                      <a:pt x="33198" y="7520"/>
                      <a:pt x="32945" y="7363"/>
                      <a:pt x="32687" y="7363"/>
                    </a:cubicBezTo>
                    <a:cubicBezTo>
                      <a:pt x="31921" y="7363"/>
                      <a:pt x="31105" y="8738"/>
                      <a:pt x="30756" y="11083"/>
                    </a:cubicBezTo>
                    <a:cubicBezTo>
                      <a:pt x="30289" y="14219"/>
                      <a:pt x="32324" y="14619"/>
                      <a:pt x="33992" y="17254"/>
                    </a:cubicBezTo>
                    <a:cubicBezTo>
                      <a:pt x="35660" y="19923"/>
                      <a:pt x="36394" y="24259"/>
                      <a:pt x="33992" y="25193"/>
                    </a:cubicBezTo>
                    <a:cubicBezTo>
                      <a:pt x="33553" y="25364"/>
                      <a:pt x="33191" y="25444"/>
                      <a:pt x="32892" y="25444"/>
                    </a:cubicBezTo>
                    <a:cubicBezTo>
                      <a:pt x="31557" y="25444"/>
                      <a:pt x="31490" y="23835"/>
                      <a:pt x="31490" y="21491"/>
                    </a:cubicBezTo>
                    <a:cubicBezTo>
                      <a:pt x="31490" y="20222"/>
                      <a:pt x="30786" y="19625"/>
                      <a:pt x="30023" y="19625"/>
                    </a:cubicBezTo>
                    <a:cubicBezTo>
                      <a:pt x="29061" y="19625"/>
                      <a:pt x="28005" y="20575"/>
                      <a:pt x="28154" y="22325"/>
                    </a:cubicBezTo>
                    <a:cubicBezTo>
                      <a:pt x="28421" y="25460"/>
                      <a:pt x="28788" y="27395"/>
                      <a:pt x="25653" y="27795"/>
                    </a:cubicBezTo>
                    <a:cubicBezTo>
                      <a:pt x="25516" y="27811"/>
                      <a:pt x="25387" y="27819"/>
                      <a:pt x="25267" y="27819"/>
                    </a:cubicBezTo>
                    <a:cubicBezTo>
                      <a:pt x="22622" y="27819"/>
                      <a:pt x="23775" y="24091"/>
                      <a:pt x="25019" y="21858"/>
                    </a:cubicBezTo>
                    <a:cubicBezTo>
                      <a:pt x="26286" y="19556"/>
                      <a:pt x="29455" y="19022"/>
                      <a:pt x="29822" y="16620"/>
                    </a:cubicBezTo>
                    <a:cubicBezTo>
                      <a:pt x="30189" y="14252"/>
                      <a:pt x="28688" y="14386"/>
                      <a:pt x="28755" y="11817"/>
                    </a:cubicBezTo>
                    <a:cubicBezTo>
                      <a:pt x="28788" y="9282"/>
                      <a:pt x="30256" y="7481"/>
                      <a:pt x="30189" y="4679"/>
                    </a:cubicBezTo>
                    <a:cubicBezTo>
                      <a:pt x="30152" y="3123"/>
                      <a:pt x="29029" y="2336"/>
                      <a:pt x="27786" y="2336"/>
                    </a:cubicBezTo>
                    <a:cubicBezTo>
                      <a:pt x="26818" y="2336"/>
                      <a:pt x="25776" y="2814"/>
                      <a:pt x="25119" y="3778"/>
                    </a:cubicBezTo>
                    <a:cubicBezTo>
                      <a:pt x="23584" y="5979"/>
                      <a:pt x="25286" y="8014"/>
                      <a:pt x="26453" y="12918"/>
                    </a:cubicBezTo>
                    <a:cubicBezTo>
                      <a:pt x="27039" y="15379"/>
                      <a:pt x="26112" y="16437"/>
                      <a:pt x="25056" y="16437"/>
                    </a:cubicBezTo>
                    <a:cubicBezTo>
                      <a:pt x="24009" y="16437"/>
                      <a:pt x="22834" y="15396"/>
                      <a:pt x="22884" y="13652"/>
                    </a:cubicBezTo>
                    <a:cubicBezTo>
                      <a:pt x="22958" y="11056"/>
                      <a:pt x="22867" y="9119"/>
                      <a:pt x="21810" y="9119"/>
                    </a:cubicBezTo>
                    <a:cubicBezTo>
                      <a:pt x="21441" y="9119"/>
                      <a:pt x="20954" y="9356"/>
                      <a:pt x="20315" y="9882"/>
                    </a:cubicBezTo>
                    <a:cubicBezTo>
                      <a:pt x="17814" y="11884"/>
                      <a:pt x="20382" y="16153"/>
                      <a:pt x="22250" y="19823"/>
                    </a:cubicBezTo>
                    <a:cubicBezTo>
                      <a:pt x="23494" y="22311"/>
                      <a:pt x="22714" y="23649"/>
                      <a:pt x="21822" y="23649"/>
                    </a:cubicBezTo>
                    <a:cubicBezTo>
                      <a:pt x="21399" y="23649"/>
                      <a:pt x="20951" y="23348"/>
                      <a:pt x="20682" y="22725"/>
                    </a:cubicBezTo>
                    <a:cubicBezTo>
                      <a:pt x="20188" y="21558"/>
                      <a:pt x="19435" y="20825"/>
                      <a:pt x="18675" y="20825"/>
                    </a:cubicBezTo>
                    <a:cubicBezTo>
                      <a:pt x="18153" y="20825"/>
                      <a:pt x="17628" y="21170"/>
                      <a:pt x="17180" y="21958"/>
                    </a:cubicBezTo>
                    <a:cubicBezTo>
                      <a:pt x="16046" y="23926"/>
                      <a:pt x="17347" y="27428"/>
                      <a:pt x="15979" y="29229"/>
                    </a:cubicBezTo>
                    <a:cubicBezTo>
                      <a:pt x="15530" y="29821"/>
                      <a:pt x="15016" y="30107"/>
                      <a:pt x="14507" y="30107"/>
                    </a:cubicBezTo>
                    <a:cubicBezTo>
                      <a:pt x="13466" y="30107"/>
                      <a:pt x="12446" y="28912"/>
                      <a:pt x="12043" y="26694"/>
                    </a:cubicBezTo>
                    <a:cubicBezTo>
                      <a:pt x="11442" y="23359"/>
                      <a:pt x="13944" y="22792"/>
                      <a:pt x="15512" y="19823"/>
                    </a:cubicBezTo>
                    <a:cubicBezTo>
                      <a:pt x="16814" y="17358"/>
                      <a:pt x="15241" y="15744"/>
                      <a:pt x="13277" y="15744"/>
                    </a:cubicBezTo>
                    <a:cubicBezTo>
                      <a:pt x="12875" y="15744"/>
                      <a:pt x="12456" y="15812"/>
                      <a:pt x="12043" y="15953"/>
                    </a:cubicBezTo>
                    <a:cubicBezTo>
                      <a:pt x="9574" y="16787"/>
                      <a:pt x="11342" y="19956"/>
                      <a:pt x="10709" y="23659"/>
                    </a:cubicBezTo>
                    <a:cubicBezTo>
                      <a:pt x="10514" y="24747"/>
                      <a:pt x="10065" y="25184"/>
                      <a:pt x="9527" y="25184"/>
                    </a:cubicBezTo>
                    <a:cubicBezTo>
                      <a:pt x="8215" y="25184"/>
                      <a:pt x="6372" y="22594"/>
                      <a:pt x="6372" y="20490"/>
                    </a:cubicBezTo>
                    <a:cubicBezTo>
                      <a:pt x="6372" y="18504"/>
                      <a:pt x="5151" y="16412"/>
                      <a:pt x="3783" y="16412"/>
                    </a:cubicBezTo>
                    <a:cubicBezTo>
                      <a:pt x="3128" y="16412"/>
                      <a:pt x="2440" y="16890"/>
                      <a:pt x="1836" y="18088"/>
                    </a:cubicBezTo>
                    <a:cubicBezTo>
                      <a:pt x="1" y="21791"/>
                      <a:pt x="3403" y="24660"/>
                      <a:pt x="4704" y="26127"/>
                    </a:cubicBezTo>
                    <a:cubicBezTo>
                      <a:pt x="6005" y="27595"/>
                      <a:pt x="6472" y="29530"/>
                      <a:pt x="2770" y="30931"/>
                    </a:cubicBezTo>
                    <a:lnTo>
                      <a:pt x="40763" y="30330"/>
                    </a:lnTo>
                    <a:cubicBezTo>
                      <a:pt x="40763" y="30330"/>
                      <a:pt x="40763" y="4979"/>
                      <a:pt x="39929" y="1943"/>
                    </a:cubicBezTo>
                    <a:cubicBezTo>
                      <a:pt x="39567" y="610"/>
                      <a:pt x="38644" y="1"/>
                      <a:pt x="376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41"/>
              <p:cNvSpPr/>
              <p:nvPr/>
            </p:nvSpPr>
            <p:spPr>
              <a:xfrm>
                <a:off x="5002900" y="4607900"/>
                <a:ext cx="1018250" cy="473700"/>
              </a:xfrm>
              <a:custGeom>
                <a:rect b="b" l="l" r="r" t="t"/>
                <a:pathLst>
                  <a:path extrusionOk="0" h="18948" w="40730">
                    <a:moveTo>
                      <a:pt x="40497" y="1"/>
                    </a:moveTo>
                    <a:cubicBezTo>
                      <a:pt x="40096" y="1035"/>
                      <a:pt x="39563" y="2036"/>
                      <a:pt x="38962" y="2970"/>
                    </a:cubicBezTo>
                    <a:cubicBezTo>
                      <a:pt x="36761" y="6305"/>
                      <a:pt x="37594" y="6939"/>
                      <a:pt x="38362" y="12009"/>
                    </a:cubicBezTo>
                    <a:cubicBezTo>
                      <a:pt x="39129" y="17080"/>
                      <a:pt x="35293" y="16646"/>
                      <a:pt x="31490" y="17447"/>
                    </a:cubicBezTo>
                    <a:cubicBezTo>
                      <a:pt x="31081" y="17528"/>
                      <a:pt x="30703" y="17566"/>
                      <a:pt x="30352" y="17566"/>
                    </a:cubicBezTo>
                    <a:cubicBezTo>
                      <a:pt x="28554" y="17566"/>
                      <a:pt x="27474" y="16589"/>
                      <a:pt x="26720" y="15612"/>
                    </a:cubicBezTo>
                    <a:cubicBezTo>
                      <a:pt x="26386" y="15712"/>
                      <a:pt x="26019" y="15779"/>
                      <a:pt x="25686" y="15812"/>
                    </a:cubicBezTo>
                    <a:cubicBezTo>
                      <a:pt x="25549" y="15828"/>
                      <a:pt x="25421" y="15836"/>
                      <a:pt x="25300" y="15836"/>
                    </a:cubicBezTo>
                    <a:cubicBezTo>
                      <a:pt x="22655" y="15836"/>
                      <a:pt x="23807" y="12109"/>
                      <a:pt x="25019" y="9908"/>
                    </a:cubicBezTo>
                    <a:cubicBezTo>
                      <a:pt x="26320" y="7606"/>
                      <a:pt x="29455" y="7039"/>
                      <a:pt x="29822" y="4671"/>
                    </a:cubicBezTo>
                    <a:cubicBezTo>
                      <a:pt x="30122" y="2836"/>
                      <a:pt x="29322" y="2503"/>
                      <a:pt x="28955" y="1302"/>
                    </a:cubicBezTo>
                    <a:lnTo>
                      <a:pt x="28955" y="1302"/>
                    </a:lnTo>
                    <a:cubicBezTo>
                      <a:pt x="28988" y="4104"/>
                      <a:pt x="26953" y="5571"/>
                      <a:pt x="25019" y="7873"/>
                    </a:cubicBezTo>
                    <a:cubicBezTo>
                      <a:pt x="23026" y="10259"/>
                      <a:pt x="22974" y="15078"/>
                      <a:pt x="21521" y="15078"/>
                    </a:cubicBezTo>
                    <a:cubicBezTo>
                      <a:pt x="21369" y="15078"/>
                      <a:pt x="21202" y="15025"/>
                      <a:pt x="21016" y="14911"/>
                    </a:cubicBezTo>
                    <a:cubicBezTo>
                      <a:pt x="20735" y="14740"/>
                      <a:pt x="20453" y="14666"/>
                      <a:pt x="20174" y="14666"/>
                    </a:cubicBezTo>
                    <a:cubicBezTo>
                      <a:pt x="18512" y="14666"/>
                      <a:pt x="16939" y="17280"/>
                      <a:pt x="15994" y="17280"/>
                    </a:cubicBezTo>
                    <a:cubicBezTo>
                      <a:pt x="15989" y="17280"/>
                      <a:pt x="15984" y="17280"/>
                      <a:pt x="15979" y="17280"/>
                    </a:cubicBezTo>
                    <a:cubicBezTo>
                      <a:pt x="15545" y="17855"/>
                      <a:pt x="15039" y="18134"/>
                      <a:pt x="14535" y="18134"/>
                    </a:cubicBezTo>
                    <a:cubicBezTo>
                      <a:pt x="13490" y="18134"/>
                      <a:pt x="12448" y="16939"/>
                      <a:pt x="12043" y="14711"/>
                    </a:cubicBezTo>
                    <a:cubicBezTo>
                      <a:pt x="11542" y="11843"/>
                      <a:pt x="13310" y="11042"/>
                      <a:pt x="14811" y="8974"/>
                    </a:cubicBezTo>
                    <a:lnTo>
                      <a:pt x="14811" y="8974"/>
                    </a:lnTo>
                    <a:cubicBezTo>
                      <a:pt x="14344" y="9041"/>
                      <a:pt x="13844" y="9141"/>
                      <a:pt x="13410" y="9241"/>
                    </a:cubicBezTo>
                    <a:cubicBezTo>
                      <a:pt x="10709" y="9908"/>
                      <a:pt x="12043" y="14711"/>
                      <a:pt x="9708" y="16813"/>
                    </a:cubicBezTo>
                    <a:cubicBezTo>
                      <a:pt x="9239" y="17235"/>
                      <a:pt x="8967" y="17411"/>
                      <a:pt x="8806" y="17411"/>
                    </a:cubicBezTo>
                    <a:cubicBezTo>
                      <a:pt x="8153" y="17411"/>
                      <a:pt x="9341" y="14521"/>
                      <a:pt x="6772" y="13477"/>
                    </a:cubicBezTo>
                    <a:cubicBezTo>
                      <a:pt x="4037" y="12410"/>
                      <a:pt x="2036" y="9708"/>
                      <a:pt x="2036" y="5772"/>
                    </a:cubicBezTo>
                    <a:cubicBezTo>
                      <a:pt x="1969" y="5872"/>
                      <a:pt x="1902" y="5972"/>
                      <a:pt x="1836" y="6105"/>
                    </a:cubicBezTo>
                    <a:cubicBezTo>
                      <a:pt x="1" y="9808"/>
                      <a:pt x="3403" y="12643"/>
                      <a:pt x="4704" y="14144"/>
                    </a:cubicBezTo>
                    <a:cubicBezTo>
                      <a:pt x="6005" y="15612"/>
                      <a:pt x="6472" y="17547"/>
                      <a:pt x="2770" y="18948"/>
                    </a:cubicBezTo>
                    <a:lnTo>
                      <a:pt x="40730" y="18347"/>
                    </a:lnTo>
                    <a:cubicBezTo>
                      <a:pt x="40730" y="18347"/>
                      <a:pt x="40730" y="8240"/>
                      <a:pt x="404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" name="Google Shape;435;p41"/>
            <p:cNvSpPr/>
            <p:nvPr/>
          </p:nvSpPr>
          <p:spPr>
            <a:xfrm>
              <a:off x="8247661" y="-25142"/>
              <a:ext cx="1061211" cy="933022"/>
            </a:xfrm>
            <a:custGeom>
              <a:rect b="b" l="l" r="r" t="t"/>
              <a:pathLst>
                <a:path extrusionOk="0" h="33845" w="38495">
                  <a:moveTo>
                    <a:pt x="32857" y="0"/>
                  </a:moveTo>
                  <a:lnTo>
                    <a:pt x="22250" y="1735"/>
                  </a:lnTo>
                  <a:cubicBezTo>
                    <a:pt x="21887" y="4522"/>
                    <a:pt x="20524" y="6820"/>
                    <a:pt x="17848" y="6820"/>
                  </a:cubicBezTo>
                  <a:cubicBezTo>
                    <a:pt x="17321" y="6820"/>
                    <a:pt x="16743" y="6730"/>
                    <a:pt x="16112" y="6538"/>
                  </a:cubicBezTo>
                  <a:cubicBezTo>
                    <a:pt x="13522" y="5720"/>
                    <a:pt x="11582" y="4996"/>
                    <a:pt x="9786" y="4996"/>
                  </a:cubicBezTo>
                  <a:cubicBezTo>
                    <a:pt x="8945" y="4996"/>
                    <a:pt x="8136" y="5155"/>
                    <a:pt x="7306" y="5538"/>
                  </a:cubicBezTo>
                  <a:cubicBezTo>
                    <a:pt x="4704" y="6705"/>
                    <a:pt x="3270" y="8773"/>
                    <a:pt x="4971" y="10141"/>
                  </a:cubicBezTo>
                  <a:cubicBezTo>
                    <a:pt x="5298" y="10411"/>
                    <a:pt x="5684" y="10518"/>
                    <a:pt x="6110" y="10518"/>
                  </a:cubicBezTo>
                  <a:cubicBezTo>
                    <a:pt x="7801" y="10518"/>
                    <a:pt x="10130" y="8823"/>
                    <a:pt x="11996" y="8823"/>
                  </a:cubicBezTo>
                  <a:cubicBezTo>
                    <a:pt x="12102" y="8823"/>
                    <a:pt x="12206" y="8828"/>
                    <a:pt x="12309" y="8840"/>
                  </a:cubicBezTo>
                  <a:cubicBezTo>
                    <a:pt x="14711" y="9107"/>
                    <a:pt x="17747" y="11242"/>
                    <a:pt x="15512" y="12276"/>
                  </a:cubicBezTo>
                  <a:cubicBezTo>
                    <a:pt x="15016" y="12501"/>
                    <a:pt x="14331" y="12578"/>
                    <a:pt x="13527" y="12578"/>
                  </a:cubicBezTo>
                  <a:cubicBezTo>
                    <a:pt x="11829" y="12578"/>
                    <a:pt x="9603" y="12236"/>
                    <a:pt x="7521" y="12236"/>
                  </a:cubicBezTo>
                  <a:cubicBezTo>
                    <a:pt x="6214" y="12236"/>
                    <a:pt x="4964" y="12371"/>
                    <a:pt x="3937" y="12809"/>
                  </a:cubicBezTo>
                  <a:cubicBezTo>
                    <a:pt x="468" y="14277"/>
                    <a:pt x="1" y="16979"/>
                    <a:pt x="2669" y="17813"/>
                  </a:cubicBezTo>
                  <a:cubicBezTo>
                    <a:pt x="2998" y="17916"/>
                    <a:pt x="3321" y="17961"/>
                    <a:pt x="3639" y="17961"/>
                  </a:cubicBezTo>
                  <a:cubicBezTo>
                    <a:pt x="5902" y="17961"/>
                    <a:pt x="7898" y="15654"/>
                    <a:pt x="9741" y="15245"/>
                  </a:cubicBezTo>
                  <a:cubicBezTo>
                    <a:pt x="10232" y="15134"/>
                    <a:pt x="10631" y="15090"/>
                    <a:pt x="10988" y="15090"/>
                  </a:cubicBezTo>
                  <a:cubicBezTo>
                    <a:pt x="12134" y="15090"/>
                    <a:pt x="12845" y="15535"/>
                    <a:pt x="14778" y="15611"/>
                  </a:cubicBezTo>
                  <a:cubicBezTo>
                    <a:pt x="14831" y="15614"/>
                    <a:pt x="14884" y="15615"/>
                    <a:pt x="14935" y="15615"/>
                  </a:cubicBezTo>
                  <a:cubicBezTo>
                    <a:pt x="17359" y="15615"/>
                    <a:pt x="17683" y="13333"/>
                    <a:pt x="19381" y="11275"/>
                  </a:cubicBezTo>
                  <a:cubicBezTo>
                    <a:pt x="20009" y="10502"/>
                    <a:pt x="20822" y="10179"/>
                    <a:pt x="21555" y="10179"/>
                  </a:cubicBezTo>
                  <a:cubicBezTo>
                    <a:pt x="22845" y="10179"/>
                    <a:pt x="23889" y="11178"/>
                    <a:pt x="23250" y="12476"/>
                  </a:cubicBezTo>
                  <a:cubicBezTo>
                    <a:pt x="22216" y="14511"/>
                    <a:pt x="20849" y="14978"/>
                    <a:pt x="17780" y="16245"/>
                  </a:cubicBezTo>
                  <a:cubicBezTo>
                    <a:pt x="14744" y="17546"/>
                    <a:pt x="12710" y="21783"/>
                    <a:pt x="12276" y="23817"/>
                  </a:cubicBezTo>
                  <a:cubicBezTo>
                    <a:pt x="11962" y="25291"/>
                    <a:pt x="13538" y="27588"/>
                    <a:pt x="15243" y="27588"/>
                  </a:cubicBezTo>
                  <a:cubicBezTo>
                    <a:pt x="15891" y="27588"/>
                    <a:pt x="16558" y="27256"/>
                    <a:pt x="17146" y="26419"/>
                  </a:cubicBezTo>
                  <a:cubicBezTo>
                    <a:pt x="19281" y="23384"/>
                    <a:pt x="17613" y="20915"/>
                    <a:pt x="20849" y="18547"/>
                  </a:cubicBezTo>
                  <a:cubicBezTo>
                    <a:pt x="24084" y="16145"/>
                    <a:pt x="25085" y="17179"/>
                    <a:pt x="25652" y="15044"/>
                  </a:cubicBezTo>
                  <a:cubicBezTo>
                    <a:pt x="26084" y="13346"/>
                    <a:pt x="27190" y="11255"/>
                    <a:pt x="28074" y="11255"/>
                  </a:cubicBezTo>
                  <a:cubicBezTo>
                    <a:pt x="28284" y="11255"/>
                    <a:pt x="28482" y="11373"/>
                    <a:pt x="28654" y="11642"/>
                  </a:cubicBezTo>
                  <a:cubicBezTo>
                    <a:pt x="29522" y="13010"/>
                    <a:pt x="30089" y="14311"/>
                    <a:pt x="27687" y="16345"/>
                  </a:cubicBezTo>
                  <a:cubicBezTo>
                    <a:pt x="25285" y="18380"/>
                    <a:pt x="22050" y="18380"/>
                    <a:pt x="21483" y="22183"/>
                  </a:cubicBezTo>
                  <a:cubicBezTo>
                    <a:pt x="21181" y="24330"/>
                    <a:pt x="22209" y="25307"/>
                    <a:pt x="23353" y="25307"/>
                  </a:cubicBezTo>
                  <a:cubicBezTo>
                    <a:pt x="24236" y="25307"/>
                    <a:pt x="25187" y="24725"/>
                    <a:pt x="25652" y="23651"/>
                  </a:cubicBezTo>
                  <a:cubicBezTo>
                    <a:pt x="26714" y="21196"/>
                    <a:pt x="27313" y="18280"/>
                    <a:pt x="28632" y="18280"/>
                  </a:cubicBezTo>
                  <a:cubicBezTo>
                    <a:pt x="28639" y="18280"/>
                    <a:pt x="28647" y="18280"/>
                    <a:pt x="28654" y="18280"/>
                  </a:cubicBezTo>
                  <a:cubicBezTo>
                    <a:pt x="29989" y="18347"/>
                    <a:pt x="29455" y="21416"/>
                    <a:pt x="28654" y="25385"/>
                  </a:cubicBezTo>
                  <a:cubicBezTo>
                    <a:pt x="27887" y="29355"/>
                    <a:pt x="28021" y="32023"/>
                    <a:pt x="30622" y="33491"/>
                  </a:cubicBezTo>
                  <a:cubicBezTo>
                    <a:pt x="31043" y="33733"/>
                    <a:pt x="31448" y="33844"/>
                    <a:pt x="31827" y="33844"/>
                  </a:cubicBezTo>
                  <a:cubicBezTo>
                    <a:pt x="33790" y="33844"/>
                    <a:pt x="35022" y="30853"/>
                    <a:pt x="33791" y="27720"/>
                  </a:cubicBezTo>
                  <a:cubicBezTo>
                    <a:pt x="32290" y="24017"/>
                    <a:pt x="30122" y="23517"/>
                    <a:pt x="31590" y="20615"/>
                  </a:cubicBezTo>
                  <a:cubicBezTo>
                    <a:pt x="33024" y="17680"/>
                    <a:pt x="33992" y="17279"/>
                    <a:pt x="32224" y="14277"/>
                  </a:cubicBezTo>
                  <a:cubicBezTo>
                    <a:pt x="30750" y="11774"/>
                    <a:pt x="31084" y="7671"/>
                    <a:pt x="31932" y="7671"/>
                  </a:cubicBezTo>
                  <a:cubicBezTo>
                    <a:pt x="32101" y="7671"/>
                    <a:pt x="32291" y="7835"/>
                    <a:pt x="32490" y="8206"/>
                  </a:cubicBezTo>
                  <a:cubicBezTo>
                    <a:pt x="33691" y="10441"/>
                    <a:pt x="32857" y="12910"/>
                    <a:pt x="35259" y="13243"/>
                  </a:cubicBezTo>
                  <a:cubicBezTo>
                    <a:pt x="35423" y="13266"/>
                    <a:pt x="35576" y="13277"/>
                    <a:pt x="35717" y="13277"/>
                  </a:cubicBezTo>
                  <a:cubicBezTo>
                    <a:pt x="37649" y="13277"/>
                    <a:pt x="37518" y="11236"/>
                    <a:pt x="36026" y="9340"/>
                  </a:cubicBezTo>
                  <a:cubicBezTo>
                    <a:pt x="34425" y="7306"/>
                    <a:pt x="38495" y="6839"/>
                    <a:pt x="38395" y="3703"/>
                  </a:cubicBezTo>
                  <a:cubicBezTo>
                    <a:pt x="38328" y="567"/>
                    <a:pt x="32857" y="0"/>
                    <a:pt x="3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6" name="Google Shape;436;p41"/>
            <p:cNvGrpSpPr/>
            <p:nvPr/>
          </p:nvGrpSpPr>
          <p:grpSpPr>
            <a:xfrm>
              <a:off x="-233697" y="-25062"/>
              <a:ext cx="1211264" cy="1003206"/>
              <a:chOff x="3878775" y="2930050"/>
              <a:chExt cx="1099250" cy="910350"/>
            </a:xfrm>
          </p:grpSpPr>
          <p:sp>
            <p:nvSpPr>
              <p:cNvPr id="437" name="Google Shape;437;p41"/>
              <p:cNvSpPr/>
              <p:nvPr/>
            </p:nvSpPr>
            <p:spPr>
              <a:xfrm>
                <a:off x="3878775" y="2930050"/>
                <a:ext cx="1099250" cy="910350"/>
              </a:xfrm>
              <a:custGeom>
                <a:rect b="b" l="l" r="r" t="t"/>
                <a:pathLst>
                  <a:path extrusionOk="0" h="36414" w="43970">
                    <a:moveTo>
                      <a:pt x="6772" y="0"/>
                    </a:moveTo>
                    <a:cubicBezTo>
                      <a:pt x="6772" y="0"/>
                      <a:pt x="4304" y="2102"/>
                      <a:pt x="5671" y="3136"/>
                    </a:cubicBezTo>
                    <a:cubicBezTo>
                      <a:pt x="7005" y="4170"/>
                      <a:pt x="6672" y="7105"/>
                      <a:pt x="3570" y="8673"/>
                    </a:cubicBezTo>
                    <a:cubicBezTo>
                      <a:pt x="467" y="10274"/>
                      <a:pt x="0" y="13210"/>
                      <a:pt x="2335" y="13843"/>
                    </a:cubicBezTo>
                    <a:cubicBezTo>
                      <a:pt x="2546" y="13904"/>
                      <a:pt x="2738" y="13932"/>
                      <a:pt x="2914" y="13932"/>
                    </a:cubicBezTo>
                    <a:cubicBezTo>
                      <a:pt x="4578" y="13932"/>
                      <a:pt x="4884" y="11485"/>
                      <a:pt x="6406" y="11485"/>
                    </a:cubicBezTo>
                    <a:cubicBezTo>
                      <a:pt x="6491" y="11485"/>
                      <a:pt x="6579" y="11492"/>
                      <a:pt x="6672" y="11508"/>
                    </a:cubicBezTo>
                    <a:cubicBezTo>
                      <a:pt x="8607" y="11809"/>
                      <a:pt x="7673" y="15144"/>
                      <a:pt x="6138" y="18080"/>
                    </a:cubicBezTo>
                    <a:cubicBezTo>
                      <a:pt x="4604" y="21048"/>
                      <a:pt x="7406" y="20682"/>
                      <a:pt x="7873" y="22616"/>
                    </a:cubicBezTo>
                    <a:cubicBezTo>
                      <a:pt x="8340" y="24551"/>
                      <a:pt x="6438" y="27887"/>
                      <a:pt x="4804" y="29821"/>
                    </a:cubicBezTo>
                    <a:cubicBezTo>
                      <a:pt x="3329" y="31567"/>
                      <a:pt x="4896" y="34535"/>
                      <a:pt x="7397" y="34535"/>
                    </a:cubicBezTo>
                    <a:cubicBezTo>
                      <a:pt x="7668" y="34535"/>
                      <a:pt x="7949" y="34500"/>
                      <a:pt x="8240" y="34425"/>
                    </a:cubicBezTo>
                    <a:cubicBezTo>
                      <a:pt x="11175" y="33691"/>
                      <a:pt x="11375" y="30088"/>
                      <a:pt x="10808" y="27320"/>
                    </a:cubicBezTo>
                    <a:cubicBezTo>
                      <a:pt x="10274" y="24551"/>
                      <a:pt x="9240" y="21882"/>
                      <a:pt x="10908" y="21215"/>
                    </a:cubicBezTo>
                    <a:cubicBezTo>
                      <a:pt x="11115" y="21133"/>
                      <a:pt x="11289" y="21094"/>
                      <a:pt x="11438" y="21094"/>
                    </a:cubicBezTo>
                    <a:cubicBezTo>
                      <a:pt x="12495" y="21094"/>
                      <a:pt x="12271" y="23059"/>
                      <a:pt x="12943" y="25485"/>
                    </a:cubicBezTo>
                    <a:cubicBezTo>
                      <a:pt x="13710" y="28254"/>
                      <a:pt x="15545" y="26119"/>
                      <a:pt x="16279" y="28154"/>
                    </a:cubicBezTo>
                    <a:cubicBezTo>
                      <a:pt x="17013" y="30188"/>
                      <a:pt x="14611" y="33424"/>
                      <a:pt x="16379" y="35559"/>
                    </a:cubicBezTo>
                    <a:cubicBezTo>
                      <a:pt x="16871" y="36155"/>
                      <a:pt x="17485" y="36413"/>
                      <a:pt x="18109" y="36413"/>
                    </a:cubicBezTo>
                    <a:cubicBezTo>
                      <a:pt x="19684" y="36413"/>
                      <a:pt x="21330" y="34773"/>
                      <a:pt x="21282" y="32790"/>
                    </a:cubicBezTo>
                    <a:cubicBezTo>
                      <a:pt x="21182" y="30022"/>
                      <a:pt x="19081" y="28621"/>
                      <a:pt x="20248" y="26853"/>
                    </a:cubicBezTo>
                    <a:cubicBezTo>
                      <a:pt x="20791" y="26031"/>
                      <a:pt x="21124" y="25836"/>
                      <a:pt x="21698" y="25836"/>
                    </a:cubicBezTo>
                    <a:cubicBezTo>
                      <a:pt x="22215" y="25836"/>
                      <a:pt x="22928" y="25995"/>
                      <a:pt x="24166" y="25995"/>
                    </a:cubicBezTo>
                    <a:cubicBezTo>
                      <a:pt x="24508" y="25995"/>
                      <a:pt x="24890" y="25983"/>
                      <a:pt x="25319" y="25952"/>
                    </a:cubicBezTo>
                    <a:cubicBezTo>
                      <a:pt x="29021" y="25718"/>
                      <a:pt x="28654" y="23984"/>
                      <a:pt x="27353" y="22416"/>
                    </a:cubicBezTo>
                    <a:cubicBezTo>
                      <a:pt x="27087" y="22095"/>
                      <a:pt x="26698" y="21960"/>
                      <a:pt x="26231" y="21960"/>
                    </a:cubicBezTo>
                    <a:cubicBezTo>
                      <a:pt x="24412" y="21960"/>
                      <a:pt x="21400" y="24004"/>
                      <a:pt x="19781" y="25118"/>
                    </a:cubicBezTo>
                    <a:cubicBezTo>
                      <a:pt x="19182" y="25521"/>
                      <a:pt x="18650" y="25701"/>
                      <a:pt x="18185" y="25701"/>
                    </a:cubicBezTo>
                    <a:cubicBezTo>
                      <a:pt x="17070" y="25701"/>
                      <a:pt x="16341" y="24666"/>
                      <a:pt x="16012" y="23183"/>
                    </a:cubicBezTo>
                    <a:cubicBezTo>
                      <a:pt x="15512" y="21082"/>
                      <a:pt x="13310" y="18747"/>
                      <a:pt x="11008" y="15311"/>
                    </a:cubicBezTo>
                    <a:cubicBezTo>
                      <a:pt x="8806" y="12056"/>
                      <a:pt x="10635" y="9961"/>
                      <a:pt x="12082" y="9961"/>
                    </a:cubicBezTo>
                    <a:cubicBezTo>
                      <a:pt x="12148" y="9961"/>
                      <a:pt x="12212" y="9965"/>
                      <a:pt x="12276" y="9974"/>
                    </a:cubicBezTo>
                    <a:cubicBezTo>
                      <a:pt x="13777" y="10174"/>
                      <a:pt x="16913" y="15511"/>
                      <a:pt x="18113" y="18080"/>
                    </a:cubicBezTo>
                    <a:cubicBezTo>
                      <a:pt x="18922" y="19785"/>
                      <a:pt x="20749" y="20774"/>
                      <a:pt x="22137" y="20774"/>
                    </a:cubicBezTo>
                    <a:cubicBezTo>
                      <a:pt x="22866" y="20774"/>
                      <a:pt x="23475" y="20501"/>
                      <a:pt x="23751" y="19914"/>
                    </a:cubicBezTo>
                    <a:cubicBezTo>
                      <a:pt x="24551" y="18213"/>
                      <a:pt x="21916" y="15411"/>
                      <a:pt x="19715" y="14310"/>
                    </a:cubicBezTo>
                    <a:cubicBezTo>
                      <a:pt x="17480" y="13210"/>
                      <a:pt x="15278" y="12542"/>
                      <a:pt x="15445" y="10508"/>
                    </a:cubicBezTo>
                    <a:cubicBezTo>
                      <a:pt x="15530" y="9640"/>
                      <a:pt x="16301" y="9215"/>
                      <a:pt x="17370" y="9215"/>
                    </a:cubicBezTo>
                    <a:cubicBezTo>
                      <a:pt x="18807" y="9215"/>
                      <a:pt x="20781" y="9983"/>
                      <a:pt x="22350" y="11475"/>
                    </a:cubicBezTo>
                    <a:cubicBezTo>
                      <a:pt x="24995" y="14023"/>
                      <a:pt x="25924" y="16353"/>
                      <a:pt x="28728" y="16353"/>
                    </a:cubicBezTo>
                    <a:cubicBezTo>
                      <a:pt x="28823" y="16353"/>
                      <a:pt x="28921" y="16351"/>
                      <a:pt x="29021" y="16345"/>
                    </a:cubicBezTo>
                    <a:cubicBezTo>
                      <a:pt x="30796" y="16228"/>
                      <a:pt x="32264" y="15963"/>
                      <a:pt x="33917" y="15963"/>
                    </a:cubicBezTo>
                    <a:cubicBezTo>
                      <a:pt x="35090" y="15963"/>
                      <a:pt x="36357" y="16096"/>
                      <a:pt x="37894" y="16512"/>
                    </a:cubicBezTo>
                    <a:cubicBezTo>
                      <a:pt x="38762" y="16754"/>
                      <a:pt x="39568" y="16868"/>
                      <a:pt x="40282" y="16868"/>
                    </a:cubicBezTo>
                    <a:cubicBezTo>
                      <a:pt x="42614" y="16868"/>
                      <a:pt x="43970" y="15651"/>
                      <a:pt x="43331" y="13710"/>
                    </a:cubicBezTo>
                    <a:cubicBezTo>
                      <a:pt x="42928" y="12485"/>
                      <a:pt x="41583" y="12015"/>
                      <a:pt x="39829" y="12015"/>
                    </a:cubicBezTo>
                    <a:cubicBezTo>
                      <a:pt x="37954" y="12015"/>
                      <a:pt x="35612" y="12552"/>
                      <a:pt x="33458" y="13276"/>
                    </a:cubicBezTo>
                    <a:cubicBezTo>
                      <a:pt x="32561" y="13577"/>
                      <a:pt x="31763" y="13708"/>
                      <a:pt x="31074" y="13708"/>
                    </a:cubicBezTo>
                    <a:cubicBezTo>
                      <a:pt x="28560" y="13708"/>
                      <a:pt x="27497" y="11974"/>
                      <a:pt x="28387" y="10508"/>
                    </a:cubicBezTo>
                    <a:cubicBezTo>
                      <a:pt x="28830" y="9771"/>
                      <a:pt x="29719" y="9583"/>
                      <a:pt x="30773" y="9583"/>
                    </a:cubicBezTo>
                    <a:cubicBezTo>
                      <a:pt x="31871" y="9583"/>
                      <a:pt x="33148" y="9786"/>
                      <a:pt x="34288" y="9786"/>
                    </a:cubicBezTo>
                    <a:cubicBezTo>
                      <a:pt x="34779" y="9786"/>
                      <a:pt x="35245" y="9748"/>
                      <a:pt x="35659" y="9640"/>
                    </a:cubicBezTo>
                    <a:cubicBezTo>
                      <a:pt x="37735" y="9077"/>
                      <a:pt x="36990" y="7142"/>
                      <a:pt x="33258" y="7142"/>
                    </a:cubicBezTo>
                    <a:cubicBezTo>
                      <a:pt x="32793" y="7142"/>
                      <a:pt x="32282" y="7172"/>
                      <a:pt x="31723" y="7239"/>
                    </a:cubicBezTo>
                    <a:cubicBezTo>
                      <a:pt x="28038" y="7678"/>
                      <a:pt x="26174" y="9635"/>
                      <a:pt x="24381" y="9635"/>
                    </a:cubicBezTo>
                    <a:cubicBezTo>
                      <a:pt x="23723" y="9635"/>
                      <a:pt x="23075" y="9371"/>
                      <a:pt x="22350" y="8673"/>
                    </a:cubicBezTo>
                    <a:cubicBezTo>
                      <a:pt x="19648" y="6104"/>
                      <a:pt x="18213" y="2869"/>
                      <a:pt x="129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41"/>
              <p:cNvSpPr/>
              <p:nvPr/>
            </p:nvSpPr>
            <p:spPr>
              <a:xfrm>
                <a:off x="3879600" y="2930050"/>
                <a:ext cx="942675" cy="691225"/>
              </a:xfrm>
              <a:custGeom>
                <a:rect b="b" l="l" r="r" t="t"/>
                <a:pathLst>
                  <a:path extrusionOk="0" h="27649" w="37707">
                    <a:moveTo>
                      <a:pt x="6739" y="0"/>
                    </a:moveTo>
                    <a:cubicBezTo>
                      <a:pt x="6739" y="0"/>
                      <a:pt x="4304" y="2102"/>
                      <a:pt x="5638" y="3136"/>
                    </a:cubicBezTo>
                    <a:cubicBezTo>
                      <a:pt x="6972" y="4170"/>
                      <a:pt x="6639" y="7105"/>
                      <a:pt x="3570" y="8673"/>
                    </a:cubicBezTo>
                    <a:cubicBezTo>
                      <a:pt x="468" y="10241"/>
                      <a:pt x="1" y="13176"/>
                      <a:pt x="2302" y="13843"/>
                    </a:cubicBezTo>
                    <a:cubicBezTo>
                      <a:pt x="2505" y="13899"/>
                      <a:pt x="2690" y="13924"/>
                      <a:pt x="2861" y="13924"/>
                    </a:cubicBezTo>
                    <a:cubicBezTo>
                      <a:pt x="4551" y="13924"/>
                      <a:pt x="4851" y="11456"/>
                      <a:pt x="6425" y="11456"/>
                    </a:cubicBezTo>
                    <a:cubicBezTo>
                      <a:pt x="6504" y="11456"/>
                      <a:pt x="6586" y="11462"/>
                      <a:pt x="6672" y="11475"/>
                    </a:cubicBezTo>
                    <a:cubicBezTo>
                      <a:pt x="8540" y="11809"/>
                      <a:pt x="7773" y="14877"/>
                      <a:pt x="6339" y="17746"/>
                    </a:cubicBezTo>
                    <a:cubicBezTo>
                      <a:pt x="6515" y="17818"/>
                      <a:pt x="6716" y="17850"/>
                      <a:pt x="6933" y="17850"/>
                    </a:cubicBezTo>
                    <a:cubicBezTo>
                      <a:pt x="7824" y="17850"/>
                      <a:pt x="8990" y="17309"/>
                      <a:pt x="9875" y="16745"/>
                    </a:cubicBezTo>
                    <a:cubicBezTo>
                      <a:pt x="10105" y="16599"/>
                      <a:pt x="10327" y="16531"/>
                      <a:pt x="10541" y="16531"/>
                    </a:cubicBezTo>
                    <a:cubicBezTo>
                      <a:pt x="12030" y="16531"/>
                      <a:pt x="13123" y="19816"/>
                      <a:pt x="13911" y="22616"/>
                    </a:cubicBezTo>
                    <a:cubicBezTo>
                      <a:pt x="14845" y="25852"/>
                      <a:pt x="16513" y="26686"/>
                      <a:pt x="18114" y="27520"/>
                    </a:cubicBezTo>
                    <a:cubicBezTo>
                      <a:pt x="18284" y="27609"/>
                      <a:pt x="18455" y="27649"/>
                      <a:pt x="18629" y="27649"/>
                    </a:cubicBezTo>
                    <a:cubicBezTo>
                      <a:pt x="19172" y="27649"/>
                      <a:pt x="19734" y="27258"/>
                      <a:pt x="20315" y="26753"/>
                    </a:cubicBezTo>
                    <a:cubicBezTo>
                      <a:pt x="20515" y="26352"/>
                      <a:pt x="20882" y="26052"/>
                      <a:pt x="21283" y="25885"/>
                    </a:cubicBezTo>
                    <a:cubicBezTo>
                      <a:pt x="21983" y="25285"/>
                      <a:pt x="22717" y="24718"/>
                      <a:pt x="23518" y="24584"/>
                    </a:cubicBezTo>
                    <a:cubicBezTo>
                      <a:pt x="25119" y="24284"/>
                      <a:pt x="25953" y="23684"/>
                      <a:pt x="26987" y="22149"/>
                    </a:cubicBezTo>
                    <a:cubicBezTo>
                      <a:pt x="26766" y="22034"/>
                      <a:pt x="26504" y="21983"/>
                      <a:pt x="26213" y="21983"/>
                    </a:cubicBezTo>
                    <a:cubicBezTo>
                      <a:pt x="24390" y="21983"/>
                      <a:pt x="21387" y="23997"/>
                      <a:pt x="19748" y="25118"/>
                    </a:cubicBezTo>
                    <a:cubicBezTo>
                      <a:pt x="19159" y="25521"/>
                      <a:pt x="18628" y="25701"/>
                      <a:pt x="18160" y="25701"/>
                    </a:cubicBezTo>
                    <a:cubicBezTo>
                      <a:pt x="17039" y="25701"/>
                      <a:pt x="16285" y="24666"/>
                      <a:pt x="15979" y="23183"/>
                    </a:cubicBezTo>
                    <a:cubicBezTo>
                      <a:pt x="15545" y="21082"/>
                      <a:pt x="13310" y="18747"/>
                      <a:pt x="10975" y="15311"/>
                    </a:cubicBezTo>
                    <a:cubicBezTo>
                      <a:pt x="8741" y="12056"/>
                      <a:pt x="10629" y="9961"/>
                      <a:pt x="12082" y="9961"/>
                    </a:cubicBezTo>
                    <a:cubicBezTo>
                      <a:pt x="12148" y="9961"/>
                      <a:pt x="12213" y="9965"/>
                      <a:pt x="12276" y="9974"/>
                    </a:cubicBezTo>
                    <a:cubicBezTo>
                      <a:pt x="13744" y="10141"/>
                      <a:pt x="16880" y="15511"/>
                      <a:pt x="18114" y="18080"/>
                    </a:cubicBezTo>
                    <a:cubicBezTo>
                      <a:pt x="18714" y="19314"/>
                      <a:pt x="19815" y="20248"/>
                      <a:pt x="21149" y="20615"/>
                    </a:cubicBezTo>
                    <a:cubicBezTo>
                      <a:pt x="20916" y="20014"/>
                      <a:pt x="20916" y="19347"/>
                      <a:pt x="21149" y="18747"/>
                    </a:cubicBezTo>
                    <a:cubicBezTo>
                      <a:pt x="21816" y="16512"/>
                      <a:pt x="19648" y="16078"/>
                      <a:pt x="16513" y="13210"/>
                    </a:cubicBezTo>
                    <a:cubicBezTo>
                      <a:pt x="13344" y="10374"/>
                      <a:pt x="15946" y="9240"/>
                      <a:pt x="16212" y="7872"/>
                    </a:cubicBezTo>
                    <a:cubicBezTo>
                      <a:pt x="16294" y="7510"/>
                      <a:pt x="16481" y="7362"/>
                      <a:pt x="16768" y="7362"/>
                    </a:cubicBezTo>
                    <a:cubicBezTo>
                      <a:pt x="17540" y="7362"/>
                      <a:pt x="19035" y="8432"/>
                      <a:pt x="21149" y="9307"/>
                    </a:cubicBezTo>
                    <a:cubicBezTo>
                      <a:pt x="23223" y="10199"/>
                      <a:pt x="23972" y="11597"/>
                      <a:pt x="24581" y="11597"/>
                    </a:cubicBezTo>
                    <a:cubicBezTo>
                      <a:pt x="24814" y="11597"/>
                      <a:pt x="25027" y="11392"/>
                      <a:pt x="25286" y="10875"/>
                    </a:cubicBezTo>
                    <a:cubicBezTo>
                      <a:pt x="25614" y="10236"/>
                      <a:pt x="26100" y="10002"/>
                      <a:pt x="26768" y="10002"/>
                    </a:cubicBezTo>
                    <a:cubicBezTo>
                      <a:pt x="27253" y="10002"/>
                      <a:pt x="27834" y="10125"/>
                      <a:pt x="28521" y="10307"/>
                    </a:cubicBezTo>
                    <a:cubicBezTo>
                      <a:pt x="28989" y="9738"/>
                      <a:pt x="29813" y="9586"/>
                      <a:pt x="30775" y="9586"/>
                    </a:cubicBezTo>
                    <a:cubicBezTo>
                      <a:pt x="31873" y="9586"/>
                      <a:pt x="33152" y="9784"/>
                      <a:pt x="34288" y="9784"/>
                    </a:cubicBezTo>
                    <a:cubicBezTo>
                      <a:pt x="34781" y="9784"/>
                      <a:pt x="35247" y="9747"/>
                      <a:pt x="35660" y="9640"/>
                    </a:cubicBezTo>
                    <a:cubicBezTo>
                      <a:pt x="37706" y="9077"/>
                      <a:pt x="36984" y="7142"/>
                      <a:pt x="33258" y="7142"/>
                    </a:cubicBezTo>
                    <a:cubicBezTo>
                      <a:pt x="32793" y="7142"/>
                      <a:pt x="32282" y="7172"/>
                      <a:pt x="31723" y="7239"/>
                    </a:cubicBezTo>
                    <a:cubicBezTo>
                      <a:pt x="28011" y="7678"/>
                      <a:pt x="26158" y="9620"/>
                      <a:pt x="24371" y="9620"/>
                    </a:cubicBezTo>
                    <a:cubicBezTo>
                      <a:pt x="23718" y="9620"/>
                      <a:pt x="23074" y="9361"/>
                      <a:pt x="22350" y="8673"/>
                    </a:cubicBezTo>
                    <a:cubicBezTo>
                      <a:pt x="19615" y="6104"/>
                      <a:pt x="18214" y="2835"/>
                      <a:pt x="129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" name="Google Shape;439;p41"/>
            <p:cNvSpPr/>
            <p:nvPr/>
          </p:nvSpPr>
          <p:spPr>
            <a:xfrm flipH="1">
              <a:off x="-222962" y="4258759"/>
              <a:ext cx="1222207" cy="927311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" name="Google Shape;440;p41"/>
            <p:cNvGrpSpPr/>
            <p:nvPr/>
          </p:nvGrpSpPr>
          <p:grpSpPr>
            <a:xfrm flipH="1" rot="-8398173">
              <a:off x="-356673" y="4231441"/>
              <a:ext cx="2239700" cy="658053"/>
              <a:chOff x="8674525" y="3553425"/>
              <a:chExt cx="2514950" cy="738925"/>
            </a:xfrm>
          </p:grpSpPr>
          <p:sp>
            <p:nvSpPr>
              <p:cNvPr id="441" name="Google Shape;441;p41"/>
              <p:cNvSpPr/>
              <p:nvPr/>
            </p:nvSpPr>
            <p:spPr>
              <a:xfrm>
                <a:off x="9513875" y="3562600"/>
                <a:ext cx="1199925" cy="590600"/>
              </a:xfrm>
              <a:custGeom>
                <a:rect b="b" l="l" r="r" t="t"/>
                <a:pathLst>
                  <a:path extrusionOk="0" h="23624" w="47997">
                    <a:moveTo>
                      <a:pt x="14770" y="0"/>
                    </a:moveTo>
                    <a:cubicBezTo>
                      <a:pt x="8133" y="0"/>
                      <a:pt x="0" y="3063"/>
                      <a:pt x="3041" y="5363"/>
                    </a:cubicBezTo>
                    <a:cubicBezTo>
                      <a:pt x="3763" y="5910"/>
                      <a:pt x="4686" y="6108"/>
                      <a:pt x="5732" y="6108"/>
                    </a:cubicBezTo>
                    <a:cubicBezTo>
                      <a:pt x="8462" y="6108"/>
                      <a:pt x="12028" y="4761"/>
                      <a:pt x="15051" y="4761"/>
                    </a:cubicBezTo>
                    <a:cubicBezTo>
                      <a:pt x="16102" y="4761"/>
                      <a:pt x="17088" y="4924"/>
                      <a:pt x="17950" y="5363"/>
                    </a:cubicBezTo>
                    <a:cubicBezTo>
                      <a:pt x="22238" y="7550"/>
                      <a:pt x="22636" y="11554"/>
                      <a:pt x="28514" y="12633"/>
                    </a:cubicBezTo>
                    <a:cubicBezTo>
                      <a:pt x="29468" y="12804"/>
                      <a:pt x="30368" y="12868"/>
                      <a:pt x="31222" y="12868"/>
                    </a:cubicBezTo>
                    <a:cubicBezTo>
                      <a:pt x="33844" y="12868"/>
                      <a:pt x="36024" y="12261"/>
                      <a:pt x="37966" y="12261"/>
                    </a:cubicBezTo>
                    <a:cubicBezTo>
                      <a:pt x="39287" y="12261"/>
                      <a:pt x="40498" y="12542"/>
                      <a:pt x="41663" y="13485"/>
                    </a:cubicBezTo>
                    <a:cubicBezTo>
                      <a:pt x="43821" y="15218"/>
                      <a:pt x="44191" y="18398"/>
                      <a:pt x="47996" y="23624"/>
                    </a:cubicBezTo>
                    <a:cubicBezTo>
                      <a:pt x="45809" y="17717"/>
                      <a:pt x="46292" y="11554"/>
                      <a:pt x="40470" y="9027"/>
                    </a:cubicBezTo>
                    <a:cubicBezTo>
                      <a:pt x="38993" y="8378"/>
                      <a:pt x="37874" y="8152"/>
                      <a:pt x="36946" y="8152"/>
                    </a:cubicBezTo>
                    <a:cubicBezTo>
                      <a:pt x="34808" y="8152"/>
                      <a:pt x="33683" y="9352"/>
                      <a:pt x="31523" y="9352"/>
                    </a:cubicBezTo>
                    <a:cubicBezTo>
                      <a:pt x="30926" y="9352"/>
                      <a:pt x="30250" y="9261"/>
                      <a:pt x="29452" y="9027"/>
                    </a:cubicBezTo>
                    <a:cubicBezTo>
                      <a:pt x="24482" y="7550"/>
                      <a:pt x="23033" y="592"/>
                      <a:pt x="16218" y="53"/>
                    </a:cubicBezTo>
                    <a:cubicBezTo>
                      <a:pt x="15747" y="17"/>
                      <a:pt x="15262" y="0"/>
                      <a:pt x="147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41"/>
              <p:cNvSpPr/>
              <p:nvPr/>
            </p:nvSpPr>
            <p:spPr>
              <a:xfrm>
                <a:off x="9858975" y="4039550"/>
                <a:ext cx="854825" cy="249475"/>
              </a:xfrm>
              <a:custGeom>
                <a:rect b="b" l="l" r="r" t="t"/>
                <a:pathLst>
                  <a:path extrusionOk="0" h="9979" w="34193">
                    <a:moveTo>
                      <a:pt x="18678" y="1"/>
                    </a:moveTo>
                    <a:cubicBezTo>
                      <a:pt x="15005" y="1"/>
                      <a:pt x="10976" y="836"/>
                      <a:pt x="6816" y="3211"/>
                    </a:cubicBezTo>
                    <a:cubicBezTo>
                      <a:pt x="1205" y="6388"/>
                      <a:pt x="0" y="9978"/>
                      <a:pt x="3787" y="9978"/>
                    </a:cubicBezTo>
                    <a:cubicBezTo>
                      <a:pt x="4333" y="9978"/>
                      <a:pt x="4982" y="9904"/>
                      <a:pt x="5736" y="9743"/>
                    </a:cubicBezTo>
                    <a:cubicBezTo>
                      <a:pt x="11757" y="8465"/>
                      <a:pt x="12836" y="5966"/>
                      <a:pt x="16698" y="4546"/>
                    </a:cubicBezTo>
                    <a:cubicBezTo>
                      <a:pt x="18889" y="3746"/>
                      <a:pt x="20269" y="3073"/>
                      <a:pt x="23247" y="3073"/>
                    </a:cubicBezTo>
                    <a:cubicBezTo>
                      <a:pt x="25558" y="3073"/>
                      <a:pt x="28831" y="3478"/>
                      <a:pt x="34192" y="4546"/>
                    </a:cubicBezTo>
                    <a:cubicBezTo>
                      <a:pt x="34192" y="4546"/>
                      <a:pt x="29307" y="1734"/>
                      <a:pt x="24309" y="627"/>
                    </a:cubicBezTo>
                    <a:cubicBezTo>
                      <a:pt x="22561" y="247"/>
                      <a:pt x="20672" y="1"/>
                      <a:pt x="186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41"/>
              <p:cNvSpPr/>
              <p:nvPr/>
            </p:nvSpPr>
            <p:spPr>
              <a:xfrm>
                <a:off x="8899075" y="3553425"/>
                <a:ext cx="1327675" cy="473200"/>
              </a:xfrm>
              <a:custGeom>
                <a:rect b="b" l="l" r="r" t="t"/>
                <a:pathLst>
                  <a:path extrusionOk="0" h="18928" w="53107">
                    <a:moveTo>
                      <a:pt x="7686" y="1"/>
                    </a:moveTo>
                    <a:cubicBezTo>
                      <a:pt x="6786" y="1"/>
                      <a:pt x="5921" y="116"/>
                      <a:pt x="5112" y="363"/>
                    </a:cubicBezTo>
                    <a:cubicBezTo>
                      <a:pt x="0" y="1925"/>
                      <a:pt x="6220" y="5247"/>
                      <a:pt x="14853" y="8542"/>
                    </a:cubicBezTo>
                    <a:cubicBezTo>
                      <a:pt x="23458" y="11836"/>
                      <a:pt x="23856" y="16351"/>
                      <a:pt x="28967" y="18368"/>
                    </a:cubicBezTo>
                    <a:cubicBezTo>
                      <a:pt x="29993" y="18766"/>
                      <a:pt x="31059" y="18928"/>
                      <a:pt x="32150" y="18928"/>
                    </a:cubicBezTo>
                    <a:cubicBezTo>
                      <a:pt x="36497" y="18928"/>
                      <a:pt x="41233" y="16368"/>
                      <a:pt x="45297" y="16096"/>
                    </a:cubicBezTo>
                    <a:cubicBezTo>
                      <a:pt x="46911" y="15988"/>
                      <a:pt x="48285" y="15951"/>
                      <a:pt x="49408" y="15951"/>
                    </a:cubicBezTo>
                    <a:cubicBezTo>
                      <a:pt x="51843" y="15951"/>
                      <a:pt x="53106" y="16124"/>
                      <a:pt x="53106" y="16124"/>
                    </a:cubicBezTo>
                    <a:cubicBezTo>
                      <a:pt x="50460" y="15050"/>
                      <a:pt x="47877" y="14687"/>
                      <a:pt x="45244" y="14687"/>
                    </a:cubicBezTo>
                    <a:cubicBezTo>
                      <a:pt x="42310" y="14687"/>
                      <a:pt x="39313" y="15137"/>
                      <a:pt x="36095" y="15556"/>
                    </a:cubicBezTo>
                    <a:cubicBezTo>
                      <a:pt x="35628" y="15617"/>
                      <a:pt x="35173" y="15646"/>
                      <a:pt x="34731" y="15646"/>
                    </a:cubicBezTo>
                    <a:cubicBezTo>
                      <a:pt x="29400" y="15646"/>
                      <a:pt x="25827" y="11398"/>
                      <a:pt x="21868" y="7150"/>
                    </a:cubicBezTo>
                    <a:cubicBezTo>
                      <a:pt x="18258" y="3254"/>
                      <a:pt x="12475" y="1"/>
                      <a:pt x="76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41"/>
              <p:cNvSpPr/>
              <p:nvPr/>
            </p:nvSpPr>
            <p:spPr>
              <a:xfrm>
                <a:off x="8674525" y="3842775"/>
                <a:ext cx="853600" cy="238150"/>
              </a:xfrm>
              <a:custGeom>
                <a:rect b="b" l="l" r="r" t="t"/>
                <a:pathLst>
                  <a:path extrusionOk="0" h="9526" w="34144">
                    <a:moveTo>
                      <a:pt x="9414" y="1"/>
                    </a:moveTo>
                    <a:cubicBezTo>
                      <a:pt x="4875" y="1"/>
                      <a:pt x="954" y="1081"/>
                      <a:pt x="378" y="3585"/>
                    </a:cubicBezTo>
                    <a:cubicBezTo>
                      <a:pt x="1" y="5220"/>
                      <a:pt x="978" y="5718"/>
                      <a:pt x="2724" y="5718"/>
                    </a:cubicBezTo>
                    <a:cubicBezTo>
                      <a:pt x="5441" y="5718"/>
                      <a:pt x="10020" y="4511"/>
                      <a:pt x="14252" y="4511"/>
                    </a:cubicBezTo>
                    <a:cubicBezTo>
                      <a:pt x="14475" y="4511"/>
                      <a:pt x="14697" y="4515"/>
                      <a:pt x="14918" y="4522"/>
                    </a:cubicBezTo>
                    <a:cubicBezTo>
                      <a:pt x="21795" y="4745"/>
                      <a:pt x="26597" y="9526"/>
                      <a:pt x="33714" y="9526"/>
                    </a:cubicBezTo>
                    <a:cubicBezTo>
                      <a:pt x="33857" y="9526"/>
                      <a:pt x="34000" y="9524"/>
                      <a:pt x="34144" y="9520"/>
                    </a:cubicBezTo>
                    <a:cubicBezTo>
                      <a:pt x="27697" y="6794"/>
                      <a:pt x="26135" y="3982"/>
                      <a:pt x="19206" y="1568"/>
                    </a:cubicBezTo>
                    <a:cubicBezTo>
                      <a:pt x="16308" y="567"/>
                      <a:pt x="12699" y="1"/>
                      <a:pt x="94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41"/>
              <p:cNvSpPr/>
              <p:nvPr/>
            </p:nvSpPr>
            <p:spPr>
              <a:xfrm>
                <a:off x="9589875" y="3583775"/>
                <a:ext cx="1123925" cy="694375"/>
              </a:xfrm>
              <a:custGeom>
                <a:rect b="b" l="l" r="r" t="t"/>
                <a:pathLst>
                  <a:path extrusionOk="0" fill="none" h="27775" w="44957">
                    <a:moveTo>
                      <a:pt x="1" y="4516"/>
                    </a:moveTo>
                    <a:cubicBezTo>
                      <a:pt x="11275" y="910"/>
                      <a:pt x="14967" y="1"/>
                      <a:pt x="19283" y="5027"/>
                    </a:cubicBezTo>
                    <a:cubicBezTo>
                      <a:pt x="23600" y="10026"/>
                      <a:pt x="26014" y="11304"/>
                      <a:pt x="31722" y="9742"/>
                    </a:cubicBezTo>
                    <a:cubicBezTo>
                      <a:pt x="37402" y="8151"/>
                      <a:pt x="40639" y="10821"/>
                      <a:pt x="41946" y="14882"/>
                    </a:cubicBezTo>
                    <a:cubicBezTo>
                      <a:pt x="43224" y="18971"/>
                      <a:pt x="44956" y="22777"/>
                      <a:pt x="44956" y="22777"/>
                    </a:cubicBezTo>
                    <a:cubicBezTo>
                      <a:pt x="44956" y="22777"/>
                      <a:pt x="37913" y="18687"/>
                      <a:pt x="31097" y="19880"/>
                    </a:cubicBezTo>
                    <a:cubicBezTo>
                      <a:pt x="24282" y="21073"/>
                      <a:pt x="16216" y="25361"/>
                      <a:pt x="12780" y="2777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41"/>
              <p:cNvSpPr/>
              <p:nvPr/>
            </p:nvSpPr>
            <p:spPr>
              <a:xfrm>
                <a:off x="8980725" y="3598700"/>
                <a:ext cx="1246025" cy="411100"/>
              </a:xfrm>
              <a:custGeom>
                <a:rect b="b" l="l" r="r" t="t"/>
                <a:pathLst>
                  <a:path extrusionOk="0" fill="none" h="16444" w="49841">
                    <a:moveTo>
                      <a:pt x="0" y="0"/>
                    </a:moveTo>
                    <a:cubicBezTo>
                      <a:pt x="8577" y="511"/>
                      <a:pt x="14086" y="2783"/>
                      <a:pt x="18488" y="7668"/>
                    </a:cubicBezTo>
                    <a:cubicBezTo>
                      <a:pt x="22890" y="12553"/>
                      <a:pt x="25332" y="16443"/>
                      <a:pt x="31182" y="15534"/>
                    </a:cubicBezTo>
                    <a:cubicBezTo>
                      <a:pt x="37033" y="14626"/>
                      <a:pt x="44984" y="12638"/>
                      <a:pt x="49840" y="1428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41"/>
              <p:cNvSpPr/>
              <p:nvPr/>
            </p:nvSpPr>
            <p:spPr>
              <a:xfrm>
                <a:off x="8682525" y="3877700"/>
                <a:ext cx="817925" cy="196700"/>
              </a:xfrm>
              <a:custGeom>
                <a:rect b="b" l="l" r="r" t="t"/>
                <a:pathLst>
                  <a:path extrusionOk="0" fill="none" h="7868" w="32717">
                    <a:moveTo>
                      <a:pt x="1" y="3125"/>
                    </a:moveTo>
                    <a:cubicBezTo>
                      <a:pt x="8577" y="86"/>
                      <a:pt x="16501" y="1"/>
                      <a:pt x="22095" y="2898"/>
                    </a:cubicBezTo>
                    <a:cubicBezTo>
                      <a:pt x="27718" y="5794"/>
                      <a:pt x="29024" y="7498"/>
                      <a:pt x="32716" y="786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41"/>
              <p:cNvSpPr/>
              <p:nvPr/>
            </p:nvSpPr>
            <p:spPr>
              <a:xfrm>
                <a:off x="9408125" y="3898300"/>
                <a:ext cx="1781350" cy="394050"/>
              </a:xfrm>
              <a:custGeom>
                <a:rect b="b" l="l" r="r" t="t"/>
                <a:pathLst>
                  <a:path extrusionOk="0" fill="none" h="15762" w="71254">
                    <a:moveTo>
                      <a:pt x="0" y="5084"/>
                    </a:moveTo>
                    <a:cubicBezTo>
                      <a:pt x="9088" y="10962"/>
                      <a:pt x="15961" y="7753"/>
                      <a:pt x="25503" y="3863"/>
                    </a:cubicBezTo>
                    <a:cubicBezTo>
                      <a:pt x="35016" y="1"/>
                      <a:pt x="41832" y="4062"/>
                      <a:pt x="48932" y="8321"/>
                    </a:cubicBezTo>
                    <a:cubicBezTo>
                      <a:pt x="56032" y="12553"/>
                      <a:pt x="62961" y="15762"/>
                      <a:pt x="71253" y="15364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41"/>
            <p:cNvGrpSpPr/>
            <p:nvPr/>
          </p:nvGrpSpPr>
          <p:grpSpPr>
            <a:xfrm rot="-900020">
              <a:off x="7897413" y="4214493"/>
              <a:ext cx="1342410" cy="789553"/>
              <a:chOff x="11944150" y="3369375"/>
              <a:chExt cx="1586525" cy="933025"/>
            </a:xfrm>
          </p:grpSpPr>
          <p:sp>
            <p:nvSpPr>
              <p:cNvPr id="450" name="Google Shape;450;p41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41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41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41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41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41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41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41"/>
            <p:cNvGrpSpPr/>
            <p:nvPr/>
          </p:nvGrpSpPr>
          <p:grpSpPr>
            <a:xfrm rot="10800000">
              <a:off x="-93619" y="-17126"/>
              <a:ext cx="1443262" cy="848773"/>
              <a:chOff x="11944150" y="3369375"/>
              <a:chExt cx="1586525" cy="933025"/>
            </a:xfrm>
          </p:grpSpPr>
          <p:sp>
            <p:nvSpPr>
              <p:cNvPr id="458" name="Google Shape;458;p41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41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41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41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41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41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41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41"/>
            <p:cNvGrpSpPr/>
            <p:nvPr/>
          </p:nvGrpSpPr>
          <p:grpSpPr>
            <a:xfrm flipH="1" rot="10800000">
              <a:off x="7189302" y="-24967"/>
              <a:ext cx="2127899" cy="625204"/>
              <a:chOff x="8674525" y="3553425"/>
              <a:chExt cx="2514950" cy="738925"/>
            </a:xfrm>
          </p:grpSpPr>
          <p:sp>
            <p:nvSpPr>
              <p:cNvPr id="466" name="Google Shape;466;p41"/>
              <p:cNvSpPr/>
              <p:nvPr/>
            </p:nvSpPr>
            <p:spPr>
              <a:xfrm>
                <a:off x="9513875" y="3562600"/>
                <a:ext cx="1199925" cy="590600"/>
              </a:xfrm>
              <a:custGeom>
                <a:rect b="b" l="l" r="r" t="t"/>
                <a:pathLst>
                  <a:path extrusionOk="0" h="23624" w="47997">
                    <a:moveTo>
                      <a:pt x="14770" y="0"/>
                    </a:moveTo>
                    <a:cubicBezTo>
                      <a:pt x="8133" y="0"/>
                      <a:pt x="0" y="3063"/>
                      <a:pt x="3041" y="5363"/>
                    </a:cubicBezTo>
                    <a:cubicBezTo>
                      <a:pt x="3763" y="5910"/>
                      <a:pt x="4686" y="6108"/>
                      <a:pt x="5732" y="6108"/>
                    </a:cubicBezTo>
                    <a:cubicBezTo>
                      <a:pt x="8462" y="6108"/>
                      <a:pt x="12028" y="4761"/>
                      <a:pt x="15051" y="4761"/>
                    </a:cubicBezTo>
                    <a:cubicBezTo>
                      <a:pt x="16102" y="4761"/>
                      <a:pt x="17088" y="4924"/>
                      <a:pt x="17950" y="5363"/>
                    </a:cubicBezTo>
                    <a:cubicBezTo>
                      <a:pt x="22238" y="7550"/>
                      <a:pt x="22636" y="11554"/>
                      <a:pt x="28514" y="12633"/>
                    </a:cubicBezTo>
                    <a:cubicBezTo>
                      <a:pt x="29468" y="12804"/>
                      <a:pt x="30368" y="12868"/>
                      <a:pt x="31222" y="12868"/>
                    </a:cubicBezTo>
                    <a:cubicBezTo>
                      <a:pt x="33844" y="12868"/>
                      <a:pt x="36024" y="12261"/>
                      <a:pt x="37966" y="12261"/>
                    </a:cubicBezTo>
                    <a:cubicBezTo>
                      <a:pt x="39287" y="12261"/>
                      <a:pt x="40498" y="12542"/>
                      <a:pt x="41663" y="13485"/>
                    </a:cubicBezTo>
                    <a:cubicBezTo>
                      <a:pt x="43821" y="15218"/>
                      <a:pt x="44191" y="18398"/>
                      <a:pt x="47996" y="23624"/>
                    </a:cubicBezTo>
                    <a:cubicBezTo>
                      <a:pt x="45809" y="17717"/>
                      <a:pt x="46292" y="11554"/>
                      <a:pt x="40470" y="9027"/>
                    </a:cubicBezTo>
                    <a:cubicBezTo>
                      <a:pt x="38993" y="8378"/>
                      <a:pt x="37874" y="8152"/>
                      <a:pt x="36946" y="8152"/>
                    </a:cubicBezTo>
                    <a:cubicBezTo>
                      <a:pt x="34808" y="8152"/>
                      <a:pt x="33683" y="9352"/>
                      <a:pt x="31523" y="9352"/>
                    </a:cubicBezTo>
                    <a:cubicBezTo>
                      <a:pt x="30926" y="9352"/>
                      <a:pt x="30250" y="9261"/>
                      <a:pt x="29452" y="9027"/>
                    </a:cubicBezTo>
                    <a:cubicBezTo>
                      <a:pt x="24482" y="7550"/>
                      <a:pt x="23033" y="592"/>
                      <a:pt x="16218" y="53"/>
                    </a:cubicBezTo>
                    <a:cubicBezTo>
                      <a:pt x="15747" y="17"/>
                      <a:pt x="15262" y="0"/>
                      <a:pt x="147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41"/>
              <p:cNvSpPr/>
              <p:nvPr/>
            </p:nvSpPr>
            <p:spPr>
              <a:xfrm>
                <a:off x="9858975" y="4039550"/>
                <a:ext cx="854825" cy="249475"/>
              </a:xfrm>
              <a:custGeom>
                <a:rect b="b" l="l" r="r" t="t"/>
                <a:pathLst>
                  <a:path extrusionOk="0" h="9979" w="34193">
                    <a:moveTo>
                      <a:pt x="18678" y="1"/>
                    </a:moveTo>
                    <a:cubicBezTo>
                      <a:pt x="15005" y="1"/>
                      <a:pt x="10976" y="836"/>
                      <a:pt x="6816" y="3211"/>
                    </a:cubicBezTo>
                    <a:cubicBezTo>
                      <a:pt x="1205" y="6388"/>
                      <a:pt x="0" y="9978"/>
                      <a:pt x="3787" y="9978"/>
                    </a:cubicBezTo>
                    <a:cubicBezTo>
                      <a:pt x="4333" y="9978"/>
                      <a:pt x="4982" y="9904"/>
                      <a:pt x="5736" y="9743"/>
                    </a:cubicBezTo>
                    <a:cubicBezTo>
                      <a:pt x="11757" y="8465"/>
                      <a:pt x="12836" y="5966"/>
                      <a:pt x="16698" y="4546"/>
                    </a:cubicBezTo>
                    <a:cubicBezTo>
                      <a:pt x="18889" y="3746"/>
                      <a:pt x="20269" y="3073"/>
                      <a:pt x="23247" y="3073"/>
                    </a:cubicBezTo>
                    <a:cubicBezTo>
                      <a:pt x="25558" y="3073"/>
                      <a:pt x="28831" y="3478"/>
                      <a:pt x="34192" y="4546"/>
                    </a:cubicBezTo>
                    <a:cubicBezTo>
                      <a:pt x="34192" y="4546"/>
                      <a:pt x="29307" y="1734"/>
                      <a:pt x="24309" y="627"/>
                    </a:cubicBezTo>
                    <a:cubicBezTo>
                      <a:pt x="22561" y="247"/>
                      <a:pt x="20672" y="1"/>
                      <a:pt x="186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41"/>
              <p:cNvSpPr/>
              <p:nvPr/>
            </p:nvSpPr>
            <p:spPr>
              <a:xfrm>
                <a:off x="8899075" y="3553425"/>
                <a:ext cx="1327675" cy="473200"/>
              </a:xfrm>
              <a:custGeom>
                <a:rect b="b" l="l" r="r" t="t"/>
                <a:pathLst>
                  <a:path extrusionOk="0" h="18928" w="53107">
                    <a:moveTo>
                      <a:pt x="7686" y="1"/>
                    </a:moveTo>
                    <a:cubicBezTo>
                      <a:pt x="6786" y="1"/>
                      <a:pt x="5921" y="116"/>
                      <a:pt x="5112" y="363"/>
                    </a:cubicBezTo>
                    <a:cubicBezTo>
                      <a:pt x="0" y="1925"/>
                      <a:pt x="6220" y="5247"/>
                      <a:pt x="14853" y="8542"/>
                    </a:cubicBezTo>
                    <a:cubicBezTo>
                      <a:pt x="23458" y="11836"/>
                      <a:pt x="23856" y="16351"/>
                      <a:pt x="28967" y="18368"/>
                    </a:cubicBezTo>
                    <a:cubicBezTo>
                      <a:pt x="29993" y="18766"/>
                      <a:pt x="31059" y="18928"/>
                      <a:pt x="32150" y="18928"/>
                    </a:cubicBezTo>
                    <a:cubicBezTo>
                      <a:pt x="36497" y="18928"/>
                      <a:pt x="41233" y="16368"/>
                      <a:pt x="45297" y="16096"/>
                    </a:cubicBezTo>
                    <a:cubicBezTo>
                      <a:pt x="46911" y="15988"/>
                      <a:pt x="48285" y="15951"/>
                      <a:pt x="49408" y="15951"/>
                    </a:cubicBezTo>
                    <a:cubicBezTo>
                      <a:pt x="51843" y="15951"/>
                      <a:pt x="53106" y="16124"/>
                      <a:pt x="53106" y="16124"/>
                    </a:cubicBezTo>
                    <a:cubicBezTo>
                      <a:pt x="50460" y="15050"/>
                      <a:pt x="47877" y="14687"/>
                      <a:pt x="45244" y="14687"/>
                    </a:cubicBezTo>
                    <a:cubicBezTo>
                      <a:pt x="42310" y="14687"/>
                      <a:pt x="39313" y="15137"/>
                      <a:pt x="36095" y="15556"/>
                    </a:cubicBezTo>
                    <a:cubicBezTo>
                      <a:pt x="35628" y="15617"/>
                      <a:pt x="35173" y="15646"/>
                      <a:pt x="34731" y="15646"/>
                    </a:cubicBezTo>
                    <a:cubicBezTo>
                      <a:pt x="29400" y="15646"/>
                      <a:pt x="25827" y="11398"/>
                      <a:pt x="21868" y="7150"/>
                    </a:cubicBezTo>
                    <a:cubicBezTo>
                      <a:pt x="18258" y="3254"/>
                      <a:pt x="12475" y="1"/>
                      <a:pt x="76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41"/>
              <p:cNvSpPr/>
              <p:nvPr/>
            </p:nvSpPr>
            <p:spPr>
              <a:xfrm>
                <a:off x="8674525" y="3842775"/>
                <a:ext cx="853600" cy="238150"/>
              </a:xfrm>
              <a:custGeom>
                <a:rect b="b" l="l" r="r" t="t"/>
                <a:pathLst>
                  <a:path extrusionOk="0" h="9526" w="34144">
                    <a:moveTo>
                      <a:pt x="9414" y="1"/>
                    </a:moveTo>
                    <a:cubicBezTo>
                      <a:pt x="4875" y="1"/>
                      <a:pt x="954" y="1081"/>
                      <a:pt x="378" y="3585"/>
                    </a:cubicBezTo>
                    <a:cubicBezTo>
                      <a:pt x="1" y="5220"/>
                      <a:pt x="978" y="5718"/>
                      <a:pt x="2724" y="5718"/>
                    </a:cubicBezTo>
                    <a:cubicBezTo>
                      <a:pt x="5441" y="5718"/>
                      <a:pt x="10020" y="4511"/>
                      <a:pt x="14252" y="4511"/>
                    </a:cubicBezTo>
                    <a:cubicBezTo>
                      <a:pt x="14475" y="4511"/>
                      <a:pt x="14697" y="4515"/>
                      <a:pt x="14918" y="4522"/>
                    </a:cubicBezTo>
                    <a:cubicBezTo>
                      <a:pt x="21795" y="4745"/>
                      <a:pt x="26597" y="9526"/>
                      <a:pt x="33714" y="9526"/>
                    </a:cubicBezTo>
                    <a:cubicBezTo>
                      <a:pt x="33857" y="9526"/>
                      <a:pt x="34000" y="9524"/>
                      <a:pt x="34144" y="9520"/>
                    </a:cubicBezTo>
                    <a:cubicBezTo>
                      <a:pt x="27697" y="6794"/>
                      <a:pt x="26135" y="3982"/>
                      <a:pt x="19206" y="1568"/>
                    </a:cubicBezTo>
                    <a:cubicBezTo>
                      <a:pt x="16308" y="567"/>
                      <a:pt x="12699" y="1"/>
                      <a:pt x="94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41"/>
              <p:cNvSpPr/>
              <p:nvPr/>
            </p:nvSpPr>
            <p:spPr>
              <a:xfrm>
                <a:off x="9589875" y="3583775"/>
                <a:ext cx="1123925" cy="694375"/>
              </a:xfrm>
              <a:custGeom>
                <a:rect b="b" l="l" r="r" t="t"/>
                <a:pathLst>
                  <a:path extrusionOk="0" fill="none" h="27775" w="44957">
                    <a:moveTo>
                      <a:pt x="1" y="4516"/>
                    </a:moveTo>
                    <a:cubicBezTo>
                      <a:pt x="11275" y="910"/>
                      <a:pt x="14967" y="1"/>
                      <a:pt x="19283" y="5027"/>
                    </a:cubicBezTo>
                    <a:cubicBezTo>
                      <a:pt x="23600" y="10026"/>
                      <a:pt x="26014" y="11304"/>
                      <a:pt x="31722" y="9742"/>
                    </a:cubicBezTo>
                    <a:cubicBezTo>
                      <a:pt x="37402" y="8151"/>
                      <a:pt x="40639" y="10821"/>
                      <a:pt x="41946" y="14882"/>
                    </a:cubicBezTo>
                    <a:cubicBezTo>
                      <a:pt x="43224" y="18971"/>
                      <a:pt x="44956" y="22777"/>
                      <a:pt x="44956" y="22777"/>
                    </a:cubicBezTo>
                    <a:cubicBezTo>
                      <a:pt x="44956" y="22777"/>
                      <a:pt x="37913" y="18687"/>
                      <a:pt x="31097" y="19880"/>
                    </a:cubicBezTo>
                    <a:cubicBezTo>
                      <a:pt x="24282" y="21073"/>
                      <a:pt x="16216" y="25361"/>
                      <a:pt x="12780" y="2777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41"/>
              <p:cNvSpPr/>
              <p:nvPr/>
            </p:nvSpPr>
            <p:spPr>
              <a:xfrm>
                <a:off x="8980725" y="3598700"/>
                <a:ext cx="1246025" cy="411100"/>
              </a:xfrm>
              <a:custGeom>
                <a:rect b="b" l="l" r="r" t="t"/>
                <a:pathLst>
                  <a:path extrusionOk="0" fill="none" h="16444" w="49841">
                    <a:moveTo>
                      <a:pt x="0" y="0"/>
                    </a:moveTo>
                    <a:cubicBezTo>
                      <a:pt x="8577" y="511"/>
                      <a:pt x="14086" y="2783"/>
                      <a:pt x="18488" y="7668"/>
                    </a:cubicBezTo>
                    <a:cubicBezTo>
                      <a:pt x="22890" y="12553"/>
                      <a:pt x="25332" y="16443"/>
                      <a:pt x="31182" y="15534"/>
                    </a:cubicBezTo>
                    <a:cubicBezTo>
                      <a:pt x="37033" y="14626"/>
                      <a:pt x="44984" y="12638"/>
                      <a:pt x="49840" y="1428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41"/>
              <p:cNvSpPr/>
              <p:nvPr/>
            </p:nvSpPr>
            <p:spPr>
              <a:xfrm>
                <a:off x="8682525" y="3877700"/>
                <a:ext cx="817925" cy="196700"/>
              </a:xfrm>
              <a:custGeom>
                <a:rect b="b" l="l" r="r" t="t"/>
                <a:pathLst>
                  <a:path extrusionOk="0" fill="none" h="7868" w="32717">
                    <a:moveTo>
                      <a:pt x="1" y="3125"/>
                    </a:moveTo>
                    <a:cubicBezTo>
                      <a:pt x="8577" y="86"/>
                      <a:pt x="16501" y="1"/>
                      <a:pt x="22095" y="2898"/>
                    </a:cubicBezTo>
                    <a:cubicBezTo>
                      <a:pt x="27718" y="5794"/>
                      <a:pt x="29024" y="7498"/>
                      <a:pt x="32716" y="786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41"/>
              <p:cNvSpPr/>
              <p:nvPr/>
            </p:nvSpPr>
            <p:spPr>
              <a:xfrm>
                <a:off x="9408125" y="3898300"/>
                <a:ext cx="1781350" cy="394050"/>
              </a:xfrm>
              <a:custGeom>
                <a:rect b="b" l="l" r="r" t="t"/>
                <a:pathLst>
                  <a:path extrusionOk="0" fill="none" h="15762" w="71254">
                    <a:moveTo>
                      <a:pt x="0" y="5084"/>
                    </a:moveTo>
                    <a:cubicBezTo>
                      <a:pt x="9088" y="10962"/>
                      <a:pt x="15961" y="7753"/>
                      <a:pt x="25503" y="3863"/>
                    </a:cubicBezTo>
                    <a:cubicBezTo>
                      <a:pt x="35016" y="1"/>
                      <a:pt x="41832" y="4062"/>
                      <a:pt x="48932" y="8321"/>
                    </a:cubicBezTo>
                    <a:cubicBezTo>
                      <a:pt x="56032" y="12553"/>
                      <a:pt x="62961" y="15762"/>
                      <a:pt x="71253" y="15364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" name="Google Shape;474;p41"/>
            <p:cNvSpPr/>
            <p:nvPr/>
          </p:nvSpPr>
          <p:spPr>
            <a:xfrm flipH="1" rot="7361">
              <a:off x="197404" y="3328003"/>
              <a:ext cx="280201" cy="1194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1"/>
            <p:cNvSpPr/>
            <p:nvPr/>
          </p:nvSpPr>
          <p:spPr>
            <a:xfrm flipH="1" rot="7361">
              <a:off x="1349404" y="206178"/>
              <a:ext cx="280201" cy="1194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1"/>
            <p:cNvSpPr/>
            <p:nvPr/>
          </p:nvSpPr>
          <p:spPr>
            <a:xfrm flipH="1" rot="6095">
              <a:off x="8808156" y="3588390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" name="Google Shape;477;p41"/>
            <p:cNvGrpSpPr/>
            <p:nvPr/>
          </p:nvGrpSpPr>
          <p:grpSpPr>
            <a:xfrm flipH="1" rot="1309936">
              <a:off x="3030347" y="4403115"/>
              <a:ext cx="810820" cy="412085"/>
              <a:chOff x="9500425" y="2847925"/>
              <a:chExt cx="810800" cy="412075"/>
            </a:xfrm>
          </p:grpSpPr>
          <p:sp>
            <p:nvSpPr>
              <p:cNvPr id="478" name="Google Shape;478;p41"/>
              <p:cNvSpPr/>
              <p:nvPr/>
            </p:nvSpPr>
            <p:spPr>
              <a:xfrm>
                <a:off x="9715550" y="2847925"/>
                <a:ext cx="355725" cy="412075"/>
              </a:xfrm>
              <a:custGeom>
                <a:rect b="b" l="l" r="r" t="t"/>
                <a:pathLst>
                  <a:path extrusionOk="0" h="16483" w="14229">
                    <a:moveTo>
                      <a:pt x="10747" y="1"/>
                    </a:moveTo>
                    <a:cubicBezTo>
                      <a:pt x="9057" y="1"/>
                      <a:pt x="6223" y="456"/>
                      <a:pt x="2386" y="1604"/>
                    </a:cubicBezTo>
                    <a:cubicBezTo>
                      <a:pt x="2386" y="1604"/>
                      <a:pt x="0" y="11345"/>
                      <a:pt x="2726" y="13617"/>
                    </a:cubicBezTo>
                    <a:cubicBezTo>
                      <a:pt x="4888" y="15399"/>
                      <a:pt x="9164" y="16482"/>
                      <a:pt x="11524" y="16482"/>
                    </a:cubicBezTo>
                    <a:cubicBezTo>
                      <a:pt x="12171" y="16482"/>
                      <a:pt x="12675" y="16401"/>
                      <a:pt x="12950" y="16229"/>
                    </a:cubicBezTo>
                    <a:cubicBezTo>
                      <a:pt x="14228" y="15406"/>
                      <a:pt x="10082" y="13673"/>
                      <a:pt x="10082" y="13673"/>
                    </a:cubicBezTo>
                    <a:lnTo>
                      <a:pt x="7753" y="3933"/>
                    </a:lnTo>
                    <a:cubicBezTo>
                      <a:pt x="7753" y="3933"/>
                      <a:pt x="12751" y="1320"/>
                      <a:pt x="12553" y="525"/>
                    </a:cubicBezTo>
                    <a:cubicBezTo>
                      <a:pt x="12474" y="198"/>
                      <a:pt x="11858" y="1"/>
                      <a:pt x="107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41"/>
              <p:cNvSpPr/>
              <p:nvPr/>
            </p:nvSpPr>
            <p:spPr>
              <a:xfrm>
                <a:off x="10131050" y="2965900"/>
                <a:ext cx="180175" cy="167075"/>
              </a:xfrm>
              <a:custGeom>
                <a:rect b="b" l="l" r="r" t="t"/>
                <a:pathLst>
                  <a:path extrusionOk="0" h="6683" w="7207">
                    <a:moveTo>
                      <a:pt x="6402" y="1"/>
                    </a:moveTo>
                    <a:cubicBezTo>
                      <a:pt x="5098" y="1"/>
                      <a:pt x="0" y="2235"/>
                      <a:pt x="647" y="6683"/>
                    </a:cubicBezTo>
                    <a:cubicBezTo>
                      <a:pt x="647" y="6683"/>
                      <a:pt x="7207" y="548"/>
                      <a:pt x="6667" y="66"/>
                    </a:cubicBezTo>
                    <a:cubicBezTo>
                      <a:pt x="6622" y="22"/>
                      <a:pt x="6530" y="1"/>
                      <a:pt x="64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41"/>
              <p:cNvSpPr/>
              <p:nvPr/>
            </p:nvSpPr>
            <p:spPr>
              <a:xfrm>
                <a:off x="10137975" y="3132950"/>
                <a:ext cx="173250" cy="106600"/>
              </a:xfrm>
              <a:custGeom>
                <a:rect b="b" l="l" r="r" t="t"/>
                <a:pathLst>
                  <a:path extrusionOk="0" h="4264" w="693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370" y="1"/>
                      <a:pt x="1" y="1847"/>
                      <a:pt x="2585" y="3210"/>
                    </a:cubicBezTo>
                    <a:cubicBezTo>
                      <a:pt x="4326" y="4119"/>
                      <a:pt x="5619" y="4264"/>
                      <a:pt x="6266" y="4264"/>
                    </a:cubicBezTo>
                    <a:cubicBezTo>
                      <a:pt x="6569" y="4264"/>
                      <a:pt x="6731" y="4232"/>
                      <a:pt x="6731" y="4232"/>
                    </a:cubicBezTo>
                    <a:cubicBezTo>
                      <a:pt x="6930" y="3664"/>
                      <a:pt x="370" y="1"/>
                      <a:pt x="3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41"/>
              <p:cNvSpPr/>
              <p:nvPr/>
            </p:nvSpPr>
            <p:spPr>
              <a:xfrm>
                <a:off x="9500425" y="2886800"/>
                <a:ext cx="672175" cy="315500"/>
              </a:xfrm>
              <a:custGeom>
                <a:rect b="b" l="l" r="r" t="t"/>
                <a:pathLst>
                  <a:path extrusionOk="0" h="12620" w="26887">
                    <a:moveTo>
                      <a:pt x="12005" y="0"/>
                    </a:moveTo>
                    <a:cubicBezTo>
                      <a:pt x="11261" y="0"/>
                      <a:pt x="10504" y="70"/>
                      <a:pt x="9741" y="219"/>
                    </a:cubicBezTo>
                    <a:cubicBezTo>
                      <a:pt x="597" y="2037"/>
                      <a:pt x="0" y="9563"/>
                      <a:pt x="0" y="9563"/>
                    </a:cubicBezTo>
                    <a:cubicBezTo>
                      <a:pt x="3326" y="11844"/>
                      <a:pt x="7948" y="12619"/>
                      <a:pt x="12371" y="12619"/>
                    </a:cubicBezTo>
                    <a:cubicBezTo>
                      <a:pt x="19015" y="12619"/>
                      <a:pt x="25207" y="10870"/>
                      <a:pt x="25872" y="9847"/>
                    </a:cubicBezTo>
                    <a:cubicBezTo>
                      <a:pt x="26887" y="8285"/>
                      <a:pt x="20153" y="0"/>
                      <a:pt x="12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41"/>
              <p:cNvSpPr/>
              <p:nvPr/>
            </p:nvSpPr>
            <p:spPr>
              <a:xfrm>
                <a:off x="9625375" y="2989475"/>
                <a:ext cx="60375" cy="54800"/>
              </a:xfrm>
              <a:custGeom>
                <a:rect b="b" l="l" r="r" t="t"/>
                <a:pathLst>
                  <a:path extrusionOk="0" h="2192" w="2415">
                    <a:moveTo>
                      <a:pt x="1250" y="1"/>
                    </a:moveTo>
                    <a:cubicBezTo>
                      <a:pt x="1166" y="1"/>
                      <a:pt x="1081" y="11"/>
                      <a:pt x="994" y="31"/>
                    </a:cubicBezTo>
                    <a:cubicBezTo>
                      <a:pt x="398" y="145"/>
                      <a:pt x="1" y="741"/>
                      <a:pt x="143" y="1338"/>
                    </a:cubicBezTo>
                    <a:cubicBezTo>
                      <a:pt x="264" y="1848"/>
                      <a:pt x="697" y="2192"/>
                      <a:pt x="1193" y="2192"/>
                    </a:cubicBezTo>
                    <a:cubicBezTo>
                      <a:pt x="1277" y="2192"/>
                      <a:pt x="1363" y="2182"/>
                      <a:pt x="1449" y="2161"/>
                    </a:cubicBezTo>
                    <a:cubicBezTo>
                      <a:pt x="2045" y="2048"/>
                      <a:pt x="2414" y="1451"/>
                      <a:pt x="2301" y="855"/>
                    </a:cubicBezTo>
                    <a:cubicBezTo>
                      <a:pt x="2179" y="345"/>
                      <a:pt x="1746" y="1"/>
                      <a:pt x="1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41"/>
              <p:cNvSpPr/>
              <p:nvPr/>
            </p:nvSpPr>
            <p:spPr>
              <a:xfrm>
                <a:off x="9653075" y="3002175"/>
                <a:ext cx="16350" cy="14725"/>
              </a:xfrm>
              <a:custGeom>
                <a:rect b="b" l="l" r="r" t="t"/>
                <a:pathLst>
                  <a:path extrusionOk="0" h="589" w="654">
                    <a:moveTo>
                      <a:pt x="320" y="1"/>
                    </a:moveTo>
                    <a:cubicBezTo>
                      <a:pt x="299" y="1"/>
                      <a:pt x="277" y="3"/>
                      <a:pt x="256" y="6"/>
                    </a:cubicBezTo>
                    <a:cubicBezTo>
                      <a:pt x="114" y="35"/>
                      <a:pt x="0" y="205"/>
                      <a:pt x="28" y="347"/>
                    </a:cubicBezTo>
                    <a:cubicBezTo>
                      <a:pt x="75" y="487"/>
                      <a:pt x="180" y="589"/>
                      <a:pt x="310" y="589"/>
                    </a:cubicBezTo>
                    <a:cubicBezTo>
                      <a:pt x="338" y="589"/>
                      <a:pt x="367" y="584"/>
                      <a:pt x="398" y="574"/>
                    </a:cubicBezTo>
                    <a:cubicBezTo>
                      <a:pt x="540" y="546"/>
                      <a:pt x="653" y="404"/>
                      <a:pt x="625" y="233"/>
                    </a:cubicBezTo>
                    <a:cubicBezTo>
                      <a:pt x="600" y="85"/>
                      <a:pt x="467" y="1"/>
                      <a:pt x="3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41"/>
              <p:cNvSpPr/>
              <p:nvPr/>
            </p:nvSpPr>
            <p:spPr>
              <a:xfrm>
                <a:off x="9733300" y="3000175"/>
                <a:ext cx="76700" cy="200950"/>
              </a:xfrm>
              <a:custGeom>
                <a:rect b="b" l="l" r="r" t="t"/>
                <a:pathLst>
                  <a:path extrusionOk="0" fill="none" h="8038" w="3068">
                    <a:moveTo>
                      <a:pt x="0" y="1"/>
                    </a:moveTo>
                    <a:cubicBezTo>
                      <a:pt x="3067" y="3551"/>
                      <a:pt x="2158" y="6703"/>
                      <a:pt x="1420" y="8038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5" name="Google Shape;485;p41"/>
          <p:cNvSpPr txBox="1"/>
          <p:nvPr>
            <p:ph type="title"/>
          </p:nvPr>
        </p:nvSpPr>
        <p:spPr>
          <a:xfrm>
            <a:off x="2773650" y="2087211"/>
            <a:ext cx="35967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6" name="Google Shape;486;p41"/>
          <p:cNvSpPr txBox="1"/>
          <p:nvPr>
            <p:ph idx="2" type="title"/>
          </p:nvPr>
        </p:nvSpPr>
        <p:spPr>
          <a:xfrm>
            <a:off x="3846900" y="1298597"/>
            <a:ext cx="1450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87" name="Google Shape;487;p41"/>
          <p:cNvSpPr txBox="1"/>
          <p:nvPr>
            <p:ph idx="1" type="subTitle"/>
          </p:nvPr>
        </p:nvSpPr>
        <p:spPr>
          <a:xfrm>
            <a:off x="2297050" y="3403900"/>
            <a:ext cx="4550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46"/>
          <p:cNvGrpSpPr/>
          <p:nvPr/>
        </p:nvGrpSpPr>
        <p:grpSpPr>
          <a:xfrm flipH="1">
            <a:off x="-3525" y="3780600"/>
            <a:ext cx="9158100" cy="1404535"/>
            <a:chOff x="-3525" y="3780600"/>
            <a:chExt cx="9158100" cy="1404535"/>
          </a:xfrm>
        </p:grpSpPr>
        <p:grpSp>
          <p:nvGrpSpPr>
            <p:cNvPr id="491" name="Google Shape;491;p46"/>
            <p:cNvGrpSpPr/>
            <p:nvPr/>
          </p:nvGrpSpPr>
          <p:grpSpPr>
            <a:xfrm>
              <a:off x="-3525" y="4608662"/>
              <a:ext cx="9158100" cy="535483"/>
              <a:chOff x="-3525" y="3151625"/>
              <a:chExt cx="9158100" cy="1992125"/>
            </a:xfrm>
          </p:grpSpPr>
          <p:cxnSp>
            <p:nvCxnSpPr>
              <p:cNvPr id="492" name="Google Shape;492;p46"/>
              <p:cNvCxnSpPr/>
              <p:nvPr/>
            </p:nvCxnSpPr>
            <p:spPr>
              <a:xfrm>
                <a:off x="-3525" y="3151625"/>
                <a:ext cx="9158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93" name="Google Shape;493;p46"/>
              <p:cNvSpPr/>
              <p:nvPr/>
            </p:nvSpPr>
            <p:spPr>
              <a:xfrm>
                <a:off x="0" y="3163450"/>
                <a:ext cx="9144000" cy="1980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4" name="Google Shape;494;p46"/>
            <p:cNvGrpSpPr/>
            <p:nvPr/>
          </p:nvGrpSpPr>
          <p:grpSpPr>
            <a:xfrm>
              <a:off x="7403112" y="4379650"/>
              <a:ext cx="1741163" cy="805485"/>
              <a:chOff x="7403112" y="4379650"/>
              <a:chExt cx="1741163" cy="805485"/>
            </a:xfrm>
          </p:grpSpPr>
          <p:sp>
            <p:nvSpPr>
              <p:cNvPr id="495" name="Google Shape;495;p46"/>
              <p:cNvSpPr/>
              <p:nvPr/>
            </p:nvSpPr>
            <p:spPr>
              <a:xfrm>
                <a:off x="8125175" y="4379650"/>
                <a:ext cx="1019100" cy="773275"/>
              </a:xfrm>
              <a:custGeom>
                <a:rect b="b" l="l" r="r" t="t"/>
                <a:pathLst>
                  <a:path extrusionOk="0" h="30931" w="40764">
                    <a:moveTo>
                      <a:pt x="37643" y="1"/>
                    </a:moveTo>
                    <a:cubicBezTo>
                      <a:pt x="36339" y="1"/>
                      <a:pt x="34901" y="1033"/>
                      <a:pt x="34392" y="2844"/>
                    </a:cubicBezTo>
                    <a:cubicBezTo>
                      <a:pt x="33458" y="6080"/>
                      <a:pt x="36427" y="9048"/>
                      <a:pt x="37795" y="11550"/>
                    </a:cubicBezTo>
                    <a:cubicBezTo>
                      <a:pt x="38740" y="13256"/>
                      <a:pt x="37486" y="14803"/>
                      <a:pt x="36137" y="14803"/>
                    </a:cubicBezTo>
                    <a:cubicBezTo>
                      <a:pt x="35534" y="14803"/>
                      <a:pt x="34912" y="14494"/>
                      <a:pt x="34459" y="13752"/>
                    </a:cubicBezTo>
                    <a:cubicBezTo>
                      <a:pt x="32991" y="11350"/>
                      <a:pt x="34359" y="9148"/>
                      <a:pt x="33425" y="7847"/>
                    </a:cubicBezTo>
                    <a:cubicBezTo>
                      <a:pt x="33198" y="7520"/>
                      <a:pt x="32945" y="7363"/>
                      <a:pt x="32687" y="7363"/>
                    </a:cubicBezTo>
                    <a:cubicBezTo>
                      <a:pt x="31921" y="7363"/>
                      <a:pt x="31105" y="8738"/>
                      <a:pt x="30756" y="11083"/>
                    </a:cubicBezTo>
                    <a:cubicBezTo>
                      <a:pt x="30289" y="14219"/>
                      <a:pt x="32324" y="14619"/>
                      <a:pt x="33992" y="17254"/>
                    </a:cubicBezTo>
                    <a:cubicBezTo>
                      <a:pt x="35660" y="19923"/>
                      <a:pt x="36394" y="24259"/>
                      <a:pt x="33992" y="25193"/>
                    </a:cubicBezTo>
                    <a:cubicBezTo>
                      <a:pt x="33553" y="25364"/>
                      <a:pt x="33191" y="25444"/>
                      <a:pt x="32892" y="25444"/>
                    </a:cubicBezTo>
                    <a:cubicBezTo>
                      <a:pt x="31557" y="25444"/>
                      <a:pt x="31490" y="23835"/>
                      <a:pt x="31490" y="21491"/>
                    </a:cubicBezTo>
                    <a:cubicBezTo>
                      <a:pt x="31490" y="20222"/>
                      <a:pt x="30786" y="19625"/>
                      <a:pt x="30023" y="19625"/>
                    </a:cubicBezTo>
                    <a:cubicBezTo>
                      <a:pt x="29061" y="19625"/>
                      <a:pt x="28005" y="20575"/>
                      <a:pt x="28154" y="22325"/>
                    </a:cubicBezTo>
                    <a:cubicBezTo>
                      <a:pt x="28421" y="25460"/>
                      <a:pt x="28788" y="27395"/>
                      <a:pt x="25653" y="27795"/>
                    </a:cubicBezTo>
                    <a:cubicBezTo>
                      <a:pt x="25516" y="27811"/>
                      <a:pt x="25387" y="27819"/>
                      <a:pt x="25267" y="27819"/>
                    </a:cubicBezTo>
                    <a:cubicBezTo>
                      <a:pt x="22622" y="27819"/>
                      <a:pt x="23775" y="24091"/>
                      <a:pt x="25019" y="21858"/>
                    </a:cubicBezTo>
                    <a:cubicBezTo>
                      <a:pt x="26286" y="19556"/>
                      <a:pt x="29455" y="19022"/>
                      <a:pt x="29822" y="16620"/>
                    </a:cubicBezTo>
                    <a:cubicBezTo>
                      <a:pt x="30189" y="14252"/>
                      <a:pt x="28688" y="14386"/>
                      <a:pt x="28755" y="11817"/>
                    </a:cubicBezTo>
                    <a:cubicBezTo>
                      <a:pt x="28788" y="9282"/>
                      <a:pt x="30256" y="7481"/>
                      <a:pt x="30189" y="4679"/>
                    </a:cubicBezTo>
                    <a:cubicBezTo>
                      <a:pt x="30152" y="3123"/>
                      <a:pt x="29029" y="2336"/>
                      <a:pt x="27786" y="2336"/>
                    </a:cubicBezTo>
                    <a:cubicBezTo>
                      <a:pt x="26818" y="2336"/>
                      <a:pt x="25776" y="2814"/>
                      <a:pt x="25119" y="3778"/>
                    </a:cubicBezTo>
                    <a:cubicBezTo>
                      <a:pt x="23584" y="5979"/>
                      <a:pt x="25286" y="8014"/>
                      <a:pt x="26453" y="12918"/>
                    </a:cubicBezTo>
                    <a:cubicBezTo>
                      <a:pt x="27039" y="15379"/>
                      <a:pt x="26112" y="16437"/>
                      <a:pt x="25056" y="16437"/>
                    </a:cubicBezTo>
                    <a:cubicBezTo>
                      <a:pt x="24009" y="16437"/>
                      <a:pt x="22834" y="15396"/>
                      <a:pt x="22884" y="13652"/>
                    </a:cubicBezTo>
                    <a:cubicBezTo>
                      <a:pt x="22958" y="11056"/>
                      <a:pt x="22867" y="9119"/>
                      <a:pt x="21810" y="9119"/>
                    </a:cubicBezTo>
                    <a:cubicBezTo>
                      <a:pt x="21441" y="9119"/>
                      <a:pt x="20954" y="9356"/>
                      <a:pt x="20315" y="9882"/>
                    </a:cubicBezTo>
                    <a:cubicBezTo>
                      <a:pt x="17814" y="11884"/>
                      <a:pt x="20382" y="16153"/>
                      <a:pt x="22250" y="19823"/>
                    </a:cubicBezTo>
                    <a:cubicBezTo>
                      <a:pt x="23494" y="22311"/>
                      <a:pt x="22714" y="23649"/>
                      <a:pt x="21822" y="23649"/>
                    </a:cubicBezTo>
                    <a:cubicBezTo>
                      <a:pt x="21399" y="23649"/>
                      <a:pt x="20951" y="23348"/>
                      <a:pt x="20682" y="22725"/>
                    </a:cubicBezTo>
                    <a:cubicBezTo>
                      <a:pt x="20188" y="21558"/>
                      <a:pt x="19435" y="20825"/>
                      <a:pt x="18675" y="20825"/>
                    </a:cubicBezTo>
                    <a:cubicBezTo>
                      <a:pt x="18153" y="20825"/>
                      <a:pt x="17628" y="21170"/>
                      <a:pt x="17180" y="21958"/>
                    </a:cubicBezTo>
                    <a:cubicBezTo>
                      <a:pt x="16046" y="23926"/>
                      <a:pt x="17347" y="27428"/>
                      <a:pt x="15979" y="29229"/>
                    </a:cubicBezTo>
                    <a:cubicBezTo>
                      <a:pt x="15530" y="29821"/>
                      <a:pt x="15016" y="30107"/>
                      <a:pt x="14507" y="30107"/>
                    </a:cubicBezTo>
                    <a:cubicBezTo>
                      <a:pt x="13466" y="30107"/>
                      <a:pt x="12446" y="28912"/>
                      <a:pt x="12043" y="26694"/>
                    </a:cubicBezTo>
                    <a:cubicBezTo>
                      <a:pt x="11442" y="23359"/>
                      <a:pt x="13944" y="22792"/>
                      <a:pt x="15512" y="19823"/>
                    </a:cubicBezTo>
                    <a:cubicBezTo>
                      <a:pt x="16814" y="17358"/>
                      <a:pt x="15241" y="15744"/>
                      <a:pt x="13277" y="15744"/>
                    </a:cubicBezTo>
                    <a:cubicBezTo>
                      <a:pt x="12875" y="15744"/>
                      <a:pt x="12456" y="15812"/>
                      <a:pt x="12043" y="15953"/>
                    </a:cubicBezTo>
                    <a:cubicBezTo>
                      <a:pt x="9574" y="16787"/>
                      <a:pt x="11342" y="19956"/>
                      <a:pt x="10709" y="23659"/>
                    </a:cubicBezTo>
                    <a:cubicBezTo>
                      <a:pt x="10514" y="24747"/>
                      <a:pt x="10065" y="25184"/>
                      <a:pt x="9527" y="25184"/>
                    </a:cubicBezTo>
                    <a:cubicBezTo>
                      <a:pt x="8215" y="25184"/>
                      <a:pt x="6372" y="22594"/>
                      <a:pt x="6372" y="20490"/>
                    </a:cubicBezTo>
                    <a:cubicBezTo>
                      <a:pt x="6372" y="18504"/>
                      <a:pt x="5151" y="16412"/>
                      <a:pt x="3783" y="16412"/>
                    </a:cubicBezTo>
                    <a:cubicBezTo>
                      <a:pt x="3128" y="16412"/>
                      <a:pt x="2440" y="16890"/>
                      <a:pt x="1836" y="18088"/>
                    </a:cubicBezTo>
                    <a:cubicBezTo>
                      <a:pt x="1" y="21791"/>
                      <a:pt x="3403" y="24660"/>
                      <a:pt x="4704" y="26127"/>
                    </a:cubicBezTo>
                    <a:cubicBezTo>
                      <a:pt x="6005" y="27595"/>
                      <a:pt x="6472" y="29530"/>
                      <a:pt x="2770" y="30931"/>
                    </a:cubicBezTo>
                    <a:lnTo>
                      <a:pt x="40763" y="30330"/>
                    </a:lnTo>
                    <a:cubicBezTo>
                      <a:pt x="40763" y="30330"/>
                      <a:pt x="40763" y="4979"/>
                      <a:pt x="39929" y="1943"/>
                    </a:cubicBezTo>
                    <a:cubicBezTo>
                      <a:pt x="39567" y="610"/>
                      <a:pt x="38644" y="1"/>
                      <a:pt x="376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6" name="Google Shape;496;p46"/>
              <p:cNvGrpSpPr/>
              <p:nvPr/>
            </p:nvGrpSpPr>
            <p:grpSpPr>
              <a:xfrm rot="739684">
                <a:off x="7445348" y="4564015"/>
                <a:ext cx="1077430" cy="512003"/>
                <a:chOff x="4925350" y="704275"/>
                <a:chExt cx="1077475" cy="512025"/>
              </a:xfrm>
            </p:grpSpPr>
            <p:sp>
              <p:nvSpPr>
                <p:cNvPr id="497" name="Google Shape;497;p46"/>
                <p:cNvSpPr/>
                <p:nvPr/>
              </p:nvSpPr>
              <p:spPr>
                <a:xfrm>
                  <a:off x="4925350" y="743200"/>
                  <a:ext cx="670500" cy="172925"/>
                </a:xfrm>
                <a:custGeom>
                  <a:rect b="b" l="l" r="r" t="t"/>
                  <a:pathLst>
                    <a:path extrusionOk="0" h="6917" w="26820">
                      <a:moveTo>
                        <a:pt x="13408" y="0"/>
                      </a:moveTo>
                      <a:cubicBezTo>
                        <a:pt x="6185" y="0"/>
                        <a:pt x="1" y="4481"/>
                        <a:pt x="1" y="4481"/>
                      </a:cubicBezTo>
                      <a:cubicBezTo>
                        <a:pt x="904" y="4638"/>
                        <a:pt x="1765" y="4704"/>
                        <a:pt x="2589" y="4704"/>
                      </a:cubicBezTo>
                      <a:cubicBezTo>
                        <a:pt x="6608" y="4704"/>
                        <a:pt x="9749" y="3155"/>
                        <a:pt x="12638" y="3155"/>
                      </a:cubicBezTo>
                      <a:cubicBezTo>
                        <a:pt x="13686" y="3155"/>
                        <a:pt x="14701" y="3359"/>
                        <a:pt x="15712" y="3914"/>
                      </a:cubicBezTo>
                      <a:cubicBezTo>
                        <a:pt x="20082" y="6316"/>
                        <a:pt x="26820" y="6916"/>
                        <a:pt x="26820" y="6916"/>
                      </a:cubicBezTo>
                      <a:cubicBezTo>
                        <a:pt x="26820" y="6916"/>
                        <a:pt x="22383" y="579"/>
                        <a:pt x="14644" y="45"/>
                      </a:cubicBezTo>
                      <a:cubicBezTo>
                        <a:pt x="14229" y="14"/>
                        <a:pt x="13817" y="0"/>
                        <a:pt x="13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8" name="Google Shape;498;p46"/>
                <p:cNvSpPr/>
                <p:nvPr/>
              </p:nvSpPr>
              <p:spPr>
                <a:xfrm>
                  <a:off x="5240575" y="942350"/>
                  <a:ext cx="567925" cy="146325"/>
                </a:xfrm>
                <a:custGeom>
                  <a:rect b="b" l="l" r="r" t="t"/>
                  <a:pathLst>
                    <a:path extrusionOk="0" h="5853" w="22717">
                      <a:moveTo>
                        <a:pt x="17929" y="1"/>
                      </a:moveTo>
                      <a:cubicBezTo>
                        <a:pt x="15911" y="1"/>
                        <a:pt x="13527" y="302"/>
                        <a:pt x="11342" y="1352"/>
                      </a:cubicBezTo>
                      <a:cubicBezTo>
                        <a:pt x="5588" y="4132"/>
                        <a:pt x="1548" y="4364"/>
                        <a:pt x="361" y="4364"/>
                      </a:cubicBezTo>
                      <a:cubicBezTo>
                        <a:pt x="124" y="4364"/>
                        <a:pt x="1" y="4354"/>
                        <a:pt x="1" y="4354"/>
                      </a:cubicBezTo>
                      <a:lnTo>
                        <a:pt x="1" y="4354"/>
                      </a:lnTo>
                      <a:cubicBezTo>
                        <a:pt x="2237" y="5423"/>
                        <a:pt x="4500" y="5852"/>
                        <a:pt x="6647" y="5852"/>
                      </a:cubicBezTo>
                      <a:cubicBezTo>
                        <a:pt x="10265" y="5852"/>
                        <a:pt x="13551" y="4631"/>
                        <a:pt x="15812" y="3187"/>
                      </a:cubicBezTo>
                      <a:cubicBezTo>
                        <a:pt x="17880" y="1786"/>
                        <a:pt x="20248" y="918"/>
                        <a:pt x="22717" y="552"/>
                      </a:cubicBezTo>
                      <a:cubicBezTo>
                        <a:pt x="22717" y="552"/>
                        <a:pt x="20657" y="1"/>
                        <a:pt x="1792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" name="Google Shape;499;p46"/>
                <p:cNvSpPr/>
                <p:nvPr/>
              </p:nvSpPr>
              <p:spPr>
                <a:xfrm>
                  <a:off x="5482425" y="1051825"/>
                  <a:ext cx="492875" cy="164475"/>
                </a:xfrm>
                <a:custGeom>
                  <a:rect b="b" l="l" r="r" t="t"/>
                  <a:pathLst>
                    <a:path extrusionOk="0" h="6579" w="19715">
                      <a:moveTo>
                        <a:pt x="14944" y="0"/>
                      </a:moveTo>
                      <a:cubicBezTo>
                        <a:pt x="12982" y="0"/>
                        <a:pt x="10528" y="740"/>
                        <a:pt x="8540" y="2344"/>
                      </a:cubicBezTo>
                      <a:cubicBezTo>
                        <a:pt x="5471" y="4845"/>
                        <a:pt x="0" y="4879"/>
                        <a:pt x="0" y="4879"/>
                      </a:cubicBezTo>
                      <a:cubicBezTo>
                        <a:pt x="0" y="4879"/>
                        <a:pt x="2899" y="6579"/>
                        <a:pt x="6353" y="6579"/>
                      </a:cubicBezTo>
                      <a:cubicBezTo>
                        <a:pt x="7172" y="6579"/>
                        <a:pt x="8023" y="6483"/>
                        <a:pt x="8873" y="6246"/>
                      </a:cubicBezTo>
                      <a:cubicBezTo>
                        <a:pt x="12727" y="5166"/>
                        <a:pt x="14306" y="2323"/>
                        <a:pt x="17994" y="2323"/>
                      </a:cubicBezTo>
                      <a:cubicBezTo>
                        <a:pt x="18521" y="2323"/>
                        <a:pt x="19090" y="2381"/>
                        <a:pt x="19714" y="2510"/>
                      </a:cubicBezTo>
                      <a:cubicBezTo>
                        <a:pt x="19714" y="2510"/>
                        <a:pt x="19314" y="1877"/>
                        <a:pt x="17613" y="676"/>
                      </a:cubicBezTo>
                      <a:cubicBezTo>
                        <a:pt x="16990" y="233"/>
                        <a:pt x="16044" y="0"/>
                        <a:pt x="1494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0" name="Google Shape;500;p46"/>
                <p:cNvSpPr/>
                <p:nvPr/>
              </p:nvSpPr>
              <p:spPr>
                <a:xfrm>
                  <a:off x="5657550" y="704275"/>
                  <a:ext cx="271875" cy="318600"/>
                </a:xfrm>
                <a:custGeom>
                  <a:rect b="b" l="l" r="r" t="t"/>
                  <a:pathLst>
                    <a:path extrusionOk="0" h="12744" w="10875">
                      <a:moveTo>
                        <a:pt x="0" y="1"/>
                      </a:moveTo>
                      <a:cubicBezTo>
                        <a:pt x="0" y="1"/>
                        <a:pt x="3503" y="1702"/>
                        <a:pt x="5104" y="4437"/>
                      </a:cubicBezTo>
                      <a:cubicBezTo>
                        <a:pt x="6705" y="7139"/>
                        <a:pt x="9941" y="12743"/>
                        <a:pt x="9941" y="12743"/>
                      </a:cubicBezTo>
                      <a:cubicBezTo>
                        <a:pt x="8273" y="8540"/>
                        <a:pt x="10875" y="7439"/>
                        <a:pt x="8840" y="3937"/>
                      </a:cubicBezTo>
                      <a:cubicBezTo>
                        <a:pt x="6805" y="434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1" name="Google Shape;501;p46"/>
                <p:cNvSpPr/>
                <p:nvPr/>
              </p:nvSpPr>
              <p:spPr>
                <a:xfrm>
                  <a:off x="4925350" y="750975"/>
                  <a:ext cx="1077475" cy="422825"/>
                </a:xfrm>
                <a:custGeom>
                  <a:rect b="b" l="l" r="r" t="t"/>
                  <a:pathLst>
                    <a:path extrusionOk="0" fill="none" h="16913" w="43099">
                      <a:moveTo>
                        <a:pt x="43098" y="16913"/>
                      </a:moveTo>
                      <a:cubicBezTo>
                        <a:pt x="40963" y="11642"/>
                        <a:pt x="37027" y="7406"/>
                        <a:pt x="30356" y="7106"/>
                      </a:cubicBezTo>
                      <a:cubicBezTo>
                        <a:pt x="23718" y="6839"/>
                        <a:pt x="20549" y="3170"/>
                        <a:pt x="15145" y="1602"/>
                      </a:cubicBezTo>
                      <a:cubicBezTo>
                        <a:pt x="9741" y="1"/>
                        <a:pt x="1" y="4170"/>
                        <a:pt x="1" y="417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2" name="Google Shape;502;p46"/>
                <p:cNvSpPr/>
                <p:nvPr/>
              </p:nvSpPr>
              <p:spPr>
                <a:xfrm>
                  <a:off x="5240575" y="954450"/>
                  <a:ext cx="567925" cy="117625"/>
                </a:xfrm>
                <a:custGeom>
                  <a:rect b="b" l="l" r="r" t="t"/>
                  <a:pathLst>
                    <a:path extrusionOk="0" fill="none" h="4705" w="22717">
                      <a:moveTo>
                        <a:pt x="1" y="3870"/>
                      </a:moveTo>
                      <a:cubicBezTo>
                        <a:pt x="8774" y="4704"/>
                        <a:pt x="12343" y="2803"/>
                        <a:pt x="14978" y="1402"/>
                      </a:cubicBezTo>
                      <a:cubicBezTo>
                        <a:pt x="17613" y="1"/>
                        <a:pt x="22717" y="68"/>
                        <a:pt x="22717" y="68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3" name="Google Shape;503;p46"/>
                <p:cNvSpPr/>
                <p:nvPr/>
              </p:nvSpPr>
              <p:spPr>
                <a:xfrm>
                  <a:off x="5656700" y="704275"/>
                  <a:ext cx="249375" cy="319425"/>
                </a:xfrm>
                <a:custGeom>
                  <a:rect b="b" l="l" r="r" t="t"/>
                  <a:pathLst>
                    <a:path extrusionOk="0" fill="none" h="12777" w="9975">
                      <a:moveTo>
                        <a:pt x="1" y="1"/>
                      </a:moveTo>
                      <a:cubicBezTo>
                        <a:pt x="4037" y="768"/>
                        <a:pt x="7573" y="3470"/>
                        <a:pt x="8107" y="5972"/>
                      </a:cubicBezTo>
                      <a:cubicBezTo>
                        <a:pt x="8607" y="8240"/>
                        <a:pt x="9241" y="10542"/>
                        <a:pt x="9975" y="1277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4" name="Google Shape;504;p46"/>
                <p:cNvSpPr/>
                <p:nvPr/>
              </p:nvSpPr>
              <p:spPr>
                <a:xfrm>
                  <a:off x="5481575" y="1069550"/>
                  <a:ext cx="492875" cy="134275"/>
                </a:xfrm>
                <a:custGeom>
                  <a:rect b="b" l="l" r="r" t="t"/>
                  <a:pathLst>
                    <a:path extrusionOk="0" fill="none" h="5371" w="19715">
                      <a:moveTo>
                        <a:pt x="1" y="4170"/>
                      </a:moveTo>
                      <a:cubicBezTo>
                        <a:pt x="5138" y="5371"/>
                        <a:pt x="8974" y="3636"/>
                        <a:pt x="12143" y="1801"/>
                      </a:cubicBezTo>
                      <a:cubicBezTo>
                        <a:pt x="15312" y="0"/>
                        <a:pt x="19715" y="1801"/>
                        <a:pt x="19715" y="180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05" name="Google Shape;505;p46"/>
            <p:cNvSpPr/>
            <p:nvPr/>
          </p:nvSpPr>
          <p:spPr>
            <a:xfrm flipH="1">
              <a:off x="-3525" y="4379650"/>
              <a:ext cx="1019100" cy="773275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6" name="Google Shape;506;p46"/>
            <p:cNvGrpSpPr/>
            <p:nvPr/>
          </p:nvGrpSpPr>
          <p:grpSpPr>
            <a:xfrm>
              <a:off x="228600" y="3780600"/>
              <a:ext cx="692200" cy="1356000"/>
              <a:chOff x="3978000" y="1359750"/>
              <a:chExt cx="692200" cy="1356000"/>
            </a:xfrm>
          </p:grpSpPr>
          <p:sp>
            <p:nvSpPr>
              <p:cNvPr id="507" name="Google Shape;507;p46"/>
              <p:cNvSpPr/>
              <p:nvPr/>
            </p:nvSpPr>
            <p:spPr>
              <a:xfrm>
                <a:off x="3996350" y="1359750"/>
                <a:ext cx="206850" cy="477025"/>
              </a:xfrm>
              <a:custGeom>
                <a:rect b="b" l="l" r="r" t="t"/>
                <a:pathLst>
                  <a:path extrusionOk="0" h="19081" w="8274">
                    <a:moveTo>
                      <a:pt x="3837" y="0"/>
                    </a:moveTo>
                    <a:cubicBezTo>
                      <a:pt x="3837" y="1"/>
                      <a:pt x="2036" y="5271"/>
                      <a:pt x="1035" y="9541"/>
                    </a:cubicBezTo>
                    <a:cubicBezTo>
                      <a:pt x="1" y="13777"/>
                      <a:pt x="2603" y="19081"/>
                      <a:pt x="2603" y="19081"/>
                    </a:cubicBezTo>
                    <a:cubicBezTo>
                      <a:pt x="8273" y="7973"/>
                      <a:pt x="3837" y="1"/>
                      <a:pt x="3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46"/>
              <p:cNvSpPr/>
              <p:nvPr/>
            </p:nvSpPr>
            <p:spPr>
              <a:xfrm>
                <a:off x="4102275" y="1480675"/>
                <a:ext cx="159300" cy="813100"/>
              </a:xfrm>
              <a:custGeom>
                <a:rect b="b" l="l" r="r" t="t"/>
                <a:pathLst>
                  <a:path extrusionOk="0" h="32524" w="6372">
                    <a:moveTo>
                      <a:pt x="3336" y="0"/>
                    </a:moveTo>
                    <a:cubicBezTo>
                      <a:pt x="3336" y="1"/>
                      <a:pt x="3803" y="935"/>
                      <a:pt x="3736" y="4704"/>
                    </a:cubicBezTo>
                    <a:cubicBezTo>
                      <a:pt x="3669" y="8473"/>
                      <a:pt x="2402" y="11542"/>
                      <a:pt x="1234" y="16645"/>
                    </a:cubicBezTo>
                    <a:cubicBezTo>
                      <a:pt x="67" y="21749"/>
                      <a:pt x="0" y="26586"/>
                      <a:pt x="4403" y="32524"/>
                    </a:cubicBezTo>
                    <a:cubicBezTo>
                      <a:pt x="4403" y="32524"/>
                      <a:pt x="4337" y="31022"/>
                      <a:pt x="4070" y="28621"/>
                    </a:cubicBezTo>
                    <a:cubicBezTo>
                      <a:pt x="3803" y="26186"/>
                      <a:pt x="5271" y="20415"/>
                      <a:pt x="5838" y="12176"/>
                    </a:cubicBezTo>
                    <a:cubicBezTo>
                      <a:pt x="6371" y="3970"/>
                      <a:pt x="3336" y="1"/>
                      <a:pt x="33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46"/>
              <p:cNvSpPr/>
              <p:nvPr/>
            </p:nvSpPr>
            <p:spPr>
              <a:xfrm>
                <a:off x="3978000" y="2038575"/>
                <a:ext cx="466200" cy="391575"/>
              </a:xfrm>
              <a:custGeom>
                <a:rect b="b" l="l" r="r" t="t"/>
                <a:pathLst>
                  <a:path extrusionOk="0" h="15663" w="18648">
                    <a:moveTo>
                      <a:pt x="18322" y="15088"/>
                    </a:moveTo>
                    <a:cubicBezTo>
                      <a:pt x="18431" y="15139"/>
                      <a:pt x="18539" y="15191"/>
                      <a:pt x="18648" y="15244"/>
                    </a:cubicBezTo>
                    <a:cubicBezTo>
                      <a:pt x="18538" y="15190"/>
                      <a:pt x="18429" y="15138"/>
                      <a:pt x="18322" y="15088"/>
                    </a:cubicBezTo>
                    <a:close/>
                    <a:moveTo>
                      <a:pt x="1" y="0"/>
                    </a:moveTo>
                    <a:lnTo>
                      <a:pt x="1" y="0"/>
                    </a:lnTo>
                    <a:cubicBezTo>
                      <a:pt x="735" y="2936"/>
                      <a:pt x="1168" y="5938"/>
                      <a:pt x="1302" y="8973"/>
                    </a:cubicBezTo>
                    <a:cubicBezTo>
                      <a:pt x="1553" y="14117"/>
                      <a:pt x="4104" y="15663"/>
                      <a:pt x="7541" y="15663"/>
                    </a:cubicBezTo>
                    <a:cubicBezTo>
                      <a:pt x="7760" y="15663"/>
                      <a:pt x="7982" y="15657"/>
                      <a:pt x="8207" y="15645"/>
                    </a:cubicBezTo>
                    <a:cubicBezTo>
                      <a:pt x="10798" y="15507"/>
                      <a:pt x="12412" y="14203"/>
                      <a:pt x="14782" y="14203"/>
                    </a:cubicBezTo>
                    <a:cubicBezTo>
                      <a:pt x="15783" y="14203"/>
                      <a:pt x="16920" y="14436"/>
                      <a:pt x="18322" y="15088"/>
                    </a:cubicBezTo>
                    <a:lnTo>
                      <a:pt x="18322" y="15088"/>
                    </a:lnTo>
                    <a:cubicBezTo>
                      <a:pt x="16717" y="14331"/>
                      <a:pt x="15029" y="13751"/>
                      <a:pt x="13310" y="13376"/>
                    </a:cubicBezTo>
                    <a:cubicBezTo>
                      <a:pt x="10542" y="12809"/>
                      <a:pt x="5271" y="13910"/>
                      <a:pt x="4571" y="8973"/>
                    </a:cubicBezTo>
                    <a:cubicBezTo>
                      <a:pt x="3837" y="4037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46"/>
              <p:cNvSpPr/>
              <p:nvPr/>
            </p:nvSpPr>
            <p:spPr>
              <a:xfrm>
                <a:off x="4273225" y="1963525"/>
                <a:ext cx="321075" cy="575425"/>
              </a:xfrm>
              <a:custGeom>
                <a:rect b="b" l="l" r="r" t="t"/>
                <a:pathLst>
                  <a:path extrusionOk="0" h="23017" w="1284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668" y="3603"/>
                      <a:pt x="1401" y="8006"/>
                    </a:cubicBezTo>
                    <a:cubicBezTo>
                      <a:pt x="2135" y="12442"/>
                      <a:pt x="5738" y="13476"/>
                      <a:pt x="7939" y="15378"/>
                    </a:cubicBezTo>
                    <a:cubicBezTo>
                      <a:pt x="10174" y="17246"/>
                      <a:pt x="10541" y="19080"/>
                      <a:pt x="11175" y="20515"/>
                    </a:cubicBezTo>
                    <a:cubicBezTo>
                      <a:pt x="11609" y="21449"/>
                      <a:pt x="12142" y="22283"/>
                      <a:pt x="12843" y="23017"/>
                    </a:cubicBezTo>
                    <a:cubicBezTo>
                      <a:pt x="11275" y="18747"/>
                      <a:pt x="12476" y="13943"/>
                      <a:pt x="10241" y="11942"/>
                    </a:cubicBezTo>
                    <a:cubicBezTo>
                      <a:pt x="8039" y="9974"/>
                      <a:pt x="5037" y="8540"/>
                      <a:pt x="3269" y="4970"/>
                    </a:cubicBezTo>
                    <a:cubicBezTo>
                      <a:pt x="1502" y="1368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46"/>
              <p:cNvSpPr/>
              <p:nvPr/>
            </p:nvSpPr>
            <p:spPr>
              <a:xfrm>
                <a:off x="4038050" y="2497175"/>
                <a:ext cx="628800" cy="180200"/>
              </a:xfrm>
              <a:custGeom>
                <a:rect b="b" l="l" r="r" t="t"/>
                <a:pathLst>
                  <a:path extrusionOk="0" h="7208" w="25152">
                    <a:moveTo>
                      <a:pt x="3418" y="0"/>
                    </a:moveTo>
                    <a:cubicBezTo>
                      <a:pt x="2260" y="0"/>
                      <a:pt x="1107" y="208"/>
                      <a:pt x="1" y="603"/>
                    </a:cubicBezTo>
                    <a:cubicBezTo>
                      <a:pt x="92" y="601"/>
                      <a:pt x="183" y="599"/>
                      <a:pt x="274" y="599"/>
                    </a:cubicBezTo>
                    <a:cubicBezTo>
                      <a:pt x="2546" y="599"/>
                      <a:pt x="4740" y="1397"/>
                      <a:pt x="6472" y="2905"/>
                    </a:cubicBezTo>
                    <a:cubicBezTo>
                      <a:pt x="8918" y="5052"/>
                      <a:pt x="10744" y="6468"/>
                      <a:pt x="13321" y="6468"/>
                    </a:cubicBezTo>
                    <a:cubicBezTo>
                      <a:pt x="13907" y="6468"/>
                      <a:pt x="14532" y="6395"/>
                      <a:pt x="15212" y="6240"/>
                    </a:cubicBezTo>
                    <a:cubicBezTo>
                      <a:pt x="17832" y="5645"/>
                      <a:pt x="19585" y="4964"/>
                      <a:pt x="21090" y="4964"/>
                    </a:cubicBezTo>
                    <a:cubicBezTo>
                      <a:pt x="21692" y="4964"/>
                      <a:pt x="22255" y="5073"/>
                      <a:pt x="22817" y="5340"/>
                    </a:cubicBezTo>
                    <a:cubicBezTo>
                      <a:pt x="24478" y="6088"/>
                      <a:pt x="24991" y="6881"/>
                      <a:pt x="25117" y="7129"/>
                    </a:cubicBezTo>
                    <a:lnTo>
                      <a:pt x="25117" y="7129"/>
                    </a:lnTo>
                    <a:cubicBezTo>
                      <a:pt x="23466" y="3508"/>
                      <a:pt x="20008" y="2301"/>
                      <a:pt x="16214" y="2301"/>
                    </a:cubicBezTo>
                    <a:cubicBezTo>
                      <a:pt x="15674" y="2301"/>
                      <a:pt x="15127" y="2326"/>
                      <a:pt x="14578" y="2371"/>
                    </a:cubicBezTo>
                    <a:cubicBezTo>
                      <a:pt x="14141" y="2407"/>
                      <a:pt x="13735" y="2424"/>
                      <a:pt x="13357" y="2424"/>
                    </a:cubicBezTo>
                    <a:cubicBezTo>
                      <a:pt x="9898" y="2424"/>
                      <a:pt x="8692" y="1025"/>
                      <a:pt x="5805" y="303"/>
                    </a:cubicBezTo>
                    <a:cubicBezTo>
                      <a:pt x="5016" y="99"/>
                      <a:pt x="4216" y="0"/>
                      <a:pt x="3418" y="0"/>
                    </a:cubicBezTo>
                    <a:close/>
                    <a:moveTo>
                      <a:pt x="25117" y="7129"/>
                    </a:moveTo>
                    <a:cubicBezTo>
                      <a:pt x="25128" y="7155"/>
                      <a:pt x="25140" y="7182"/>
                      <a:pt x="25152" y="7208"/>
                    </a:cubicBezTo>
                    <a:cubicBezTo>
                      <a:pt x="25152" y="7208"/>
                      <a:pt x="25142" y="7180"/>
                      <a:pt x="25117" y="7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46"/>
              <p:cNvSpPr/>
              <p:nvPr/>
            </p:nvSpPr>
            <p:spPr>
              <a:xfrm>
                <a:off x="4033875" y="1359750"/>
                <a:ext cx="636325" cy="1356000"/>
              </a:xfrm>
              <a:custGeom>
                <a:rect b="b" l="l" r="r" t="t"/>
                <a:pathLst>
                  <a:path extrusionOk="0" fill="none" h="54240" w="25453">
                    <a:moveTo>
                      <a:pt x="25452" y="54239"/>
                    </a:moveTo>
                    <a:cubicBezTo>
                      <a:pt x="25452" y="49703"/>
                      <a:pt x="21483" y="45300"/>
                      <a:pt x="16413" y="42397"/>
                    </a:cubicBezTo>
                    <a:cubicBezTo>
                      <a:pt x="11342" y="39495"/>
                      <a:pt x="5505" y="38461"/>
                      <a:pt x="2736" y="31456"/>
                    </a:cubicBezTo>
                    <a:cubicBezTo>
                      <a:pt x="1" y="24418"/>
                      <a:pt x="701" y="22450"/>
                      <a:pt x="1168" y="18113"/>
                    </a:cubicBezTo>
                    <a:cubicBezTo>
                      <a:pt x="1635" y="13810"/>
                      <a:pt x="3136" y="4470"/>
                      <a:pt x="2336" y="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46"/>
              <p:cNvSpPr/>
              <p:nvPr/>
            </p:nvSpPr>
            <p:spPr>
              <a:xfrm>
                <a:off x="4139800" y="1480675"/>
                <a:ext cx="91750" cy="813100"/>
              </a:xfrm>
              <a:custGeom>
                <a:rect b="b" l="l" r="r" t="t"/>
                <a:pathLst>
                  <a:path extrusionOk="0" fill="none" h="32524" w="3670">
                    <a:moveTo>
                      <a:pt x="1835" y="0"/>
                    </a:moveTo>
                    <a:cubicBezTo>
                      <a:pt x="3403" y="6171"/>
                      <a:pt x="3670" y="10908"/>
                      <a:pt x="1835" y="18013"/>
                    </a:cubicBezTo>
                    <a:cubicBezTo>
                      <a:pt x="0" y="25118"/>
                      <a:pt x="2369" y="30789"/>
                      <a:pt x="2902" y="32524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46"/>
              <p:cNvSpPr/>
              <p:nvPr/>
            </p:nvSpPr>
            <p:spPr>
              <a:xfrm>
                <a:off x="3978000" y="2037725"/>
                <a:ext cx="441175" cy="373625"/>
              </a:xfrm>
              <a:custGeom>
                <a:rect b="b" l="l" r="r" t="t"/>
                <a:pathLst>
                  <a:path extrusionOk="0" fill="none" h="14945" w="17647">
                    <a:moveTo>
                      <a:pt x="1" y="1"/>
                    </a:moveTo>
                    <a:cubicBezTo>
                      <a:pt x="2503" y="5305"/>
                      <a:pt x="2203" y="10875"/>
                      <a:pt x="4571" y="12910"/>
                    </a:cubicBezTo>
                    <a:cubicBezTo>
                      <a:pt x="6906" y="14945"/>
                      <a:pt x="14311" y="12677"/>
                      <a:pt x="17647" y="1471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46"/>
              <p:cNvSpPr/>
              <p:nvPr/>
            </p:nvSpPr>
            <p:spPr>
              <a:xfrm>
                <a:off x="4273225" y="1963525"/>
                <a:ext cx="320250" cy="575425"/>
              </a:xfrm>
              <a:custGeom>
                <a:rect b="b" l="l" r="r" t="t"/>
                <a:pathLst>
                  <a:path extrusionOk="0" fill="none" h="23017" w="12810">
                    <a:moveTo>
                      <a:pt x="0" y="0"/>
                    </a:moveTo>
                    <a:cubicBezTo>
                      <a:pt x="2135" y="5170"/>
                      <a:pt x="2335" y="9373"/>
                      <a:pt x="5838" y="11508"/>
                    </a:cubicBezTo>
                    <a:cubicBezTo>
                      <a:pt x="9340" y="13643"/>
                      <a:pt x="9707" y="13210"/>
                      <a:pt x="10541" y="16345"/>
                    </a:cubicBezTo>
                    <a:cubicBezTo>
                      <a:pt x="11175" y="18613"/>
                      <a:pt x="11942" y="20848"/>
                      <a:pt x="12810" y="2301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46"/>
              <p:cNvSpPr/>
              <p:nvPr/>
            </p:nvSpPr>
            <p:spPr>
              <a:xfrm>
                <a:off x="4038050" y="2504725"/>
                <a:ext cx="627975" cy="172650"/>
              </a:xfrm>
              <a:custGeom>
                <a:rect b="b" l="l" r="r" t="t"/>
                <a:pathLst>
                  <a:path extrusionOk="0" fill="none" h="6906" w="25119">
                    <a:moveTo>
                      <a:pt x="1" y="301"/>
                    </a:moveTo>
                    <a:cubicBezTo>
                      <a:pt x="5805" y="1"/>
                      <a:pt x="8207" y="3270"/>
                      <a:pt x="11776" y="4204"/>
                    </a:cubicBezTo>
                    <a:cubicBezTo>
                      <a:pt x="15312" y="5105"/>
                      <a:pt x="16646" y="3337"/>
                      <a:pt x="19281" y="3337"/>
                    </a:cubicBezTo>
                    <a:cubicBezTo>
                      <a:pt x="21916" y="3303"/>
                      <a:pt x="25119" y="6906"/>
                      <a:pt x="25119" y="690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46"/>
            <p:cNvGrpSpPr/>
            <p:nvPr/>
          </p:nvGrpSpPr>
          <p:grpSpPr>
            <a:xfrm flipH="1">
              <a:off x="3853275" y="4102696"/>
              <a:ext cx="1437451" cy="1070462"/>
              <a:chOff x="3348635" y="3991675"/>
              <a:chExt cx="1586765" cy="1181655"/>
            </a:xfrm>
          </p:grpSpPr>
          <p:grpSp>
            <p:nvGrpSpPr>
              <p:cNvPr id="518" name="Google Shape;518;p46"/>
              <p:cNvGrpSpPr/>
              <p:nvPr/>
            </p:nvGrpSpPr>
            <p:grpSpPr>
              <a:xfrm>
                <a:off x="3825400" y="4246925"/>
                <a:ext cx="1066625" cy="897225"/>
                <a:chOff x="3825400" y="4246925"/>
                <a:chExt cx="1066625" cy="897225"/>
              </a:xfrm>
            </p:grpSpPr>
            <p:sp>
              <p:nvSpPr>
                <p:cNvPr id="519" name="Google Shape;519;p46"/>
                <p:cNvSpPr/>
                <p:nvPr/>
              </p:nvSpPr>
              <p:spPr>
                <a:xfrm>
                  <a:off x="3825400" y="4246925"/>
                  <a:ext cx="1066625" cy="897225"/>
                </a:xfrm>
                <a:custGeom>
                  <a:rect b="b" l="l" r="r" t="t"/>
                  <a:pathLst>
                    <a:path extrusionOk="0" h="35889" w="42665">
                      <a:moveTo>
                        <a:pt x="14839" y="1"/>
                      </a:moveTo>
                      <a:cubicBezTo>
                        <a:pt x="12955" y="1"/>
                        <a:pt x="11176" y="3827"/>
                        <a:pt x="12076" y="9169"/>
                      </a:cubicBezTo>
                      <a:cubicBezTo>
                        <a:pt x="13110" y="15340"/>
                        <a:pt x="15845" y="15407"/>
                        <a:pt x="16979" y="17108"/>
                      </a:cubicBezTo>
                      <a:cubicBezTo>
                        <a:pt x="18080" y="18776"/>
                        <a:pt x="16212" y="19110"/>
                        <a:pt x="15412" y="21311"/>
                      </a:cubicBezTo>
                      <a:cubicBezTo>
                        <a:pt x="14644" y="23546"/>
                        <a:pt x="14644" y="26215"/>
                        <a:pt x="12910" y="26215"/>
                      </a:cubicBezTo>
                      <a:cubicBezTo>
                        <a:pt x="11209" y="26215"/>
                        <a:pt x="10008" y="23480"/>
                        <a:pt x="10942" y="20978"/>
                      </a:cubicBezTo>
                      <a:cubicBezTo>
                        <a:pt x="11876" y="18443"/>
                        <a:pt x="13510" y="16441"/>
                        <a:pt x="10875" y="14907"/>
                      </a:cubicBezTo>
                      <a:cubicBezTo>
                        <a:pt x="10533" y="14710"/>
                        <a:pt x="10227" y="14622"/>
                        <a:pt x="9955" y="14622"/>
                      </a:cubicBezTo>
                      <a:cubicBezTo>
                        <a:pt x="8102" y="14622"/>
                        <a:pt x="7826" y="18738"/>
                        <a:pt x="8640" y="20978"/>
                      </a:cubicBezTo>
                      <a:cubicBezTo>
                        <a:pt x="9574" y="23546"/>
                        <a:pt x="9507" y="26715"/>
                        <a:pt x="7773" y="28083"/>
                      </a:cubicBezTo>
                      <a:cubicBezTo>
                        <a:pt x="7472" y="28324"/>
                        <a:pt x="7203" y="28433"/>
                        <a:pt x="6970" y="28433"/>
                      </a:cubicBezTo>
                      <a:cubicBezTo>
                        <a:pt x="5883" y="28433"/>
                        <a:pt x="5583" y="26077"/>
                        <a:pt x="6572" y="23880"/>
                      </a:cubicBezTo>
                      <a:cubicBezTo>
                        <a:pt x="7385" y="22044"/>
                        <a:pt x="6612" y="20613"/>
                        <a:pt x="5109" y="20613"/>
                      </a:cubicBezTo>
                      <a:cubicBezTo>
                        <a:pt x="4455" y="20613"/>
                        <a:pt x="3663" y="20884"/>
                        <a:pt x="2803" y="21512"/>
                      </a:cubicBezTo>
                      <a:cubicBezTo>
                        <a:pt x="1" y="23546"/>
                        <a:pt x="3336" y="26548"/>
                        <a:pt x="5738" y="29717"/>
                      </a:cubicBezTo>
                      <a:cubicBezTo>
                        <a:pt x="7479" y="32015"/>
                        <a:pt x="6696" y="34224"/>
                        <a:pt x="4571" y="34224"/>
                      </a:cubicBezTo>
                      <a:cubicBezTo>
                        <a:pt x="3764" y="34224"/>
                        <a:pt x="2764" y="33906"/>
                        <a:pt x="1635" y="33153"/>
                      </a:cubicBezTo>
                      <a:lnTo>
                        <a:pt x="1635" y="33153"/>
                      </a:lnTo>
                      <a:cubicBezTo>
                        <a:pt x="1635" y="33153"/>
                        <a:pt x="2302" y="35388"/>
                        <a:pt x="2402" y="35488"/>
                      </a:cubicBezTo>
                      <a:cubicBezTo>
                        <a:pt x="2446" y="35532"/>
                        <a:pt x="13405" y="35889"/>
                        <a:pt x="20927" y="35889"/>
                      </a:cubicBezTo>
                      <a:cubicBezTo>
                        <a:pt x="24914" y="35889"/>
                        <a:pt x="27935" y="35789"/>
                        <a:pt x="27854" y="35488"/>
                      </a:cubicBezTo>
                      <a:cubicBezTo>
                        <a:pt x="27620" y="34588"/>
                        <a:pt x="30222" y="33053"/>
                        <a:pt x="34258" y="32986"/>
                      </a:cubicBezTo>
                      <a:cubicBezTo>
                        <a:pt x="38295" y="32886"/>
                        <a:pt x="38728" y="31685"/>
                        <a:pt x="38528" y="29717"/>
                      </a:cubicBezTo>
                      <a:cubicBezTo>
                        <a:pt x="38429" y="28553"/>
                        <a:pt x="37373" y="27925"/>
                        <a:pt x="36008" y="27925"/>
                      </a:cubicBezTo>
                      <a:cubicBezTo>
                        <a:pt x="35067" y="27925"/>
                        <a:pt x="33979" y="28224"/>
                        <a:pt x="32957" y="28850"/>
                      </a:cubicBezTo>
                      <a:cubicBezTo>
                        <a:pt x="32056" y="29411"/>
                        <a:pt x="31186" y="29664"/>
                        <a:pt x="30502" y="29664"/>
                      </a:cubicBezTo>
                      <a:cubicBezTo>
                        <a:pt x="29315" y="29664"/>
                        <a:pt x="28693" y="28899"/>
                        <a:pt x="29455" y="27649"/>
                      </a:cubicBezTo>
                      <a:cubicBezTo>
                        <a:pt x="30656" y="25681"/>
                        <a:pt x="34425" y="25848"/>
                        <a:pt x="37160" y="25081"/>
                      </a:cubicBezTo>
                      <a:cubicBezTo>
                        <a:pt x="39929" y="24280"/>
                        <a:pt x="42664" y="19777"/>
                        <a:pt x="40429" y="17108"/>
                      </a:cubicBezTo>
                      <a:cubicBezTo>
                        <a:pt x="39937" y="16513"/>
                        <a:pt x="39346" y="16260"/>
                        <a:pt x="38719" y="16260"/>
                      </a:cubicBezTo>
                      <a:cubicBezTo>
                        <a:pt x="36495" y="16260"/>
                        <a:pt x="33807" y="19441"/>
                        <a:pt x="33391" y="21912"/>
                      </a:cubicBezTo>
                      <a:cubicBezTo>
                        <a:pt x="33191" y="23179"/>
                        <a:pt x="32618" y="23710"/>
                        <a:pt x="31991" y="23710"/>
                      </a:cubicBezTo>
                      <a:cubicBezTo>
                        <a:pt x="31050" y="23710"/>
                        <a:pt x="29989" y="22513"/>
                        <a:pt x="29889" y="20811"/>
                      </a:cubicBezTo>
                      <a:cubicBezTo>
                        <a:pt x="29722" y="17976"/>
                        <a:pt x="32190" y="16208"/>
                        <a:pt x="31790" y="13606"/>
                      </a:cubicBezTo>
                      <a:cubicBezTo>
                        <a:pt x="31628" y="12647"/>
                        <a:pt x="31145" y="12199"/>
                        <a:pt x="30504" y="12199"/>
                      </a:cubicBezTo>
                      <a:cubicBezTo>
                        <a:pt x="29430" y="12199"/>
                        <a:pt x="27911" y="13459"/>
                        <a:pt x="26720" y="15674"/>
                      </a:cubicBezTo>
                      <a:cubicBezTo>
                        <a:pt x="24852" y="19210"/>
                        <a:pt x="28021" y="21512"/>
                        <a:pt x="27887" y="24447"/>
                      </a:cubicBezTo>
                      <a:cubicBezTo>
                        <a:pt x="27720" y="27349"/>
                        <a:pt x="24585" y="31018"/>
                        <a:pt x="21516" y="31018"/>
                      </a:cubicBezTo>
                      <a:cubicBezTo>
                        <a:pt x="18414" y="31018"/>
                        <a:pt x="16546" y="27783"/>
                        <a:pt x="17146" y="23913"/>
                      </a:cubicBezTo>
                      <a:cubicBezTo>
                        <a:pt x="17747" y="20077"/>
                        <a:pt x="21249" y="21545"/>
                        <a:pt x="23918" y="19310"/>
                      </a:cubicBezTo>
                      <a:cubicBezTo>
                        <a:pt x="25974" y="17540"/>
                        <a:pt x="25024" y="15972"/>
                        <a:pt x="23318" y="15972"/>
                      </a:cubicBezTo>
                      <a:cubicBezTo>
                        <a:pt x="22838" y="15972"/>
                        <a:pt x="22299" y="16096"/>
                        <a:pt x="21749" y="16375"/>
                      </a:cubicBezTo>
                      <a:cubicBezTo>
                        <a:pt x="20979" y="16770"/>
                        <a:pt x="20364" y="16951"/>
                        <a:pt x="19888" y="16951"/>
                      </a:cubicBezTo>
                      <a:cubicBezTo>
                        <a:pt x="18840" y="16951"/>
                        <a:pt x="18466" y="16073"/>
                        <a:pt x="18581" y="14673"/>
                      </a:cubicBezTo>
                      <a:cubicBezTo>
                        <a:pt x="18747" y="12605"/>
                        <a:pt x="22617" y="12105"/>
                        <a:pt x="23984" y="9770"/>
                      </a:cubicBezTo>
                      <a:cubicBezTo>
                        <a:pt x="25333" y="7501"/>
                        <a:pt x="26259" y="1894"/>
                        <a:pt x="22675" y="1894"/>
                      </a:cubicBezTo>
                      <a:cubicBezTo>
                        <a:pt x="22623" y="1894"/>
                        <a:pt x="22571" y="1895"/>
                        <a:pt x="22517" y="1897"/>
                      </a:cubicBezTo>
                      <a:cubicBezTo>
                        <a:pt x="18714" y="2098"/>
                        <a:pt x="20115" y="6100"/>
                        <a:pt x="20382" y="9103"/>
                      </a:cubicBezTo>
                      <a:cubicBezTo>
                        <a:pt x="20649" y="12105"/>
                        <a:pt x="18147" y="12338"/>
                        <a:pt x="16279" y="12605"/>
                      </a:cubicBezTo>
                      <a:cubicBezTo>
                        <a:pt x="16156" y="12622"/>
                        <a:pt x="16040" y="12631"/>
                        <a:pt x="15933" y="12631"/>
                      </a:cubicBezTo>
                      <a:cubicBezTo>
                        <a:pt x="14383" y="12631"/>
                        <a:pt x="14455" y="10841"/>
                        <a:pt x="15578" y="7535"/>
                      </a:cubicBezTo>
                      <a:cubicBezTo>
                        <a:pt x="16779" y="4032"/>
                        <a:pt x="17813" y="1631"/>
                        <a:pt x="15678" y="263"/>
                      </a:cubicBezTo>
                      <a:cubicBezTo>
                        <a:pt x="15402" y="86"/>
                        <a:pt x="15119" y="1"/>
                        <a:pt x="1483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0" name="Google Shape;520;p46"/>
                <p:cNvSpPr/>
                <p:nvPr/>
              </p:nvSpPr>
              <p:spPr>
                <a:xfrm>
                  <a:off x="3826225" y="4618750"/>
                  <a:ext cx="967400" cy="524200"/>
                </a:xfrm>
                <a:custGeom>
                  <a:rect b="b" l="l" r="r" t="t"/>
                  <a:pathLst>
                    <a:path extrusionOk="0" h="20968" w="38696">
                      <a:moveTo>
                        <a:pt x="9208" y="0"/>
                      </a:moveTo>
                      <a:lnTo>
                        <a:pt x="9208" y="0"/>
                      </a:lnTo>
                      <a:cubicBezTo>
                        <a:pt x="8040" y="968"/>
                        <a:pt x="7973" y="4203"/>
                        <a:pt x="8640" y="6105"/>
                      </a:cubicBezTo>
                      <a:cubicBezTo>
                        <a:pt x="9608" y="8673"/>
                        <a:pt x="9508" y="11842"/>
                        <a:pt x="7807" y="13210"/>
                      </a:cubicBezTo>
                      <a:cubicBezTo>
                        <a:pt x="7500" y="13451"/>
                        <a:pt x="7227" y="13560"/>
                        <a:pt x="6992" y="13560"/>
                      </a:cubicBezTo>
                      <a:cubicBezTo>
                        <a:pt x="5894" y="13560"/>
                        <a:pt x="5611" y="11204"/>
                        <a:pt x="6572" y="9007"/>
                      </a:cubicBezTo>
                      <a:cubicBezTo>
                        <a:pt x="7410" y="7146"/>
                        <a:pt x="6625" y="5707"/>
                        <a:pt x="5124" y="5707"/>
                      </a:cubicBezTo>
                      <a:cubicBezTo>
                        <a:pt x="4472" y="5707"/>
                        <a:pt x="3685" y="5979"/>
                        <a:pt x="2836" y="6605"/>
                      </a:cubicBezTo>
                      <a:cubicBezTo>
                        <a:pt x="1" y="8673"/>
                        <a:pt x="3337" y="11675"/>
                        <a:pt x="5738" y="14811"/>
                      </a:cubicBezTo>
                      <a:cubicBezTo>
                        <a:pt x="7478" y="17107"/>
                        <a:pt x="6697" y="19332"/>
                        <a:pt x="4575" y="19332"/>
                      </a:cubicBezTo>
                      <a:cubicBezTo>
                        <a:pt x="3768" y="19332"/>
                        <a:pt x="2766" y="19010"/>
                        <a:pt x="1635" y="18247"/>
                      </a:cubicBezTo>
                      <a:lnTo>
                        <a:pt x="1635" y="18247"/>
                      </a:lnTo>
                      <a:cubicBezTo>
                        <a:pt x="1636" y="18247"/>
                        <a:pt x="2336" y="20482"/>
                        <a:pt x="2403" y="20582"/>
                      </a:cubicBezTo>
                      <a:cubicBezTo>
                        <a:pt x="2468" y="20625"/>
                        <a:pt x="13417" y="20968"/>
                        <a:pt x="20941" y="20968"/>
                      </a:cubicBezTo>
                      <a:cubicBezTo>
                        <a:pt x="24938" y="20968"/>
                        <a:pt x="27969" y="20871"/>
                        <a:pt x="27888" y="20582"/>
                      </a:cubicBezTo>
                      <a:cubicBezTo>
                        <a:pt x="27654" y="19715"/>
                        <a:pt x="30189" y="18180"/>
                        <a:pt x="34259" y="18113"/>
                      </a:cubicBezTo>
                      <a:cubicBezTo>
                        <a:pt x="38262" y="18013"/>
                        <a:pt x="38695" y="16812"/>
                        <a:pt x="38528" y="14844"/>
                      </a:cubicBezTo>
                      <a:cubicBezTo>
                        <a:pt x="38462" y="14010"/>
                        <a:pt x="37828" y="13343"/>
                        <a:pt x="37027" y="13177"/>
                      </a:cubicBezTo>
                      <a:cubicBezTo>
                        <a:pt x="36360" y="14377"/>
                        <a:pt x="34926" y="15845"/>
                        <a:pt x="32024" y="16279"/>
                      </a:cubicBezTo>
                      <a:cubicBezTo>
                        <a:pt x="26887" y="17046"/>
                        <a:pt x="27487" y="15878"/>
                        <a:pt x="23384" y="18013"/>
                      </a:cubicBezTo>
                      <a:cubicBezTo>
                        <a:pt x="22132" y="18665"/>
                        <a:pt x="21227" y="18941"/>
                        <a:pt x="20522" y="18941"/>
                      </a:cubicBezTo>
                      <a:cubicBezTo>
                        <a:pt x="18917" y="18941"/>
                        <a:pt x="18344" y="17514"/>
                        <a:pt x="17046" y="15845"/>
                      </a:cubicBezTo>
                      <a:cubicBezTo>
                        <a:pt x="16670" y="15369"/>
                        <a:pt x="16324" y="15180"/>
                        <a:pt x="15989" y="15180"/>
                      </a:cubicBezTo>
                      <a:cubicBezTo>
                        <a:pt x="14696" y="15180"/>
                        <a:pt x="13557" y="18000"/>
                        <a:pt x="11363" y="18000"/>
                      </a:cubicBezTo>
                      <a:cubicBezTo>
                        <a:pt x="11258" y="18000"/>
                        <a:pt x="11151" y="17993"/>
                        <a:pt x="11042" y="17980"/>
                      </a:cubicBezTo>
                      <a:cubicBezTo>
                        <a:pt x="8040" y="17646"/>
                        <a:pt x="11042" y="15478"/>
                        <a:pt x="11042" y="13110"/>
                      </a:cubicBezTo>
                      <a:cubicBezTo>
                        <a:pt x="11042" y="10741"/>
                        <a:pt x="8640" y="6071"/>
                        <a:pt x="9174" y="5071"/>
                      </a:cubicBezTo>
                      <a:cubicBezTo>
                        <a:pt x="9474" y="4404"/>
                        <a:pt x="9941" y="1969"/>
                        <a:pt x="9208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1" name="Google Shape;521;p46"/>
              <p:cNvGrpSpPr/>
              <p:nvPr/>
            </p:nvGrpSpPr>
            <p:grpSpPr>
              <a:xfrm>
                <a:off x="4424175" y="4550550"/>
                <a:ext cx="511225" cy="592950"/>
                <a:chOff x="4483725" y="3281075"/>
                <a:chExt cx="511225" cy="592950"/>
              </a:xfrm>
            </p:grpSpPr>
            <p:sp>
              <p:nvSpPr>
                <p:cNvPr id="522" name="Google Shape;522;p46"/>
                <p:cNvSpPr/>
                <p:nvPr/>
              </p:nvSpPr>
              <p:spPr>
                <a:xfrm>
                  <a:off x="4483725" y="3362800"/>
                  <a:ext cx="152650" cy="334425"/>
                </a:xfrm>
                <a:custGeom>
                  <a:rect b="b" l="l" r="r" t="t"/>
                  <a:pathLst>
                    <a:path extrusionOk="0" h="13377" w="6106">
                      <a:moveTo>
                        <a:pt x="1435" y="0"/>
                      </a:moveTo>
                      <a:cubicBezTo>
                        <a:pt x="1435" y="1"/>
                        <a:pt x="1" y="6005"/>
                        <a:pt x="2336" y="8373"/>
                      </a:cubicBezTo>
                      <a:cubicBezTo>
                        <a:pt x="3703" y="9774"/>
                        <a:pt x="4738" y="11509"/>
                        <a:pt x="5271" y="13377"/>
                      </a:cubicBezTo>
                      <a:cubicBezTo>
                        <a:pt x="5271" y="13377"/>
                        <a:pt x="6105" y="8540"/>
                        <a:pt x="5471" y="6338"/>
                      </a:cubicBezTo>
                      <a:cubicBezTo>
                        <a:pt x="4871" y="4170"/>
                        <a:pt x="2536" y="3836"/>
                        <a:pt x="14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3" name="Google Shape;523;p46"/>
                <p:cNvSpPr/>
                <p:nvPr/>
              </p:nvSpPr>
              <p:spPr>
                <a:xfrm>
                  <a:off x="4597150" y="3490375"/>
                  <a:ext cx="371950" cy="345275"/>
                </a:xfrm>
                <a:custGeom>
                  <a:rect b="b" l="l" r="r" t="t"/>
                  <a:pathLst>
                    <a:path extrusionOk="0" h="13811" w="14878">
                      <a:moveTo>
                        <a:pt x="14878" y="1"/>
                      </a:moveTo>
                      <a:lnTo>
                        <a:pt x="14878" y="1"/>
                      </a:lnTo>
                      <a:cubicBezTo>
                        <a:pt x="13176" y="1836"/>
                        <a:pt x="11042" y="3170"/>
                        <a:pt x="8640" y="3870"/>
                      </a:cubicBezTo>
                      <a:cubicBezTo>
                        <a:pt x="4837" y="4938"/>
                        <a:pt x="4037" y="5538"/>
                        <a:pt x="3036" y="7706"/>
                      </a:cubicBezTo>
                      <a:cubicBezTo>
                        <a:pt x="2069" y="9841"/>
                        <a:pt x="0" y="13811"/>
                        <a:pt x="0" y="13811"/>
                      </a:cubicBezTo>
                      <a:cubicBezTo>
                        <a:pt x="2969" y="10642"/>
                        <a:pt x="3036" y="8974"/>
                        <a:pt x="5738" y="8274"/>
                      </a:cubicBezTo>
                      <a:cubicBezTo>
                        <a:pt x="8473" y="7573"/>
                        <a:pt x="11775" y="6472"/>
                        <a:pt x="13210" y="4571"/>
                      </a:cubicBezTo>
                      <a:cubicBezTo>
                        <a:pt x="14611" y="2636"/>
                        <a:pt x="14878" y="1"/>
                        <a:pt x="1487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4" name="Google Shape;524;p46"/>
                <p:cNvSpPr/>
                <p:nvPr/>
              </p:nvSpPr>
              <p:spPr>
                <a:xfrm>
                  <a:off x="4663850" y="3281075"/>
                  <a:ext cx="331100" cy="278550"/>
                </a:xfrm>
                <a:custGeom>
                  <a:rect b="b" l="l" r="r" t="t"/>
                  <a:pathLst>
                    <a:path extrusionOk="0" h="11142" w="13244">
                      <a:moveTo>
                        <a:pt x="13244" y="0"/>
                      </a:moveTo>
                      <a:cubicBezTo>
                        <a:pt x="13243" y="1"/>
                        <a:pt x="10642" y="2669"/>
                        <a:pt x="7173" y="3570"/>
                      </a:cubicBezTo>
                      <a:cubicBezTo>
                        <a:pt x="3704" y="4504"/>
                        <a:pt x="1469" y="6538"/>
                        <a:pt x="735" y="8373"/>
                      </a:cubicBezTo>
                      <a:cubicBezTo>
                        <a:pt x="1" y="10241"/>
                        <a:pt x="268" y="11142"/>
                        <a:pt x="268" y="11142"/>
                      </a:cubicBezTo>
                      <a:cubicBezTo>
                        <a:pt x="2603" y="9007"/>
                        <a:pt x="4671" y="9507"/>
                        <a:pt x="8507" y="6672"/>
                      </a:cubicBezTo>
                      <a:cubicBezTo>
                        <a:pt x="10742" y="5004"/>
                        <a:pt x="12410" y="2669"/>
                        <a:pt x="132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" name="Google Shape;525;p46"/>
                <p:cNvSpPr/>
                <p:nvPr/>
              </p:nvSpPr>
              <p:spPr>
                <a:xfrm>
                  <a:off x="4576300" y="3281075"/>
                  <a:ext cx="417825" cy="592950"/>
                </a:xfrm>
                <a:custGeom>
                  <a:rect b="b" l="l" r="r" t="t"/>
                  <a:pathLst>
                    <a:path extrusionOk="0" fill="none" h="23718" w="16713">
                      <a:moveTo>
                        <a:pt x="0" y="23717"/>
                      </a:moveTo>
                      <a:cubicBezTo>
                        <a:pt x="2369" y="20482"/>
                        <a:pt x="601" y="17713"/>
                        <a:pt x="2269" y="14144"/>
                      </a:cubicBezTo>
                      <a:cubicBezTo>
                        <a:pt x="3937" y="10608"/>
                        <a:pt x="5671" y="6905"/>
                        <a:pt x="9474" y="5604"/>
                      </a:cubicBezTo>
                      <a:cubicBezTo>
                        <a:pt x="13243" y="4337"/>
                        <a:pt x="16712" y="0"/>
                        <a:pt x="16712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" name="Google Shape;526;p46"/>
                <p:cNvSpPr/>
                <p:nvPr/>
              </p:nvSpPr>
              <p:spPr>
                <a:xfrm>
                  <a:off x="4519600" y="3362800"/>
                  <a:ext cx="95925" cy="334425"/>
                </a:xfrm>
                <a:custGeom>
                  <a:rect b="b" l="l" r="r" t="t"/>
                  <a:pathLst>
                    <a:path extrusionOk="0" fill="none" h="13377" w="3837">
                      <a:moveTo>
                        <a:pt x="0" y="0"/>
                      </a:moveTo>
                      <a:cubicBezTo>
                        <a:pt x="400" y="5404"/>
                        <a:pt x="2535" y="5905"/>
                        <a:pt x="3102" y="8606"/>
                      </a:cubicBezTo>
                      <a:cubicBezTo>
                        <a:pt x="3469" y="10174"/>
                        <a:pt x="3703" y="11775"/>
                        <a:pt x="3836" y="13377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" name="Google Shape;527;p46"/>
                <p:cNvSpPr/>
                <p:nvPr/>
              </p:nvSpPr>
              <p:spPr>
                <a:xfrm>
                  <a:off x="4597150" y="3491225"/>
                  <a:ext cx="371125" cy="345275"/>
                </a:xfrm>
                <a:custGeom>
                  <a:rect b="b" l="l" r="r" t="t"/>
                  <a:pathLst>
                    <a:path extrusionOk="0" fill="none" h="13811" w="14845">
                      <a:moveTo>
                        <a:pt x="14844" y="0"/>
                      </a:moveTo>
                      <a:cubicBezTo>
                        <a:pt x="12343" y="3970"/>
                        <a:pt x="9207" y="4637"/>
                        <a:pt x="6505" y="6238"/>
                      </a:cubicBezTo>
                      <a:cubicBezTo>
                        <a:pt x="3836" y="7839"/>
                        <a:pt x="2202" y="10141"/>
                        <a:pt x="0" y="1381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8" name="Google Shape;528;p46"/>
              <p:cNvGrpSpPr/>
              <p:nvPr/>
            </p:nvGrpSpPr>
            <p:grpSpPr>
              <a:xfrm rot="3402052">
                <a:off x="3319649" y="4326495"/>
                <a:ext cx="1077455" cy="512015"/>
                <a:chOff x="4925350" y="704275"/>
                <a:chExt cx="1077475" cy="512025"/>
              </a:xfrm>
            </p:grpSpPr>
            <p:sp>
              <p:nvSpPr>
                <p:cNvPr id="529" name="Google Shape;529;p46"/>
                <p:cNvSpPr/>
                <p:nvPr/>
              </p:nvSpPr>
              <p:spPr>
                <a:xfrm>
                  <a:off x="4925350" y="743200"/>
                  <a:ext cx="670500" cy="172925"/>
                </a:xfrm>
                <a:custGeom>
                  <a:rect b="b" l="l" r="r" t="t"/>
                  <a:pathLst>
                    <a:path extrusionOk="0" h="6917" w="26820">
                      <a:moveTo>
                        <a:pt x="13408" y="0"/>
                      </a:moveTo>
                      <a:cubicBezTo>
                        <a:pt x="6185" y="0"/>
                        <a:pt x="1" y="4481"/>
                        <a:pt x="1" y="4481"/>
                      </a:cubicBezTo>
                      <a:cubicBezTo>
                        <a:pt x="904" y="4638"/>
                        <a:pt x="1765" y="4704"/>
                        <a:pt x="2589" y="4704"/>
                      </a:cubicBezTo>
                      <a:cubicBezTo>
                        <a:pt x="6608" y="4704"/>
                        <a:pt x="9749" y="3155"/>
                        <a:pt x="12638" y="3155"/>
                      </a:cubicBezTo>
                      <a:cubicBezTo>
                        <a:pt x="13686" y="3155"/>
                        <a:pt x="14701" y="3359"/>
                        <a:pt x="15712" y="3914"/>
                      </a:cubicBezTo>
                      <a:cubicBezTo>
                        <a:pt x="20082" y="6316"/>
                        <a:pt x="26820" y="6916"/>
                        <a:pt x="26820" y="6916"/>
                      </a:cubicBezTo>
                      <a:cubicBezTo>
                        <a:pt x="26820" y="6916"/>
                        <a:pt x="22383" y="579"/>
                        <a:pt x="14644" y="45"/>
                      </a:cubicBezTo>
                      <a:cubicBezTo>
                        <a:pt x="14229" y="14"/>
                        <a:pt x="13817" y="0"/>
                        <a:pt x="1340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" name="Google Shape;530;p46"/>
                <p:cNvSpPr/>
                <p:nvPr/>
              </p:nvSpPr>
              <p:spPr>
                <a:xfrm>
                  <a:off x="5240575" y="942350"/>
                  <a:ext cx="567925" cy="146325"/>
                </a:xfrm>
                <a:custGeom>
                  <a:rect b="b" l="l" r="r" t="t"/>
                  <a:pathLst>
                    <a:path extrusionOk="0" h="5853" w="22717">
                      <a:moveTo>
                        <a:pt x="17929" y="1"/>
                      </a:moveTo>
                      <a:cubicBezTo>
                        <a:pt x="15911" y="1"/>
                        <a:pt x="13527" y="302"/>
                        <a:pt x="11342" y="1352"/>
                      </a:cubicBezTo>
                      <a:cubicBezTo>
                        <a:pt x="5588" y="4132"/>
                        <a:pt x="1548" y="4364"/>
                        <a:pt x="361" y="4364"/>
                      </a:cubicBezTo>
                      <a:cubicBezTo>
                        <a:pt x="124" y="4364"/>
                        <a:pt x="1" y="4354"/>
                        <a:pt x="1" y="4354"/>
                      </a:cubicBezTo>
                      <a:lnTo>
                        <a:pt x="1" y="4354"/>
                      </a:lnTo>
                      <a:cubicBezTo>
                        <a:pt x="2237" y="5423"/>
                        <a:pt x="4500" y="5852"/>
                        <a:pt x="6647" y="5852"/>
                      </a:cubicBezTo>
                      <a:cubicBezTo>
                        <a:pt x="10265" y="5852"/>
                        <a:pt x="13551" y="4631"/>
                        <a:pt x="15812" y="3187"/>
                      </a:cubicBezTo>
                      <a:cubicBezTo>
                        <a:pt x="17880" y="1786"/>
                        <a:pt x="20248" y="918"/>
                        <a:pt x="22717" y="552"/>
                      </a:cubicBezTo>
                      <a:cubicBezTo>
                        <a:pt x="22717" y="552"/>
                        <a:pt x="20657" y="1"/>
                        <a:pt x="179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1" name="Google Shape;531;p46"/>
                <p:cNvSpPr/>
                <p:nvPr/>
              </p:nvSpPr>
              <p:spPr>
                <a:xfrm>
                  <a:off x="5482425" y="1051825"/>
                  <a:ext cx="492875" cy="164475"/>
                </a:xfrm>
                <a:custGeom>
                  <a:rect b="b" l="l" r="r" t="t"/>
                  <a:pathLst>
                    <a:path extrusionOk="0" h="6579" w="19715">
                      <a:moveTo>
                        <a:pt x="14944" y="0"/>
                      </a:moveTo>
                      <a:cubicBezTo>
                        <a:pt x="12982" y="0"/>
                        <a:pt x="10528" y="740"/>
                        <a:pt x="8540" y="2344"/>
                      </a:cubicBezTo>
                      <a:cubicBezTo>
                        <a:pt x="5471" y="4845"/>
                        <a:pt x="0" y="4879"/>
                        <a:pt x="0" y="4879"/>
                      </a:cubicBezTo>
                      <a:cubicBezTo>
                        <a:pt x="0" y="4879"/>
                        <a:pt x="2899" y="6579"/>
                        <a:pt x="6353" y="6579"/>
                      </a:cubicBezTo>
                      <a:cubicBezTo>
                        <a:pt x="7172" y="6579"/>
                        <a:pt x="8023" y="6483"/>
                        <a:pt x="8873" y="6246"/>
                      </a:cubicBezTo>
                      <a:cubicBezTo>
                        <a:pt x="12727" y="5166"/>
                        <a:pt x="14306" y="2323"/>
                        <a:pt x="17994" y="2323"/>
                      </a:cubicBezTo>
                      <a:cubicBezTo>
                        <a:pt x="18521" y="2323"/>
                        <a:pt x="19090" y="2381"/>
                        <a:pt x="19714" y="2510"/>
                      </a:cubicBezTo>
                      <a:cubicBezTo>
                        <a:pt x="19714" y="2510"/>
                        <a:pt x="19314" y="1877"/>
                        <a:pt x="17613" y="676"/>
                      </a:cubicBezTo>
                      <a:cubicBezTo>
                        <a:pt x="16990" y="233"/>
                        <a:pt x="16044" y="0"/>
                        <a:pt x="1494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2" name="Google Shape;532;p46"/>
                <p:cNvSpPr/>
                <p:nvPr/>
              </p:nvSpPr>
              <p:spPr>
                <a:xfrm>
                  <a:off x="5657550" y="704275"/>
                  <a:ext cx="271875" cy="318600"/>
                </a:xfrm>
                <a:custGeom>
                  <a:rect b="b" l="l" r="r" t="t"/>
                  <a:pathLst>
                    <a:path extrusionOk="0" h="12744" w="10875">
                      <a:moveTo>
                        <a:pt x="0" y="1"/>
                      </a:moveTo>
                      <a:cubicBezTo>
                        <a:pt x="0" y="1"/>
                        <a:pt x="3503" y="1702"/>
                        <a:pt x="5104" y="4437"/>
                      </a:cubicBezTo>
                      <a:cubicBezTo>
                        <a:pt x="6705" y="7139"/>
                        <a:pt x="9941" y="12743"/>
                        <a:pt x="9941" y="12743"/>
                      </a:cubicBezTo>
                      <a:cubicBezTo>
                        <a:pt x="8273" y="8540"/>
                        <a:pt x="10875" y="7439"/>
                        <a:pt x="8840" y="3937"/>
                      </a:cubicBezTo>
                      <a:cubicBezTo>
                        <a:pt x="6805" y="434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46"/>
                <p:cNvSpPr/>
                <p:nvPr/>
              </p:nvSpPr>
              <p:spPr>
                <a:xfrm>
                  <a:off x="4925350" y="750975"/>
                  <a:ext cx="1077475" cy="422825"/>
                </a:xfrm>
                <a:custGeom>
                  <a:rect b="b" l="l" r="r" t="t"/>
                  <a:pathLst>
                    <a:path extrusionOk="0" fill="none" h="16913" w="43099">
                      <a:moveTo>
                        <a:pt x="43098" y="16913"/>
                      </a:moveTo>
                      <a:cubicBezTo>
                        <a:pt x="40963" y="11642"/>
                        <a:pt x="37027" y="7406"/>
                        <a:pt x="30356" y="7106"/>
                      </a:cubicBezTo>
                      <a:cubicBezTo>
                        <a:pt x="23718" y="6839"/>
                        <a:pt x="20549" y="3170"/>
                        <a:pt x="15145" y="1602"/>
                      </a:cubicBezTo>
                      <a:cubicBezTo>
                        <a:pt x="9741" y="1"/>
                        <a:pt x="1" y="4170"/>
                        <a:pt x="1" y="417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46"/>
                <p:cNvSpPr/>
                <p:nvPr/>
              </p:nvSpPr>
              <p:spPr>
                <a:xfrm>
                  <a:off x="5240575" y="954450"/>
                  <a:ext cx="567925" cy="117625"/>
                </a:xfrm>
                <a:custGeom>
                  <a:rect b="b" l="l" r="r" t="t"/>
                  <a:pathLst>
                    <a:path extrusionOk="0" fill="none" h="4705" w="22717">
                      <a:moveTo>
                        <a:pt x="1" y="3870"/>
                      </a:moveTo>
                      <a:cubicBezTo>
                        <a:pt x="8774" y="4704"/>
                        <a:pt x="12343" y="2803"/>
                        <a:pt x="14978" y="1402"/>
                      </a:cubicBezTo>
                      <a:cubicBezTo>
                        <a:pt x="17613" y="1"/>
                        <a:pt x="22717" y="68"/>
                        <a:pt x="22717" y="68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5" name="Google Shape;535;p46"/>
                <p:cNvSpPr/>
                <p:nvPr/>
              </p:nvSpPr>
              <p:spPr>
                <a:xfrm>
                  <a:off x="5656700" y="704275"/>
                  <a:ext cx="249375" cy="319425"/>
                </a:xfrm>
                <a:custGeom>
                  <a:rect b="b" l="l" r="r" t="t"/>
                  <a:pathLst>
                    <a:path extrusionOk="0" fill="none" h="12777" w="9975">
                      <a:moveTo>
                        <a:pt x="1" y="1"/>
                      </a:moveTo>
                      <a:cubicBezTo>
                        <a:pt x="4037" y="768"/>
                        <a:pt x="7573" y="3470"/>
                        <a:pt x="8107" y="5972"/>
                      </a:cubicBezTo>
                      <a:cubicBezTo>
                        <a:pt x="8607" y="8240"/>
                        <a:pt x="9241" y="10542"/>
                        <a:pt x="9975" y="12776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" name="Google Shape;536;p46"/>
                <p:cNvSpPr/>
                <p:nvPr/>
              </p:nvSpPr>
              <p:spPr>
                <a:xfrm>
                  <a:off x="5481575" y="1069550"/>
                  <a:ext cx="492875" cy="134275"/>
                </a:xfrm>
                <a:custGeom>
                  <a:rect b="b" l="l" r="r" t="t"/>
                  <a:pathLst>
                    <a:path extrusionOk="0" fill="none" h="5371" w="19715">
                      <a:moveTo>
                        <a:pt x="1" y="4170"/>
                      </a:moveTo>
                      <a:cubicBezTo>
                        <a:pt x="5138" y="5371"/>
                        <a:pt x="8974" y="3636"/>
                        <a:pt x="12143" y="1801"/>
                      </a:cubicBezTo>
                      <a:cubicBezTo>
                        <a:pt x="15312" y="0"/>
                        <a:pt x="19715" y="1801"/>
                        <a:pt x="19715" y="1801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37" name="Google Shape;537;p46"/>
            <p:cNvSpPr/>
            <p:nvPr/>
          </p:nvSpPr>
          <p:spPr>
            <a:xfrm rot="-6095">
              <a:off x="1750774" y="4862628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6"/>
            <p:cNvSpPr/>
            <p:nvPr/>
          </p:nvSpPr>
          <p:spPr>
            <a:xfrm rot="950585">
              <a:off x="6974512" y="4864342"/>
              <a:ext cx="161536" cy="68571"/>
            </a:xfrm>
            <a:prstGeom prst="ellipse">
              <a:avLst/>
            </a:prstGeom>
            <a:solidFill>
              <a:srgbClr val="7D9DCD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9" name="Google Shape;539;p46"/>
            <p:cNvGrpSpPr/>
            <p:nvPr/>
          </p:nvGrpSpPr>
          <p:grpSpPr>
            <a:xfrm flipH="1" rot="260469">
              <a:off x="2736344" y="4733837"/>
              <a:ext cx="442031" cy="203389"/>
              <a:chOff x="3029000" y="3167975"/>
              <a:chExt cx="442000" cy="203375"/>
            </a:xfrm>
          </p:grpSpPr>
          <p:sp>
            <p:nvSpPr>
              <p:cNvPr id="540" name="Google Shape;540;p46"/>
              <p:cNvSpPr/>
              <p:nvPr/>
            </p:nvSpPr>
            <p:spPr>
              <a:xfrm>
                <a:off x="3134900" y="3167975"/>
                <a:ext cx="189500" cy="203375"/>
              </a:xfrm>
              <a:custGeom>
                <a:rect b="b" l="l" r="r" t="t"/>
                <a:pathLst>
                  <a:path extrusionOk="0" h="8135" w="7580">
                    <a:moveTo>
                      <a:pt x="4307" y="1"/>
                    </a:moveTo>
                    <a:cubicBezTo>
                      <a:pt x="3145" y="1"/>
                      <a:pt x="1903" y="214"/>
                      <a:pt x="1235" y="724"/>
                    </a:cubicBezTo>
                    <a:cubicBezTo>
                      <a:pt x="1" y="1691"/>
                      <a:pt x="201" y="6661"/>
                      <a:pt x="1869" y="7262"/>
                    </a:cubicBezTo>
                    <a:cubicBezTo>
                      <a:pt x="3134" y="7717"/>
                      <a:pt x="4841" y="8134"/>
                      <a:pt x="5621" y="8134"/>
                    </a:cubicBezTo>
                    <a:cubicBezTo>
                      <a:pt x="5868" y="8134"/>
                      <a:pt x="6022" y="8092"/>
                      <a:pt x="6039" y="7996"/>
                    </a:cubicBezTo>
                    <a:cubicBezTo>
                      <a:pt x="6139" y="7595"/>
                      <a:pt x="3370" y="6028"/>
                      <a:pt x="3370" y="6028"/>
                    </a:cubicBezTo>
                    <a:lnTo>
                      <a:pt x="3537" y="1558"/>
                    </a:lnTo>
                    <a:cubicBezTo>
                      <a:pt x="3945" y="1618"/>
                      <a:pt x="4333" y="1645"/>
                      <a:pt x="4692" y="1645"/>
                    </a:cubicBezTo>
                    <a:cubicBezTo>
                      <a:pt x="6505" y="1645"/>
                      <a:pt x="7580" y="958"/>
                      <a:pt x="6772" y="457"/>
                    </a:cubicBezTo>
                    <a:cubicBezTo>
                      <a:pt x="6330" y="173"/>
                      <a:pt x="5351" y="1"/>
                      <a:pt x="43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46"/>
              <p:cNvSpPr/>
              <p:nvPr/>
            </p:nvSpPr>
            <p:spPr>
              <a:xfrm>
                <a:off x="3351725" y="3228375"/>
                <a:ext cx="106775" cy="64450"/>
              </a:xfrm>
              <a:custGeom>
                <a:rect b="b" l="l" r="r" t="t"/>
                <a:pathLst>
                  <a:path extrusionOk="0" h="2578" w="4271">
                    <a:moveTo>
                      <a:pt x="3786" y="1"/>
                    </a:moveTo>
                    <a:cubicBezTo>
                      <a:pt x="2892" y="1"/>
                      <a:pt x="228" y="818"/>
                      <a:pt x="1" y="2577"/>
                    </a:cubicBezTo>
                    <a:cubicBezTo>
                      <a:pt x="1" y="2577"/>
                      <a:pt x="4270" y="376"/>
                      <a:pt x="4070" y="76"/>
                    </a:cubicBezTo>
                    <a:cubicBezTo>
                      <a:pt x="4045" y="26"/>
                      <a:pt x="3943" y="1"/>
                      <a:pt x="37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46"/>
              <p:cNvSpPr/>
              <p:nvPr/>
            </p:nvSpPr>
            <p:spPr>
              <a:xfrm>
                <a:off x="3346125" y="3292800"/>
                <a:ext cx="124875" cy="55525"/>
              </a:xfrm>
              <a:custGeom>
                <a:rect b="b" l="l" r="r" t="t"/>
                <a:pathLst>
                  <a:path extrusionOk="0" h="2221" w="4995">
                    <a:moveTo>
                      <a:pt x="225" y="0"/>
                    </a:moveTo>
                    <a:lnTo>
                      <a:pt x="225" y="0"/>
                    </a:lnTo>
                    <a:cubicBezTo>
                      <a:pt x="0" y="366"/>
                      <a:pt x="1880" y="2220"/>
                      <a:pt x="3495" y="2220"/>
                    </a:cubicBezTo>
                    <a:cubicBezTo>
                      <a:pt x="3798" y="2220"/>
                      <a:pt x="4092" y="2155"/>
                      <a:pt x="4361" y="2002"/>
                    </a:cubicBezTo>
                    <a:cubicBezTo>
                      <a:pt x="4995" y="1668"/>
                      <a:pt x="225" y="1"/>
                      <a:pt x="2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46"/>
              <p:cNvSpPr/>
              <p:nvPr/>
            </p:nvSpPr>
            <p:spPr>
              <a:xfrm>
                <a:off x="3029000" y="3184850"/>
                <a:ext cx="334850" cy="165025"/>
              </a:xfrm>
              <a:custGeom>
                <a:rect b="b" l="l" r="r" t="t"/>
                <a:pathLst>
                  <a:path extrusionOk="0" h="6601" w="13394">
                    <a:moveTo>
                      <a:pt x="5827" y="0"/>
                    </a:moveTo>
                    <a:cubicBezTo>
                      <a:pt x="5708" y="0"/>
                      <a:pt x="5589" y="5"/>
                      <a:pt x="5471" y="15"/>
                    </a:cubicBezTo>
                    <a:cubicBezTo>
                      <a:pt x="2002" y="316"/>
                      <a:pt x="1" y="4585"/>
                      <a:pt x="167" y="5286"/>
                    </a:cubicBezTo>
                    <a:cubicBezTo>
                      <a:pt x="262" y="5682"/>
                      <a:pt x="2308" y="6601"/>
                      <a:pt x="5208" y="6601"/>
                    </a:cubicBezTo>
                    <a:cubicBezTo>
                      <a:pt x="7437" y="6601"/>
                      <a:pt x="10170" y="6058"/>
                      <a:pt x="12910" y="4318"/>
                    </a:cubicBezTo>
                    <a:cubicBezTo>
                      <a:pt x="13393" y="3996"/>
                      <a:pt x="9238" y="0"/>
                      <a:pt x="5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46"/>
              <p:cNvSpPr/>
              <p:nvPr/>
            </p:nvSpPr>
            <p:spPr>
              <a:xfrm>
                <a:off x="3164925" y="3257775"/>
                <a:ext cx="20875" cy="92600"/>
              </a:xfrm>
              <a:custGeom>
                <a:rect b="b" l="l" r="r" t="t"/>
                <a:pathLst>
                  <a:path extrusionOk="0" fill="none" h="3704" w="835">
                    <a:moveTo>
                      <a:pt x="1" y="0"/>
                    </a:moveTo>
                    <a:cubicBezTo>
                      <a:pt x="835" y="1535"/>
                      <a:pt x="468" y="3169"/>
                      <a:pt x="34" y="370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46"/>
              <p:cNvSpPr/>
              <p:nvPr/>
            </p:nvSpPr>
            <p:spPr>
              <a:xfrm>
                <a:off x="3081550" y="3257050"/>
                <a:ext cx="28375" cy="25675"/>
              </a:xfrm>
              <a:custGeom>
                <a:rect b="b" l="l" r="r" t="t"/>
                <a:pathLst>
                  <a:path extrusionOk="0" h="1027" w="1135">
                    <a:moveTo>
                      <a:pt x="563" y="0"/>
                    </a:moveTo>
                    <a:cubicBezTo>
                      <a:pt x="508" y="0"/>
                      <a:pt x="454" y="9"/>
                      <a:pt x="400" y="29"/>
                    </a:cubicBezTo>
                    <a:cubicBezTo>
                      <a:pt x="133" y="130"/>
                      <a:pt x="0" y="396"/>
                      <a:pt x="100" y="663"/>
                    </a:cubicBezTo>
                    <a:cubicBezTo>
                      <a:pt x="153" y="877"/>
                      <a:pt x="356" y="1026"/>
                      <a:pt x="572" y="1026"/>
                    </a:cubicBezTo>
                    <a:cubicBezTo>
                      <a:pt x="626" y="1026"/>
                      <a:pt x="681" y="1017"/>
                      <a:pt x="734" y="997"/>
                    </a:cubicBezTo>
                    <a:cubicBezTo>
                      <a:pt x="1001" y="897"/>
                      <a:pt x="1134" y="630"/>
                      <a:pt x="1067" y="363"/>
                    </a:cubicBezTo>
                    <a:cubicBezTo>
                      <a:pt x="987" y="150"/>
                      <a:pt x="779" y="0"/>
                      <a:pt x="5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46"/>
              <p:cNvSpPr/>
              <p:nvPr/>
            </p:nvSpPr>
            <p:spPr>
              <a:xfrm>
                <a:off x="3088200" y="3264950"/>
                <a:ext cx="7550" cy="7025"/>
              </a:xfrm>
              <a:custGeom>
                <a:rect b="b" l="l" r="r" t="t"/>
                <a:pathLst>
                  <a:path extrusionOk="0" h="281" w="302">
                    <a:moveTo>
                      <a:pt x="159" y="1"/>
                    </a:moveTo>
                    <a:cubicBezTo>
                      <a:pt x="139" y="1"/>
                      <a:pt x="119" y="5"/>
                      <a:pt x="101" y="14"/>
                    </a:cubicBezTo>
                    <a:cubicBezTo>
                      <a:pt x="34" y="14"/>
                      <a:pt x="1" y="114"/>
                      <a:pt x="34" y="180"/>
                    </a:cubicBezTo>
                    <a:cubicBezTo>
                      <a:pt x="34" y="247"/>
                      <a:pt x="134" y="281"/>
                      <a:pt x="201" y="281"/>
                    </a:cubicBezTo>
                    <a:cubicBezTo>
                      <a:pt x="268" y="247"/>
                      <a:pt x="301" y="147"/>
                      <a:pt x="268" y="80"/>
                    </a:cubicBezTo>
                    <a:cubicBezTo>
                      <a:pt x="268" y="32"/>
                      <a:pt x="214" y="1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Google Shape;548;p47"/>
          <p:cNvGrpSpPr/>
          <p:nvPr/>
        </p:nvGrpSpPr>
        <p:grpSpPr>
          <a:xfrm>
            <a:off x="-3525" y="539666"/>
            <a:ext cx="9158100" cy="4645469"/>
            <a:chOff x="-3525" y="539666"/>
            <a:chExt cx="9158100" cy="4645469"/>
          </a:xfrm>
        </p:grpSpPr>
        <p:grpSp>
          <p:nvGrpSpPr>
            <p:cNvPr id="549" name="Google Shape;549;p47"/>
            <p:cNvGrpSpPr/>
            <p:nvPr/>
          </p:nvGrpSpPr>
          <p:grpSpPr>
            <a:xfrm>
              <a:off x="-3525" y="539666"/>
              <a:ext cx="9158100" cy="4645469"/>
              <a:chOff x="-3525" y="539666"/>
              <a:chExt cx="9158100" cy="4645469"/>
            </a:xfrm>
          </p:grpSpPr>
          <p:grpSp>
            <p:nvGrpSpPr>
              <p:cNvPr id="550" name="Google Shape;550;p47"/>
              <p:cNvGrpSpPr/>
              <p:nvPr/>
            </p:nvGrpSpPr>
            <p:grpSpPr>
              <a:xfrm>
                <a:off x="-3525" y="539666"/>
                <a:ext cx="9158100" cy="4645469"/>
                <a:chOff x="-3525" y="539666"/>
                <a:chExt cx="9158100" cy="4645469"/>
              </a:xfrm>
            </p:grpSpPr>
            <p:grpSp>
              <p:nvGrpSpPr>
                <p:cNvPr id="551" name="Google Shape;551;p47"/>
                <p:cNvGrpSpPr/>
                <p:nvPr/>
              </p:nvGrpSpPr>
              <p:grpSpPr>
                <a:xfrm>
                  <a:off x="-3525" y="539666"/>
                  <a:ext cx="9158100" cy="4645469"/>
                  <a:chOff x="-3525" y="539666"/>
                  <a:chExt cx="9158100" cy="4645469"/>
                </a:xfrm>
              </p:grpSpPr>
              <p:grpSp>
                <p:nvGrpSpPr>
                  <p:cNvPr id="552" name="Google Shape;552;p47"/>
                  <p:cNvGrpSpPr/>
                  <p:nvPr/>
                </p:nvGrpSpPr>
                <p:grpSpPr>
                  <a:xfrm>
                    <a:off x="-3525" y="539666"/>
                    <a:ext cx="9158100" cy="4645469"/>
                    <a:chOff x="-3525" y="539666"/>
                    <a:chExt cx="9158100" cy="4645469"/>
                  </a:xfrm>
                </p:grpSpPr>
                <p:grpSp>
                  <p:nvGrpSpPr>
                    <p:cNvPr id="553" name="Google Shape;553;p47"/>
                    <p:cNvGrpSpPr/>
                    <p:nvPr/>
                  </p:nvGrpSpPr>
                  <p:grpSpPr>
                    <a:xfrm>
                      <a:off x="-3525" y="539666"/>
                      <a:ext cx="9158100" cy="4604318"/>
                      <a:chOff x="-3525" y="3151625"/>
                      <a:chExt cx="9158100" cy="1992004"/>
                    </a:xfrm>
                  </p:grpSpPr>
                  <p:cxnSp>
                    <p:nvCxnSpPr>
                      <p:cNvPr id="554" name="Google Shape;554;p47"/>
                      <p:cNvCxnSpPr/>
                      <p:nvPr/>
                    </p:nvCxnSpPr>
                    <p:spPr>
                      <a:xfrm>
                        <a:off x="-3525" y="3151625"/>
                        <a:ext cx="91581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accent4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555" name="Google Shape;555;p47"/>
                      <p:cNvSpPr/>
                      <p:nvPr/>
                    </p:nvSpPr>
                    <p:spPr>
                      <a:xfrm>
                        <a:off x="0" y="3151629"/>
                        <a:ext cx="9144000" cy="1992000"/>
                      </a:xfrm>
                      <a:prstGeom prst="rect">
                        <a:avLst/>
                      </a:prstGeom>
                      <a:solidFill>
                        <a:schemeClr val="lt2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556" name="Google Shape;556;p47"/>
                    <p:cNvSpPr/>
                    <p:nvPr/>
                  </p:nvSpPr>
                  <p:spPr>
                    <a:xfrm rot="694837">
                      <a:off x="8696127" y="2988733"/>
                      <a:ext cx="336245" cy="142675"/>
                    </a:xfrm>
                    <a:prstGeom prst="ellipse">
                      <a:avLst/>
                    </a:prstGeom>
                    <a:noFill/>
                    <a:ln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7" name="Google Shape;557;p47"/>
                    <p:cNvSpPr/>
                    <p:nvPr/>
                  </p:nvSpPr>
                  <p:spPr>
                    <a:xfrm flipH="1" rot="-399723">
                      <a:off x="8437901" y="3446252"/>
                      <a:ext cx="336170" cy="142856"/>
                    </a:xfrm>
                    <a:prstGeom prst="ellipse">
                      <a:avLst/>
                    </a:prstGeom>
                    <a:noFill/>
                    <a:ln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8" name="Google Shape;558;p47"/>
                    <p:cNvSpPr/>
                    <p:nvPr/>
                  </p:nvSpPr>
                  <p:spPr>
                    <a:xfrm flipH="1" rot="1510072">
                      <a:off x="8306970" y="4427302"/>
                      <a:ext cx="247606" cy="104810"/>
                    </a:xfrm>
                    <a:prstGeom prst="ellipse">
                      <a:avLst/>
                    </a:prstGeom>
                    <a:noFill/>
                    <a:ln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559" name="Google Shape;559;p47"/>
                    <p:cNvGrpSpPr/>
                    <p:nvPr/>
                  </p:nvGrpSpPr>
                  <p:grpSpPr>
                    <a:xfrm>
                      <a:off x="7403112" y="4379650"/>
                      <a:ext cx="1741163" cy="805485"/>
                      <a:chOff x="7403112" y="4379650"/>
                      <a:chExt cx="1741163" cy="805485"/>
                    </a:xfrm>
                  </p:grpSpPr>
                  <p:sp>
                    <p:nvSpPr>
                      <p:cNvPr id="560" name="Google Shape;560;p47"/>
                      <p:cNvSpPr/>
                      <p:nvPr/>
                    </p:nvSpPr>
                    <p:spPr>
                      <a:xfrm>
                        <a:off x="8125175" y="4379650"/>
                        <a:ext cx="1019100" cy="773275"/>
                      </a:xfrm>
                      <a:custGeom>
                        <a:rect b="b" l="l" r="r" t="t"/>
                        <a:pathLst>
                          <a:path extrusionOk="0" h="30931" w="40764">
                            <a:moveTo>
                              <a:pt x="37643" y="1"/>
                            </a:moveTo>
                            <a:cubicBezTo>
                              <a:pt x="36339" y="1"/>
                              <a:pt x="34901" y="1033"/>
                              <a:pt x="34392" y="2844"/>
                            </a:cubicBezTo>
                            <a:cubicBezTo>
                              <a:pt x="33458" y="6080"/>
                              <a:pt x="36427" y="9048"/>
                              <a:pt x="37795" y="11550"/>
                            </a:cubicBezTo>
                            <a:cubicBezTo>
                              <a:pt x="38740" y="13256"/>
                              <a:pt x="37486" y="14803"/>
                              <a:pt x="36137" y="14803"/>
                            </a:cubicBezTo>
                            <a:cubicBezTo>
                              <a:pt x="35534" y="14803"/>
                              <a:pt x="34912" y="14494"/>
                              <a:pt x="34459" y="13752"/>
                            </a:cubicBezTo>
                            <a:cubicBezTo>
                              <a:pt x="32991" y="11350"/>
                              <a:pt x="34359" y="9148"/>
                              <a:pt x="33425" y="7847"/>
                            </a:cubicBezTo>
                            <a:cubicBezTo>
                              <a:pt x="33198" y="7520"/>
                              <a:pt x="32945" y="7363"/>
                              <a:pt x="32687" y="7363"/>
                            </a:cubicBezTo>
                            <a:cubicBezTo>
                              <a:pt x="31921" y="7363"/>
                              <a:pt x="31105" y="8738"/>
                              <a:pt x="30756" y="11083"/>
                            </a:cubicBezTo>
                            <a:cubicBezTo>
                              <a:pt x="30289" y="14219"/>
                              <a:pt x="32324" y="14619"/>
                              <a:pt x="33992" y="17254"/>
                            </a:cubicBezTo>
                            <a:cubicBezTo>
                              <a:pt x="35660" y="19923"/>
                              <a:pt x="36394" y="24259"/>
                              <a:pt x="33992" y="25193"/>
                            </a:cubicBezTo>
                            <a:cubicBezTo>
                              <a:pt x="33553" y="25364"/>
                              <a:pt x="33191" y="25444"/>
                              <a:pt x="32892" y="25444"/>
                            </a:cubicBezTo>
                            <a:cubicBezTo>
                              <a:pt x="31557" y="25444"/>
                              <a:pt x="31490" y="23835"/>
                              <a:pt x="31490" y="21491"/>
                            </a:cubicBezTo>
                            <a:cubicBezTo>
                              <a:pt x="31490" y="20222"/>
                              <a:pt x="30786" y="19625"/>
                              <a:pt x="30023" y="19625"/>
                            </a:cubicBezTo>
                            <a:cubicBezTo>
                              <a:pt x="29061" y="19625"/>
                              <a:pt x="28005" y="20575"/>
                              <a:pt x="28154" y="22325"/>
                            </a:cubicBezTo>
                            <a:cubicBezTo>
                              <a:pt x="28421" y="25460"/>
                              <a:pt x="28788" y="27395"/>
                              <a:pt x="25653" y="27795"/>
                            </a:cubicBezTo>
                            <a:cubicBezTo>
                              <a:pt x="25516" y="27811"/>
                              <a:pt x="25387" y="27819"/>
                              <a:pt x="25267" y="27819"/>
                            </a:cubicBezTo>
                            <a:cubicBezTo>
                              <a:pt x="22622" y="27819"/>
                              <a:pt x="23775" y="24091"/>
                              <a:pt x="25019" y="21858"/>
                            </a:cubicBezTo>
                            <a:cubicBezTo>
                              <a:pt x="26286" y="19556"/>
                              <a:pt x="29455" y="19022"/>
                              <a:pt x="29822" y="16620"/>
                            </a:cubicBezTo>
                            <a:cubicBezTo>
                              <a:pt x="30189" y="14252"/>
                              <a:pt x="28688" y="14386"/>
                              <a:pt x="28755" y="11817"/>
                            </a:cubicBezTo>
                            <a:cubicBezTo>
                              <a:pt x="28788" y="9282"/>
                              <a:pt x="30256" y="7481"/>
                              <a:pt x="30189" y="4679"/>
                            </a:cubicBezTo>
                            <a:cubicBezTo>
                              <a:pt x="30152" y="3123"/>
                              <a:pt x="29029" y="2336"/>
                              <a:pt x="27786" y="2336"/>
                            </a:cubicBezTo>
                            <a:cubicBezTo>
                              <a:pt x="26818" y="2336"/>
                              <a:pt x="25776" y="2814"/>
                              <a:pt x="25119" y="3778"/>
                            </a:cubicBezTo>
                            <a:cubicBezTo>
                              <a:pt x="23584" y="5979"/>
                              <a:pt x="25286" y="8014"/>
                              <a:pt x="26453" y="12918"/>
                            </a:cubicBezTo>
                            <a:cubicBezTo>
                              <a:pt x="27039" y="15379"/>
                              <a:pt x="26112" y="16437"/>
                              <a:pt x="25056" y="16437"/>
                            </a:cubicBezTo>
                            <a:cubicBezTo>
                              <a:pt x="24009" y="16437"/>
                              <a:pt x="22834" y="15396"/>
                              <a:pt x="22884" y="13652"/>
                            </a:cubicBezTo>
                            <a:cubicBezTo>
                              <a:pt x="22958" y="11056"/>
                              <a:pt x="22867" y="9119"/>
                              <a:pt x="21810" y="9119"/>
                            </a:cubicBezTo>
                            <a:cubicBezTo>
                              <a:pt x="21441" y="9119"/>
                              <a:pt x="20954" y="9356"/>
                              <a:pt x="20315" y="9882"/>
                            </a:cubicBezTo>
                            <a:cubicBezTo>
                              <a:pt x="17814" y="11884"/>
                              <a:pt x="20382" y="16153"/>
                              <a:pt x="22250" y="19823"/>
                            </a:cubicBezTo>
                            <a:cubicBezTo>
                              <a:pt x="23494" y="22311"/>
                              <a:pt x="22714" y="23649"/>
                              <a:pt x="21822" y="23649"/>
                            </a:cubicBezTo>
                            <a:cubicBezTo>
                              <a:pt x="21399" y="23649"/>
                              <a:pt x="20951" y="23348"/>
                              <a:pt x="20682" y="22725"/>
                            </a:cubicBezTo>
                            <a:cubicBezTo>
                              <a:pt x="20188" y="21558"/>
                              <a:pt x="19435" y="20825"/>
                              <a:pt x="18675" y="20825"/>
                            </a:cubicBezTo>
                            <a:cubicBezTo>
                              <a:pt x="18153" y="20825"/>
                              <a:pt x="17628" y="21170"/>
                              <a:pt x="17180" y="21958"/>
                            </a:cubicBezTo>
                            <a:cubicBezTo>
                              <a:pt x="16046" y="23926"/>
                              <a:pt x="17347" y="27428"/>
                              <a:pt x="15979" y="29229"/>
                            </a:cubicBezTo>
                            <a:cubicBezTo>
                              <a:pt x="15530" y="29821"/>
                              <a:pt x="15016" y="30107"/>
                              <a:pt x="14507" y="30107"/>
                            </a:cubicBezTo>
                            <a:cubicBezTo>
                              <a:pt x="13466" y="30107"/>
                              <a:pt x="12446" y="28912"/>
                              <a:pt x="12043" y="26694"/>
                            </a:cubicBezTo>
                            <a:cubicBezTo>
                              <a:pt x="11442" y="23359"/>
                              <a:pt x="13944" y="22792"/>
                              <a:pt x="15512" y="19823"/>
                            </a:cubicBezTo>
                            <a:cubicBezTo>
                              <a:pt x="16814" y="17358"/>
                              <a:pt x="15241" y="15744"/>
                              <a:pt x="13277" y="15744"/>
                            </a:cubicBezTo>
                            <a:cubicBezTo>
                              <a:pt x="12875" y="15744"/>
                              <a:pt x="12456" y="15812"/>
                              <a:pt x="12043" y="15953"/>
                            </a:cubicBezTo>
                            <a:cubicBezTo>
                              <a:pt x="9574" y="16787"/>
                              <a:pt x="11342" y="19956"/>
                              <a:pt x="10709" y="23659"/>
                            </a:cubicBezTo>
                            <a:cubicBezTo>
                              <a:pt x="10514" y="24747"/>
                              <a:pt x="10065" y="25184"/>
                              <a:pt x="9527" y="25184"/>
                            </a:cubicBezTo>
                            <a:cubicBezTo>
                              <a:pt x="8215" y="25184"/>
                              <a:pt x="6372" y="22594"/>
                              <a:pt x="6372" y="20490"/>
                            </a:cubicBezTo>
                            <a:cubicBezTo>
                              <a:pt x="6372" y="18504"/>
                              <a:pt x="5151" y="16412"/>
                              <a:pt x="3783" y="16412"/>
                            </a:cubicBezTo>
                            <a:cubicBezTo>
                              <a:pt x="3128" y="16412"/>
                              <a:pt x="2440" y="16890"/>
                              <a:pt x="1836" y="18088"/>
                            </a:cubicBezTo>
                            <a:cubicBezTo>
                              <a:pt x="1" y="21791"/>
                              <a:pt x="3403" y="24660"/>
                              <a:pt x="4704" y="26127"/>
                            </a:cubicBezTo>
                            <a:cubicBezTo>
                              <a:pt x="6005" y="27595"/>
                              <a:pt x="6472" y="29530"/>
                              <a:pt x="2770" y="30931"/>
                            </a:cubicBezTo>
                            <a:lnTo>
                              <a:pt x="40763" y="30330"/>
                            </a:lnTo>
                            <a:cubicBezTo>
                              <a:pt x="40763" y="30330"/>
                              <a:pt x="40763" y="4979"/>
                              <a:pt x="39929" y="1943"/>
                            </a:cubicBezTo>
                            <a:cubicBezTo>
                              <a:pt x="39567" y="610"/>
                              <a:pt x="38644" y="1"/>
                              <a:pt x="37643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561" name="Google Shape;561;p47"/>
                      <p:cNvGrpSpPr/>
                      <p:nvPr/>
                    </p:nvGrpSpPr>
                    <p:grpSpPr>
                      <a:xfrm rot="739684">
                        <a:off x="7445348" y="4564015"/>
                        <a:ext cx="1077430" cy="512003"/>
                        <a:chOff x="4925350" y="704275"/>
                        <a:chExt cx="1077475" cy="512025"/>
                      </a:xfrm>
                    </p:grpSpPr>
                    <p:sp>
                      <p:nvSpPr>
                        <p:cNvPr id="562" name="Google Shape;562;p47"/>
                        <p:cNvSpPr/>
                        <p:nvPr/>
                      </p:nvSpPr>
                      <p:spPr>
                        <a:xfrm>
                          <a:off x="4925350" y="743200"/>
                          <a:ext cx="670500" cy="172925"/>
                        </a:xfrm>
                        <a:custGeom>
                          <a:rect b="b" l="l" r="r" t="t"/>
                          <a:pathLst>
                            <a:path extrusionOk="0" h="6917" w="26820">
                              <a:moveTo>
                                <a:pt x="13408" y="0"/>
                              </a:moveTo>
                              <a:cubicBezTo>
                                <a:pt x="6185" y="0"/>
                                <a:pt x="1" y="4481"/>
                                <a:pt x="1" y="4481"/>
                              </a:cubicBezTo>
                              <a:cubicBezTo>
                                <a:pt x="904" y="4638"/>
                                <a:pt x="1765" y="4704"/>
                                <a:pt x="2589" y="4704"/>
                              </a:cubicBezTo>
                              <a:cubicBezTo>
                                <a:pt x="6608" y="4704"/>
                                <a:pt x="9749" y="3155"/>
                                <a:pt x="12638" y="3155"/>
                              </a:cubicBezTo>
                              <a:cubicBezTo>
                                <a:pt x="13686" y="3155"/>
                                <a:pt x="14701" y="3359"/>
                                <a:pt x="15712" y="3914"/>
                              </a:cubicBezTo>
                              <a:cubicBezTo>
                                <a:pt x="20082" y="6316"/>
                                <a:pt x="26820" y="6916"/>
                                <a:pt x="26820" y="6916"/>
                              </a:cubicBezTo>
                              <a:cubicBezTo>
                                <a:pt x="26820" y="6916"/>
                                <a:pt x="22383" y="579"/>
                                <a:pt x="14644" y="45"/>
                              </a:cubicBezTo>
                              <a:cubicBezTo>
                                <a:pt x="14229" y="14"/>
                                <a:pt x="13817" y="0"/>
                                <a:pt x="1340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563" name="Google Shape;563;p47"/>
                        <p:cNvSpPr/>
                        <p:nvPr/>
                      </p:nvSpPr>
                      <p:spPr>
                        <a:xfrm>
                          <a:off x="5240575" y="942350"/>
                          <a:ext cx="567925" cy="146325"/>
                        </a:xfrm>
                        <a:custGeom>
                          <a:rect b="b" l="l" r="r" t="t"/>
                          <a:pathLst>
                            <a:path extrusionOk="0" h="5853" w="22717">
                              <a:moveTo>
                                <a:pt x="17929" y="1"/>
                              </a:moveTo>
                              <a:cubicBezTo>
                                <a:pt x="15911" y="1"/>
                                <a:pt x="13527" y="302"/>
                                <a:pt x="11342" y="1352"/>
                              </a:cubicBezTo>
                              <a:cubicBezTo>
                                <a:pt x="5588" y="4132"/>
                                <a:pt x="1548" y="4364"/>
                                <a:pt x="361" y="4364"/>
                              </a:cubicBezTo>
                              <a:cubicBezTo>
                                <a:pt x="124" y="4364"/>
                                <a:pt x="1" y="4354"/>
                                <a:pt x="1" y="4354"/>
                              </a:cubicBezTo>
                              <a:lnTo>
                                <a:pt x="1" y="4354"/>
                              </a:lnTo>
                              <a:cubicBezTo>
                                <a:pt x="2237" y="5423"/>
                                <a:pt x="4500" y="5852"/>
                                <a:pt x="6647" y="5852"/>
                              </a:cubicBezTo>
                              <a:cubicBezTo>
                                <a:pt x="10265" y="5852"/>
                                <a:pt x="13551" y="4631"/>
                                <a:pt x="15812" y="3187"/>
                              </a:cubicBezTo>
                              <a:cubicBezTo>
                                <a:pt x="17880" y="1786"/>
                                <a:pt x="20248" y="918"/>
                                <a:pt x="22717" y="552"/>
                              </a:cubicBezTo>
                              <a:cubicBezTo>
                                <a:pt x="22717" y="552"/>
                                <a:pt x="20657" y="1"/>
                                <a:pt x="17929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564" name="Google Shape;564;p47"/>
                        <p:cNvSpPr/>
                        <p:nvPr/>
                      </p:nvSpPr>
                      <p:spPr>
                        <a:xfrm>
                          <a:off x="5482425" y="1051825"/>
                          <a:ext cx="492875" cy="164475"/>
                        </a:xfrm>
                        <a:custGeom>
                          <a:rect b="b" l="l" r="r" t="t"/>
                          <a:pathLst>
                            <a:path extrusionOk="0" h="6579" w="19715">
                              <a:moveTo>
                                <a:pt x="14944" y="0"/>
                              </a:moveTo>
                              <a:cubicBezTo>
                                <a:pt x="12982" y="0"/>
                                <a:pt x="10528" y="740"/>
                                <a:pt x="8540" y="2344"/>
                              </a:cubicBezTo>
                              <a:cubicBezTo>
                                <a:pt x="5471" y="4845"/>
                                <a:pt x="0" y="4879"/>
                                <a:pt x="0" y="4879"/>
                              </a:cubicBezTo>
                              <a:cubicBezTo>
                                <a:pt x="0" y="4879"/>
                                <a:pt x="2899" y="6579"/>
                                <a:pt x="6353" y="6579"/>
                              </a:cubicBezTo>
                              <a:cubicBezTo>
                                <a:pt x="7172" y="6579"/>
                                <a:pt x="8023" y="6483"/>
                                <a:pt x="8873" y="6246"/>
                              </a:cubicBezTo>
                              <a:cubicBezTo>
                                <a:pt x="12727" y="5166"/>
                                <a:pt x="14306" y="2323"/>
                                <a:pt x="17994" y="2323"/>
                              </a:cubicBezTo>
                              <a:cubicBezTo>
                                <a:pt x="18521" y="2323"/>
                                <a:pt x="19090" y="2381"/>
                                <a:pt x="19714" y="2510"/>
                              </a:cubicBezTo>
                              <a:cubicBezTo>
                                <a:pt x="19714" y="2510"/>
                                <a:pt x="19314" y="1877"/>
                                <a:pt x="17613" y="676"/>
                              </a:cubicBezTo>
                              <a:cubicBezTo>
                                <a:pt x="16990" y="233"/>
                                <a:pt x="16044" y="0"/>
                                <a:pt x="1494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565" name="Google Shape;565;p47"/>
                        <p:cNvSpPr/>
                        <p:nvPr/>
                      </p:nvSpPr>
                      <p:spPr>
                        <a:xfrm>
                          <a:off x="5657550" y="704275"/>
                          <a:ext cx="271875" cy="318600"/>
                        </a:xfrm>
                        <a:custGeom>
                          <a:rect b="b" l="l" r="r" t="t"/>
                          <a:pathLst>
                            <a:path extrusionOk="0" h="12744" w="10875">
                              <a:moveTo>
                                <a:pt x="0" y="1"/>
                              </a:moveTo>
                              <a:cubicBezTo>
                                <a:pt x="0" y="1"/>
                                <a:pt x="3503" y="1702"/>
                                <a:pt x="5104" y="4437"/>
                              </a:cubicBezTo>
                              <a:cubicBezTo>
                                <a:pt x="6705" y="7139"/>
                                <a:pt x="9941" y="12743"/>
                                <a:pt x="9941" y="12743"/>
                              </a:cubicBezTo>
                              <a:cubicBezTo>
                                <a:pt x="8273" y="8540"/>
                                <a:pt x="10875" y="7439"/>
                                <a:pt x="8840" y="3937"/>
                              </a:cubicBezTo>
                              <a:cubicBezTo>
                                <a:pt x="6805" y="434"/>
                                <a:pt x="1" y="1"/>
                                <a:pt x="0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566" name="Google Shape;566;p47"/>
                        <p:cNvSpPr/>
                        <p:nvPr/>
                      </p:nvSpPr>
                      <p:spPr>
                        <a:xfrm>
                          <a:off x="4925350" y="750975"/>
                          <a:ext cx="1077475" cy="422825"/>
                        </a:xfrm>
                        <a:custGeom>
                          <a:rect b="b" l="l" r="r" t="t"/>
                          <a:pathLst>
                            <a:path extrusionOk="0" fill="none" h="16913" w="43099">
                              <a:moveTo>
                                <a:pt x="43098" y="16913"/>
                              </a:moveTo>
                              <a:cubicBezTo>
                                <a:pt x="40963" y="11642"/>
                                <a:pt x="37027" y="7406"/>
                                <a:pt x="30356" y="7106"/>
                              </a:cubicBezTo>
                              <a:cubicBezTo>
                                <a:pt x="23718" y="6839"/>
                                <a:pt x="20549" y="3170"/>
                                <a:pt x="15145" y="1602"/>
                              </a:cubicBezTo>
                              <a:cubicBezTo>
                                <a:pt x="9741" y="1"/>
                                <a:pt x="1" y="4170"/>
                                <a:pt x="1" y="4170"/>
                              </a:cubicBezTo>
                            </a:path>
                          </a:pathLst>
                        </a:cu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miter lim="33357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567" name="Google Shape;567;p47"/>
                        <p:cNvSpPr/>
                        <p:nvPr/>
                      </p:nvSpPr>
                      <p:spPr>
                        <a:xfrm>
                          <a:off x="5240575" y="954450"/>
                          <a:ext cx="567925" cy="117625"/>
                        </a:xfrm>
                        <a:custGeom>
                          <a:rect b="b" l="l" r="r" t="t"/>
                          <a:pathLst>
                            <a:path extrusionOk="0" fill="none" h="4705" w="22717">
                              <a:moveTo>
                                <a:pt x="1" y="3870"/>
                              </a:moveTo>
                              <a:cubicBezTo>
                                <a:pt x="8774" y="4704"/>
                                <a:pt x="12343" y="2803"/>
                                <a:pt x="14978" y="1402"/>
                              </a:cubicBezTo>
                              <a:cubicBezTo>
                                <a:pt x="17613" y="1"/>
                                <a:pt x="22717" y="68"/>
                                <a:pt x="22717" y="68"/>
                              </a:cubicBezTo>
                            </a:path>
                          </a:pathLst>
                        </a:cu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miter lim="33357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568" name="Google Shape;568;p47"/>
                        <p:cNvSpPr/>
                        <p:nvPr/>
                      </p:nvSpPr>
                      <p:spPr>
                        <a:xfrm>
                          <a:off x="5656700" y="704275"/>
                          <a:ext cx="249375" cy="319425"/>
                        </a:xfrm>
                        <a:custGeom>
                          <a:rect b="b" l="l" r="r" t="t"/>
                          <a:pathLst>
                            <a:path extrusionOk="0" fill="none" h="12777" w="9975">
                              <a:moveTo>
                                <a:pt x="1" y="1"/>
                              </a:moveTo>
                              <a:cubicBezTo>
                                <a:pt x="4037" y="768"/>
                                <a:pt x="7573" y="3470"/>
                                <a:pt x="8107" y="5972"/>
                              </a:cubicBezTo>
                              <a:cubicBezTo>
                                <a:pt x="8607" y="8240"/>
                                <a:pt x="9241" y="10542"/>
                                <a:pt x="9975" y="12776"/>
                              </a:cubicBezTo>
                            </a:path>
                          </a:pathLst>
                        </a:cu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miter lim="33357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569" name="Google Shape;569;p47"/>
                        <p:cNvSpPr/>
                        <p:nvPr/>
                      </p:nvSpPr>
                      <p:spPr>
                        <a:xfrm>
                          <a:off x="5481575" y="1069550"/>
                          <a:ext cx="492875" cy="134275"/>
                        </a:xfrm>
                        <a:custGeom>
                          <a:rect b="b" l="l" r="r" t="t"/>
                          <a:pathLst>
                            <a:path extrusionOk="0" fill="none" h="5371" w="19715">
                              <a:moveTo>
                                <a:pt x="1" y="4170"/>
                              </a:moveTo>
                              <a:cubicBezTo>
                                <a:pt x="5138" y="5371"/>
                                <a:pt x="8974" y="3636"/>
                                <a:pt x="12143" y="1801"/>
                              </a:cubicBezTo>
                              <a:cubicBezTo>
                                <a:pt x="15312" y="0"/>
                                <a:pt x="19715" y="1801"/>
                                <a:pt x="19715" y="1801"/>
                              </a:cubicBezTo>
                            </a:path>
                          </a:pathLst>
                        </a:cu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miter lim="33357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570" name="Google Shape;570;p47"/>
                  <p:cNvGrpSpPr/>
                  <p:nvPr/>
                </p:nvGrpSpPr>
                <p:grpSpPr>
                  <a:xfrm flipH="1">
                    <a:off x="7946884" y="764962"/>
                    <a:ext cx="967802" cy="1502136"/>
                    <a:chOff x="4191425" y="5591575"/>
                    <a:chExt cx="761150" cy="1181575"/>
                  </a:xfrm>
                </p:grpSpPr>
                <p:sp>
                  <p:nvSpPr>
                    <p:cNvPr id="571" name="Google Shape;571;p47"/>
                    <p:cNvSpPr/>
                    <p:nvPr/>
                  </p:nvSpPr>
                  <p:spPr>
                    <a:xfrm>
                      <a:off x="4314000" y="5827450"/>
                      <a:ext cx="263550" cy="778075"/>
                    </a:xfrm>
                    <a:custGeom>
                      <a:rect b="b" l="l" r="r" t="t"/>
                      <a:pathLst>
                        <a:path extrusionOk="0" fill="none" h="31123" w="10542">
                          <a:moveTo>
                            <a:pt x="5538" y="31123"/>
                          </a:moveTo>
                          <a:cubicBezTo>
                            <a:pt x="4537" y="26953"/>
                            <a:pt x="1001" y="28821"/>
                            <a:pt x="1201" y="23350"/>
                          </a:cubicBezTo>
                          <a:cubicBezTo>
                            <a:pt x="1368" y="17846"/>
                            <a:pt x="3503" y="16812"/>
                            <a:pt x="2769" y="13076"/>
                          </a:cubicBezTo>
                          <a:cubicBezTo>
                            <a:pt x="2002" y="9307"/>
                            <a:pt x="1" y="8907"/>
                            <a:pt x="1668" y="5204"/>
                          </a:cubicBezTo>
                          <a:cubicBezTo>
                            <a:pt x="3336" y="1535"/>
                            <a:pt x="10541" y="0"/>
                            <a:pt x="10541" y="0"/>
                          </a:cubicBezTo>
                        </a:path>
                      </a:pathLst>
                    </a:custGeom>
                    <a:noFill/>
                    <a:ln cap="flat" cmpd="sng" w="10850">
                      <a:solidFill>
                        <a:schemeClr val="accent4"/>
                      </a:solidFill>
                      <a:prstDash val="solid"/>
                      <a:miter lim="33357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2" name="Google Shape;572;p47"/>
                    <p:cNvSpPr/>
                    <p:nvPr/>
                  </p:nvSpPr>
                  <p:spPr>
                    <a:xfrm>
                      <a:off x="4329000" y="5809050"/>
                      <a:ext cx="312750" cy="522200"/>
                    </a:xfrm>
                    <a:custGeom>
                      <a:rect b="b" l="l" r="r" t="t"/>
                      <a:pathLst>
                        <a:path extrusionOk="0" h="20888" w="12510">
                          <a:moveTo>
                            <a:pt x="8338" y="0"/>
                          </a:moveTo>
                          <a:cubicBezTo>
                            <a:pt x="7919" y="0"/>
                            <a:pt x="7640" y="136"/>
                            <a:pt x="7640" y="136"/>
                          </a:cubicBezTo>
                          <a:cubicBezTo>
                            <a:pt x="3770" y="636"/>
                            <a:pt x="4137" y="5973"/>
                            <a:pt x="4137" y="5973"/>
                          </a:cubicBezTo>
                          <a:cubicBezTo>
                            <a:pt x="4137" y="5973"/>
                            <a:pt x="1102" y="6474"/>
                            <a:pt x="668" y="8876"/>
                          </a:cubicBezTo>
                          <a:cubicBezTo>
                            <a:pt x="401" y="10210"/>
                            <a:pt x="1068" y="11577"/>
                            <a:pt x="2336" y="12145"/>
                          </a:cubicBezTo>
                          <a:cubicBezTo>
                            <a:pt x="335" y="12645"/>
                            <a:pt x="101" y="14713"/>
                            <a:pt x="1535" y="14880"/>
                          </a:cubicBezTo>
                          <a:cubicBezTo>
                            <a:pt x="568" y="16147"/>
                            <a:pt x="368" y="16881"/>
                            <a:pt x="1736" y="17682"/>
                          </a:cubicBezTo>
                          <a:cubicBezTo>
                            <a:pt x="101" y="18549"/>
                            <a:pt x="1" y="20817"/>
                            <a:pt x="1402" y="20884"/>
                          </a:cubicBezTo>
                          <a:cubicBezTo>
                            <a:pt x="1450" y="20887"/>
                            <a:pt x="1496" y="20888"/>
                            <a:pt x="1542" y="20888"/>
                          </a:cubicBezTo>
                          <a:cubicBezTo>
                            <a:pt x="3376" y="20888"/>
                            <a:pt x="3482" y="18956"/>
                            <a:pt x="2603" y="17882"/>
                          </a:cubicBezTo>
                          <a:cubicBezTo>
                            <a:pt x="3870" y="17215"/>
                            <a:pt x="4404" y="16348"/>
                            <a:pt x="3704" y="15047"/>
                          </a:cubicBezTo>
                          <a:cubicBezTo>
                            <a:pt x="4938" y="14146"/>
                            <a:pt x="5005" y="13145"/>
                            <a:pt x="3870" y="12011"/>
                          </a:cubicBezTo>
                          <a:cubicBezTo>
                            <a:pt x="6506" y="11577"/>
                            <a:pt x="7873" y="10343"/>
                            <a:pt x="6973" y="7641"/>
                          </a:cubicBezTo>
                          <a:cubicBezTo>
                            <a:pt x="6973" y="7641"/>
                            <a:pt x="12510" y="7174"/>
                            <a:pt x="11209" y="3105"/>
                          </a:cubicBezTo>
                          <a:cubicBezTo>
                            <a:pt x="10365" y="464"/>
                            <a:pt x="9113" y="0"/>
                            <a:pt x="833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3" name="Google Shape;573;p47"/>
                    <p:cNvSpPr/>
                    <p:nvPr/>
                  </p:nvSpPr>
                  <p:spPr>
                    <a:xfrm>
                      <a:off x="4299000" y="5822450"/>
                      <a:ext cx="432825" cy="950700"/>
                    </a:xfrm>
                    <a:custGeom>
                      <a:rect b="b" l="l" r="r" t="t"/>
                      <a:pathLst>
                        <a:path extrusionOk="0" fill="none" h="38028" w="17313">
                          <a:moveTo>
                            <a:pt x="3769" y="38027"/>
                          </a:moveTo>
                          <a:cubicBezTo>
                            <a:pt x="6538" y="35426"/>
                            <a:pt x="5204" y="32557"/>
                            <a:pt x="3769" y="28787"/>
                          </a:cubicBezTo>
                          <a:cubicBezTo>
                            <a:pt x="2368" y="25018"/>
                            <a:pt x="5070" y="21816"/>
                            <a:pt x="6538" y="19748"/>
                          </a:cubicBezTo>
                          <a:cubicBezTo>
                            <a:pt x="8039" y="17646"/>
                            <a:pt x="7105" y="14310"/>
                            <a:pt x="8339" y="11075"/>
                          </a:cubicBezTo>
                          <a:cubicBezTo>
                            <a:pt x="9574" y="7873"/>
                            <a:pt x="17312" y="4237"/>
                            <a:pt x="17312" y="4237"/>
                          </a:cubicBezTo>
                          <a:lnTo>
                            <a:pt x="13810" y="0"/>
                          </a:lnTo>
                          <a:cubicBezTo>
                            <a:pt x="13810" y="0"/>
                            <a:pt x="6805" y="2802"/>
                            <a:pt x="5004" y="8239"/>
                          </a:cubicBezTo>
                          <a:cubicBezTo>
                            <a:pt x="3236" y="13643"/>
                            <a:pt x="5004" y="17646"/>
                            <a:pt x="2502" y="22149"/>
                          </a:cubicBezTo>
                          <a:cubicBezTo>
                            <a:pt x="0" y="26619"/>
                            <a:pt x="200" y="28154"/>
                            <a:pt x="1268" y="30889"/>
                          </a:cubicBezTo>
                        </a:path>
                      </a:pathLst>
                    </a:custGeom>
                    <a:noFill/>
                    <a:ln cap="flat" cmpd="sng" w="10850">
                      <a:solidFill>
                        <a:schemeClr val="accent4"/>
                      </a:solidFill>
                      <a:prstDash val="solid"/>
                      <a:miter lim="33357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4" name="Google Shape;574;p47"/>
                    <p:cNvSpPr/>
                    <p:nvPr/>
                  </p:nvSpPr>
                  <p:spPr>
                    <a:xfrm>
                      <a:off x="4191425" y="5771575"/>
                      <a:ext cx="341100" cy="916500"/>
                    </a:xfrm>
                    <a:custGeom>
                      <a:rect b="b" l="l" r="r" t="t"/>
                      <a:pathLst>
                        <a:path extrusionOk="0" fill="none" h="36660" w="13644">
                          <a:moveTo>
                            <a:pt x="1768" y="36660"/>
                          </a:moveTo>
                          <a:cubicBezTo>
                            <a:pt x="2969" y="34258"/>
                            <a:pt x="0" y="30089"/>
                            <a:pt x="1768" y="26253"/>
                          </a:cubicBezTo>
                          <a:cubicBezTo>
                            <a:pt x="3536" y="22416"/>
                            <a:pt x="5304" y="21149"/>
                            <a:pt x="4270" y="17813"/>
                          </a:cubicBezTo>
                          <a:cubicBezTo>
                            <a:pt x="3202" y="14477"/>
                            <a:pt x="500" y="11842"/>
                            <a:pt x="3269" y="7773"/>
                          </a:cubicBezTo>
                          <a:cubicBezTo>
                            <a:pt x="6038" y="3703"/>
                            <a:pt x="11041" y="100"/>
                            <a:pt x="13643" y="0"/>
                          </a:cubicBezTo>
                        </a:path>
                      </a:pathLst>
                    </a:custGeom>
                    <a:noFill/>
                    <a:ln cap="flat" cmpd="sng" w="10850">
                      <a:solidFill>
                        <a:schemeClr val="accent4"/>
                      </a:solidFill>
                      <a:prstDash val="solid"/>
                      <a:miter lim="33357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5" name="Google Shape;575;p47"/>
                    <p:cNvSpPr/>
                    <p:nvPr/>
                  </p:nvSpPr>
                  <p:spPr>
                    <a:xfrm>
                      <a:off x="4406575" y="5591575"/>
                      <a:ext cx="546000" cy="364150"/>
                    </a:xfrm>
                    <a:custGeom>
                      <a:rect b="b" l="l" r="r" t="t"/>
                      <a:pathLst>
                        <a:path extrusionOk="0" h="14566" w="21840">
                          <a:moveTo>
                            <a:pt x="12052" y="1"/>
                          </a:moveTo>
                          <a:cubicBezTo>
                            <a:pt x="10985" y="1"/>
                            <a:pt x="9861" y="116"/>
                            <a:pt x="8706" y="362"/>
                          </a:cubicBezTo>
                          <a:cubicBezTo>
                            <a:pt x="1401" y="1897"/>
                            <a:pt x="1068" y="2564"/>
                            <a:pt x="667" y="4031"/>
                          </a:cubicBezTo>
                          <a:cubicBezTo>
                            <a:pt x="0" y="6300"/>
                            <a:pt x="4603" y="13105"/>
                            <a:pt x="10141" y="14339"/>
                          </a:cubicBezTo>
                          <a:cubicBezTo>
                            <a:pt x="10851" y="14493"/>
                            <a:pt x="11513" y="14566"/>
                            <a:pt x="12130" y="14566"/>
                          </a:cubicBezTo>
                          <a:cubicBezTo>
                            <a:pt x="16319" y="14566"/>
                            <a:pt x="18466" y="11209"/>
                            <a:pt x="20181" y="7167"/>
                          </a:cubicBezTo>
                          <a:cubicBezTo>
                            <a:pt x="21840" y="3288"/>
                            <a:pt x="17766" y="1"/>
                            <a:pt x="1205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576" name="Google Shape;576;p47"/>
                  <p:cNvGrpSpPr/>
                  <p:nvPr/>
                </p:nvGrpSpPr>
                <p:grpSpPr>
                  <a:xfrm>
                    <a:off x="4673750" y="4608563"/>
                    <a:ext cx="483950" cy="295550"/>
                    <a:chOff x="-1677100" y="665488"/>
                    <a:chExt cx="483950" cy="295550"/>
                  </a:xfrm>
                </p:grpSpPr>
                <p:sp>
                  <p:nvSpPr>
                    <p:cNvPr id="577" name="Google Shape;577;p47"/>
                    <p:cNvSpPr/>
                    <p:nvPr/>
                  </p:nvSpPr>
                  <p:spPr>
                    <a:xfrm>
                      <a:off x="-1619325" y="675488"/>
                      <a:ext cx="268550" cy="261600"/>
                    </a:xfrm>
                    <a:custGeom>
                      <a:rect b="b" l="l" r="r" t="t"/>
                      <a:pathLst>
                        <a:path extrusionOk="0" h="10464" w="10742">
                          <a:moveTo>
                            <a:pt x="8264" y="1"/>
                          </a:moveTo>
                          <a:cubicBezTo>
                            <a:pt x="7319" y="1"/>
                            <a:pt x="3441" y="26"/>
                            <a:pt x="1836" y="435"/>
                          </a:cubicBezTo>
                          <a:cubicBezTo>
                            <a:pt x="1" y="902"/>
                            <a:pt x="1469" y="1802"/>
                            <a:pt x="6772" y="2570"/>
                          </a:cubicBezTo>
                          <a:lnTo>
                            <a:pt x="7840" y="5405"/>
                          </a:lnTo>
                          <a:cubicBezTo>
                            <a:pt x="7840" y="5405"/>
                            <a:pt x="4871" y="10108"/>
                            <a:pt x="5905" y="10442"/>
                          </a:cubicBezTo>
                          <a:cubicBezTo>
                            <a:pt x="5947" y="10457"/>
                            <a:pt x="5993" y="10464"/>
                            <a:pt x="6043" y="10464"/>
                          </a:cubicBezTo>
                          <a:cubicBezTo>
                            <a:pt x="7239" y="10464"/>
                            <a:pt x="10742" y="6439"/>
                            <a:pt x="10742" y="6439"/>
                          </a:cubicBezTo>
                          <a:lnTo>
                            <a:pt x="8474" y="1"/>
                          </a:lnTo>
                          <a:cubicBezTo>
                            <a:pt x="8474" y="1"/>
                            <a:pt x="8399" y="1"/>
                            <a:pt x="8264" y="1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8" name="Google Shape;578;p47"/>
                    <p:cNvSpPr/>
                    <p:nvPr/>
                  </p:nvSpPr>
                  <p:spPr>
                    <a:xfrm>
                      <a:off x="-1677100" y="820688"/>
                      <a:ext cx="98675" cy="53325"/>
                    </a:xfrm>
                    <a:custGeom>
                      <a:rect b="b" l="l" r="r" t="t"/>
                      <a:pathLst>
                        <a:path extrusionOk="0" h="2133" w="3947">
                          <a:moveTo>
                            <a:pt x="682" y="1"/>
                          </a:moveTo>
                          <a:cubicBezTo>
                            <a:pt x="273" y="1"/>
                            <a:pt x="0" y="92"/>
                            <a:pt x="10" y="231"/>
                          </a:cubicBezTo>
                          <a:cubicBezTo>
                            <a:pt x="77" y="731"/>
                            <a:pt x="3946" y="2132"/>
                            <a:pt x="3946" y="2132"/>
                          </a:cubicBezTo>
                          <a:cubicBezTo>
                            <a:pt x="3384" y="514"/>
                            <a:pt x="1650" y="1"/>
                            <a:pt x="682" y="1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9" name="Google Shape;579;p47"/>
                    <p:cNvSpPr/>
                    <p:nvPr/>
                  </p:nvSpPr>
                  <p:spPr>
                    <a:xfrm>
                      <a:off x="-1643500" y="873988"/>
                      <a:ext cx="72575" cy="87050"/>
                    </a:xfrm>
                    <a:custGeom>
                      <a:rect b="b" l="l" r="r" t="t"/>
                      <a:pathLst>
                        <a:path extrusionOk="0" h="3482" w="2903">
                          <a:moveTo>
                            <a:pt x="2602" y="0"/>
                          </a:moveTo>
                          <a:cubicBezTo>
                            <a:pt x="2602" y="0"/>
                            <a:pt x="1" y="3102"/>
                            <a:pt x="267" y="3436"/>
                          </a:cubicBezTo>
                          <a:cubicBezTo>
                            <a:pt x="291" y="3466"/>
                            <a:pt x="337" y="3481"/>
                            <a:pt x="400" y="3481"/>
                          </a:cubicBezTo>
                          <a:cubicBezTo>
                            <a:pt x="963" y="3481"/>
                            <a:pt x="2902" y="2280"/>
                            <a:pt x="2602" y="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80" name="Google Shape;580;p47"/>
                    <p:cNvSpPr/>
                    <p:nvPr/>
                  </p:nvSpPr>
                  <p:spPr>
                    <a:xfrm>
                      <a:off x="-1607650" y="665488"/>
                      <a:ext cx="414500" cy="213650"/>
                    </a:xfrm>
                    <a:custGeom>
                      <a:rect b="b" l="l" r="r" t="t"/>
                      <a:pathLst>
                        <a:path extrusionOk="0" h="8546" w="16580">
                          <a:moveTo>
                            <a:pt x="10508" y="1"/>
                          </a:moveTo>
                          <a:cubicBezTo>
                            <a:pt x="5972" y="34"/>
                            <a:pt x="1" y="4304"/>
                            <a:pt x="1168" y="8340"/>
                          </a:cubicBezTo>
                          <a:cubicBezTo>
                            <a:pt x="2040" y="8477"/>
                            <a:pt x="2917" y="8545"/>
                            <a:pt x="3792" y="8545"/>
                          </a:cubicBezTo>
                          <a:cubicBezTo>
                            <a:pt x="5899" y="8545"/>
                            <a:pt x="7995" y="8151"/>
                            <a:pt x="9975" y="7373"/>
                          </a:cubicBezTo>
                          <a:cubicBezTo>
                            <a:pt x="14578" y="5505"/>
                            <a:pt x="16579" y="3036"/>
                            <a:pt x="16579" y="3036"/>
                          </a:cubicBezTo>
                          <a:cubicBezTo>
                            <a:pt x="16579" y="3036"/>
                            <a:pt x="15012" y="1"/>
                            <a:pt x="10508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81" name="Google Shape;581;p47"/>
                    <p:cNvSpPr/>
                    <p:nvPr/>
                  </p:nvSpPr>
                  <p:spPr>
                    <a:xfrm>
                      <a:off x="-1396650" y="740563"/>
                      <a:ext cx="78400" cy="90900"/>
                    </a:xfrm>
                    <a:custGeom>
                      <a:rect b="b" l="l" r="r" t="t"/>
                      <a:pathLst>
                        <a:path extrusionOk="0" fill="none" h="3636" w="3136">
                          <a:moveTo>
                            <a:pt x="3136" y="3636"/>
                          </a:moveTo>
                          <a:cubicBezTo>
                            <a:pt x="0" y="2569"/>
                            <a:pt x="134" y="0"/>
                            <a:pt x="134" y="0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82" name="Google Shape;582;p47"/>
                    <p:cNvSpPr/>
                    <p:nvPr/>
                  </p:nvSpPr>
                  <p:spPr>
                    <a:xfrm>
                      <a:off x="-1342450" y="730538"/>
                      <a:ext cx="32550" cy="31725"/>
                    </a:xfrm>
                    <a:custGeom>
                      <a:rect b="b" l="l" r="r" t="t"/>
                      <a:pathLst>
                        <a:path extrusionOk="0" h="1269" w="1302">
                          <a:moveTo>
                            <a:pt x="601" y="1"/>
                          </a:moveTo>
                          <a:cubicBezTo>
                            <a:pt x="267" y="34"/>
                            <a:pt x="0" y="334"/>
                            <a:pt x="34" y="668"/>
                          </a:cubicBezTo>
                          <a:cubicBezTo>
                            <a:pt x="34" y="1001"/>
                            <a:pt x="334" y="1268"/>
                            <a:pt x="668" y="1268"/>
                          </a:cubicBezTo>
                          <a:cubicBezTo>
                            <a:pt x="1035" y="1235"/>
                            <a:pt x="1301" y="935"/>
                            <a:pt x="1268" y="601"/>
                          </a:cubicBezTo>
                          <a:cubicBezTo>
                            <a:pt x="1235" y="268"/>
                            <a:pt x="968" y="1"/>
                            <a:pt x="601" y="1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83" name="Google Shape;583;p47"/>
                    <p:cNvSpPr/>
                    <p:nvPr/>
                  </p:nvSpPr>
                  <p:spPr>
                    <a:xfrm>
                      <a:off x="-1334100" y="738888"/>
                      <a:ext cx="8350" cy="8350"/>
                    </a:xfrm>
                    <a:custGeom>
                      <a:rect b="b" l="l" r="r" t="t"/>
                      <a:pathLst>
                        <a:path extrusionOk="0" h="334" w="334">
                          <a:moveTo>
                            <a:pt x="133" y="0"/>
                          </a:moveTo>
                          <a:cubicBezTo>
                            <a:pt x="67" y="0"/>
                            <a:pt x="0" y="100"/>
                            <a:pt x="0" y="167"/>
                          </a:cubicBezTo>
                          <a:cubicBezTo>
                            <a:pt x="0" y="267"/>
                            <a:pt x="67" y="334"/>
                            <a:pt x="167" y="334"/>
                          </a:cubicBezTo>
                          <a:cubicBezTo>
                            <a:pt x="267" y="334"/>
                            <a:pt x="334" y="267"/>
                            <a:pt x="334" y="167"/>
                          </a:cubicBezTo>
                          <a:cubicBezTo>
                            <a:pt x="334" y="67"/>
                            <a:pt x="234" y="0"/>
                            <a:pt x="133" y="0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584" name="Google Shape;584;p47"/>
                  <p:cNvGrpSpPr/>
                  <p:nvPr/>
                </p:nvGrpSpPr>
                <p:grpSpPr>
                  <a:xfrm flipH="1">
                    <a:off x="8430775" y="3857688"/>
                    <a:ext cx="483950" cy="295550"/>
                    <a:chOff x="-1677100" y="665488"/>
                    <a:chExt cx="483950" cy="295550"/>
                  </a:xfrm>
                </p:grpSpPr>
                <p:sp>
                  <p:nvSpPr>
                    <p:cNvPr id="585" name="Google Shape;585;p47"/>
                    <p:cNvSpPr/>
                    <p:nvPr/>
                  </p:nvSpPr>
                  <p:spPr>
                    <a:xfrm>
                      <a:off x="-1619325" y="675488"/>
                      <a:ext cx="268550" cy="261600"/>
                    </a:xfrm>
                    <a:custGeom>
                      <a:rect b="b" l="l" r="r" t="t"/>
                      <a:pathLst>
                        <a:path extrusionOk="0" h="10464" w="10742">
                          <a:moveTo>
                            <a:pt x="8264" y="1"/>
                          </a:moveTo>
                          <a:cubicBezTo>
                            <a:pt x="7319" y="1"/>
                            <a:pt x="3441" y="26"/>
                            <a:pt x="1836" y="435"/>
                          </a:cubicBezTo>
                          <a:cubicBezTo>
                            <a:pt x="1" y="902"/>
                            <a:pt x="1469" y="1802"/>
                            <a:pt x="6772" y="2570"/>
                          </a:cubicBezTo>
                          <a:lnTo>
                            <a:pt x="7840" y="5405"/>
                          </a:lnTo>
                          <a:cubicBezTo>
                            <a:pt x="7840" y="5405"/>
                            <a:pt x="4871" y="10108"/>
                            <a:pt x="5905" y="10442"/>
                          </a:cubicBezTo>
                          <a:cubicBezTo>
                            <a:pt x="5947" y="10457"/>
                            <a:pt x="5993" y="10464"/>
                            <a:pt x="6043" y="10464"/>
                          </a:cubicBezTo>
                          <a:cubicBezTo>
                            <a:pt x="7239" y="10464"/>
                            <a:pt x="10742" y="6439"/>
                            <a:pt x="10742" y="6439"/>
                          </a:cubicBezTo>
                          <a:lnTo>
                            <a:pt x="8474" y="1"/>
                          </a:lnTo>
                          <a:cubicBezTo>
                            <a:pt x="8474" y="1"/>
                            <a:pt x="8399" y="1"/>
                            <a:pt x="8264" y="1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86" name="Google Shape;586;p47"/>
                    <p:cNvSpPr/>
                    <p:nvPr/>
                  </p:nvSpPr>
                  <p:spPr>
                    <a:xfrm>
                      <a:off x="-1677100" y="820688"/>
                      <a:ext cx="98675" cy="53325"/>
                    </a:xfrm>
                    <a:custGeom>
                      <a:rect b="b" l="l" r="r" t="t"/>
                      <a:pathLst>
                        <a:path extrusionOk="0" h="2133" w="3947">
                          <a:moveTo>
                            <a:pt x="682" y="1"/>
                          </a:moveTo>
                          <a:cubicBezTo>
                            <a:pt x="273" y="1"/>
                            <a:pt x="0" y="92"/>
                            <a:pt x="10" y="231"/>
                          </a:cubicBezTo>
                          <a:cubicBezTo>
                            <a:pt x="77" y="731"/>
                            <a:pt x="3946" y="2132"/>
                            <a:pt x="3946" y="2132"/>
                          </a:cubicBezTo>
                          <a:cubicBezTo>
                            <a:pt x="3384" y="514"/>
                            <a:pt x="1650" y="1"/>
                            <a:pt x="682" y="1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87" name="Google Shape;587;p47"/>
                    <p:cNvSpPr/>
                    <p:nvPr/>
                  </p:nvSpPr>
                  <p:spPr>
                    <a:xfrm>
                      <a:off x="-1643500" y="873988"/>
                      <a:ext cx="72575" cy="87050"/>
                    </a:xfrm>
                    <a:custGeom>
                      <a:rect b="b" l="l" r="r" t="t"/>
                      <a:pathLst>
                        <a:path extrusionOk="0" h="3482" w="2903">
                          <a:moveTo>
                            <a:pt x="2602" y="0"/>
                          </a:moveTo>
                          <a:cubicBezTo>
                            <a:pt x="2602" y="0"/>
                            <a:pt x="1" y="3102"/>
                            <a:pt x="267" y="3436"/>
                          </a:cubicBezTo>
                          <a:cubicBezTo>
                            <a:pt x="291" y="3466"/>
                            <a:pt x="337" y="3481"/>
                            <a:pt x="400" y="3481"/>
                          </a:cubicBezTo>
                          <a:cubicBezTo>
                            <a:pt x="963" y="3481"/>
                            <a:pt x="2902" y="2280"/>
                            <a:pt x="2602" y="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88" name="Google Shape;588;p47"/>
                    <p:cNvSpPr/>
                    <p:nvPr/>
                  </p:nvSpPr>
                  <p:spPr>
                    <a:xfrm>
                      <a:off x="-1607650" y="665488"/>
                      <a:ext cx="414500" cy="213650"/>
                    </a:xfrm>
                    <a:custGeom>
                      <a:rect b="b" l="l" r="r" t="t"/>
                      <a:pathLst>
                        <a:path extrusionOk="0" h="8546" w="16580">
                          <a:moveTo>
                            <a:pt x="10508" y="1"/>
                          </a:moveTo>
                          <a:cubicBezTo>
                            <a:pt x="5972" y="34"/>
                            <a:pt x="1" y="4304"/>
                            <a:pt x="1168" y="8340"/>
                          </a:cubicBezTo>
                          <a:cubicBezTo>
                            <a:pt x="2040" y="8477"/>
                            <a:pt x="2917" y="8545"/>
                            <a:pt x="3792" y="8545"/>
                          </a:cubicBezTo>
                          <a:cubicBezTo>
                            <a:pt x="5899" y="8545"/>
                            <a:pt x="7995" y="8151"/>
                            <a:pt x="9975" y="7373"/>
                          </a:cubicBezTo>
                          <a:cubicBezTo>
                            <a:pt x="14578" y="5505"/>
                            <a:pt x="16579" y="3036"/>
                            <a:pt x="16579" y="3036"/>
                          </a:cubicBezTo>
                          <a:cubicBezTo>
                            <a:pt x="16579" y="3036"/>
                            <a:pt x="15012" y="1"/>
                            <a:pt x="10508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89" name="Google Shape;589;p47"/>
                    <p:cNvSpPr/>
                    <p:nvPr/>
                  </p:nvSpPr>
                  <p:spPr>
                    <a:xfrm>
                      <a:off x="-1396650" y="740563"/>
                      <a:ext cx="78400" cy="90900"/>
                    </a:xfrm>
                    <a:custGeom>
                      <a:rect b="b" l="l" r="r" t="t"/>
                      <a:pathLst>
                        <a:path extrusionOk="0" fill="none" h="3636" w="3136">
                          <a:moveTo>
                            <a:pt x="3136" y="3636"/>
                          </a:moveTo>
                          <a:cubicBezTo>
                            <a:pt x="0" y="2569"/>
                            <a:pt x="134" y="0"/>
                            <a:pt x="134" y="0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90" name="Google Shape;590;p47"/>
                    <p:cNvSpPr/>
                    <p:nvPr/>
                  </p:nvSpPr>
                  <p:spPr>
                    <a:xfrm>
                      <a:off x="-1342450" y="730538"/>
                      <a:ext cx="32550" cy="31725"/>
                    </a:xfrm>
                    <a:custGeom>
                      <a:rect b="b" l="l" r="r" t="t"/>
                      <a:pathLst>
                        <a:path extrusionOk="0" h="1269" w="1302">
                          <a:moveTo>
                            <a:pt x="601" y="1"/>
                          </a:moveTo>
                          <a:cubicBezTo>
                            <a:pt x="267" y="34"/>
                            <a:pt x="0" y="334"/>
                            <a:pt x="34" y="668"/>
                          </a:cubicBezTo>
                          <a:cubicBezTo>
                            <a:pt x="34" y="1001"/>
                            <a:pt x="334" y="1268"/>
                            <a:pt x="668" y="1268"/>
                          </a:cubicBezTo>
                          <a:cubicBezTo>
                            <a:pt x="1035" y="1235"/>
                            <a:pt x="1301" y="935"/>
                            <a:pt x="1268" y="601"/>
                          </a:cubicBezTo>
                          <a:cubicBezTo>
                            <a:pt x="1235" y="268"/>
                            <a:pt x="968" y="1"/>
                            <a:pt x="601" y="1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91" name="Google Shape;591;p47"/>
                    <p:cNvSpPr/>
                    <p:nvPr/>
                  </p:nvSpPr>
                  <p:spPr>
                    <a:xfrm>
                      <a:off x="-1334100" y="738888"/>
                      <a:ext cx="8350" cy="8350"/>
                    </a:xfrm>
                    <a:custGeom>
                      <a:rect b="b" l="l" r="r" t="t"/>
                      <a:pathLst>
                        <a:path extrusionOk="0" h="334" w="334">
                          <a:moveTo>
                            <a:pt x="133" y="0"/>
                          </a:moveTo>
                          <a:cubicBezTo>
                            <a:pt x="67" y="0"/>
                            <a:pt x="0" y="100"/>
                            <a:pt x="0" y="167"/>
                          </a:cubicBezTo>
                          <a:cubicBezTo>
                            <a:pt x="0" y="267"/>
                            <a:pt x="67" y="334"/>
                            <a:pt x="167" y="334"/>
                          </a:cubicBezTo>
                          <a:cubicBezTo>
                            <a:pt x="267" y="334"/>
                            <a:pt x="334" y="267"/>
                            <a:pt x="334" y="167"/>
                          </a:cubicBezTo>
                          <a:cubicBezTo>
                            <a:pt x="334" y="67"/>
                            <a:pt x="234" y="0"/>
                            <a:pt x="133" y="0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592" name="Google Shape;592;p47"/>
                <p:cNvGrpSpPr/>
                <p:nvPr/>
              </p:nvGrpSpPr>
              <p:grpSpPr>
                <a:xfrm flipH="1" rot="-1800044">
                  <a:off x="256227" y="3965123"/>
                  <a:ext cx="520389" cy="1164374"/>
                  <a:chOff x="2721325" y="3835313"/>
                  <a:chExt cx="520400" cy="1164400"/>
                </a:xfrm>
              </p:grpSpPr>
              <p:sp>
                <p:nvSpPr>
                  <p:cNvPr id="593" name="Google Shape;593;p47"/>
                  <p:cNvSpPr/>
                  <p:nvPr/>
                </p:nvSpPr>
                <p:spPr>
                  <a:xfrm>
                    <a:off x="2873925" y="4089863"/>
                    <a:ext cx="132625" cy="766400"/>
                  </a:xfrm>
                  <a:custGeom>
                    <a:rect b="b" l="l" r="r" t="t"/>
                    <a:pathLst>
                      <a:path extrusionOk="0" fill="none" h="30656" w="5305">
                        <a:moveTo>
                          <a:pt x="1" y="30656"/>
                        </a:moveTo>
                        <a:cubicBezTo>
                          <a:pt x="1101" y="26653"/>
                          <a:pt x="4170" y="24818"/>
                          <a:pt x="4537" y="21149"/>
                        </a:cubicBezTo>
                        <a:cubicBezTo>
                          <a:pt x="4938" y="17513"/>
                          <a:pt x="3803" y="14778"/>
                          <a:pt x="4537" y="11275"/>
                        </a:cubicBezTo>
                        <a:cubicBezTo>
                          <a:pt x="5304" y="7773"/>
                          <a:pt x="5171" y="3336"/>
                          <a:pt x="3870" y="0"/>
                        </a:cubicBezTo>
                      </a:path>
                    </a:pathLst>
                  </a:custGeom>
                  <a:noFill/>
                  <a:ln cap="flat" cmpd="sng" w="10850">
                    <a:solidFill>
                      <a:schemeClr val="accent4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4" name="Google Shape;594;p47"/>
                  <p:cNvSpPr/>
                  <p:nvPr/>
                </p:nvSpPr>
                <p:spPr>
                  <a:xfrm>
                    <a:off x="2867250" y="4025213"/>
                    <a:ext cx="325275" cy="759000"/>
                  </a:xfrm>
                  <a:custGeom>
                    <a:rect b="b" l="l" r="r" t="t"/>
                    <a:pathLst>
                      <a:path extrusionOk="0" h="30360" w="13011">
                        <a:moveTo>
                          <a:pt x="5200" y="0"/>
                        </a:moveTo>
                        <a:cubicBezTo>
                          <a:pt x="4945" y="0"/>
                          <a:pt x="4669" y="58"/>
                          <a:pt x="4371" y="185"/>
                        </a:cubicBezTo>
                        <a:cubicBezTo>
                          <a:pt x="1235" y="1519"/>
                          <a:pt x="1669" y="2653"/>
                          <a:pt x="1669" y="2653"/>
                        </a:cubicBezTo>
                        <a:cubicBezTo>
                          <a:pt x="1" y="6589"/>
                          <a:pt x="5138" y="8124"/>
                          <a:pt x="5138" y="8124"/>
                        </a:cubicBezTo>
                        <a:cubicBezTo>
                          <a:pt x="4401" y="10751"/>
                          <a:pt x="4864" y="12301"/>
                          <a:pt x="6883" y="12301"/>
                        </a:cubicBezTo>
                        <a:cubicBezTo>
                          <a:pt x="6966" y="12301"/>
                          <a:pt x="7051" y="12299"/>
                          <a:pt x="7139" y="12293"/>
                        </a:cubicBezTo>
                        <a:lnTo>
                          <a:pt x="7139" y="12293"/>
                        </a:lnTo>
                        <a:cubicBezTo>
                          <a:pt x="5772" y="13928"/>
                          <a:pt x="5838" y="15362"/>
                          <a:pt x="7706" y="16563"/>
                        </a:cubicBezTo>
                        <a:cubicBezTo>
                          <a:pt x="6405" y="18498"/>
                          <a:pt x="6305" y="20199"/>
                          <a:pt x="8273" y="21567"/>
                        </a:cubicBezTo>
                        <a:cubicBezTo>
                          <a:pt x="7006" y="22801"/>
                          <a:pt x="7006" y="24035"/>
                          <a:pt x="7840" y="25236"/>
                        </a:cubicBezTo>
                        <a:cubicBezTo>
                          <a:pt x="6505" y="25870"/>
                          <a:pt x="5938" y="26737"/>
                          <a:pt x="6606" y="27971"/>
                        </a:cubicBezTo>
                        <a:cubicBezTo>
                          <a:pt x="6606" y="27971"/>
                          <a:pt x="4838" y="30039"/>
                          <a:pt x="6038" y="30306"/>
                        </a:cubicBezTo>
                        <a:cubicBezTo>
                          <a:pt x="6222" y="30343"/>
                          <a:pt x="6393" y="30359"/>
                          <a:pt x="6551" y="30359"/>
                        </a:cubicBezTo>
                        <a:cubicBezTo>
                          <a:pt x="8574" y="30359"/>
                          <a:pt x="8574" y="27604"/>
                          <a:pt x="8574" y="27604"/>
                        </a:cubicBezTo>
                        <a:cubicBezTo>
                          <a:pt x="10475" y="27604"/>
                          <a:pt x="10975" y="25736"/>
                          <a:pt x="9674" y="24269"/>
                        </a:cubicBezTo>
                        <a:cubicBezTo>
                          <a:pt x="11276" y="23735"/>
                          <a:pt x="12276" y="21000"/>
                          <a:pt x="10275" y="19765"/>
                        </a:cubicBezTo>
                        <a:cubicBezTo>
                          <a:pt x="12476" y="19365"/>
                          <a:pt x="13010" y="16463"/>
                          <a:pt x="11075" y="15329"/>
                        </a:cubicBezTo>
                        <a:cubicBezTo>
                          <a:pt x="12677" y="12894"/>
                          <a:pt x="12843" y="10792"/>
                          <a:pt x="9975" y="9358"/>
                        </a:cubicBezTo>
                        <a:cubicBezTo>
                          <a:pt x="10508" y="7056"/>
                          <a:pt x="10108" y="5489"/>
                          <a:pt x="8140" y="5188"/>
                        </a:cubicBezTo>
                        <a:cubicBezTo>
                          <a:pt x="8140" y="5188"/>
                          <a:pt x="7621" y="0"/>
                          <a:pt x="520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5" name="Google Shape;595;p47"/>
                  <p:cNvSpPr/>
                  <p:nvPr/>
                </p:nvSpPr>
                <p:spPr>
                  <a:xfrm>
                    <a:off x="2817225" y="4097363"/>
                    <a:ext cx="215175" cy="902350"/>
                  </a:xfrm>
                  <a:custGeom>
                    <a:rect b="b" l="l" r="r" t="t"/>
                    <a:pathLst>
                      <a:path extrusionOk="0" fill="none" h="36094" w="8607">
                        <a:moveTo>
                          <a:pt x="768" y="1"/>
                        </a:moveTo>
                        <a:cubicBezTo>
                          <a:pt x="1201" y="3770"/>
                          <a:pt x="4337" y="4704"/>
                          <a:pt x="6138" y="9441"/>
                        </a:cubicBezTo>
                        <a:cubicBezTo>
                          <a:pt x="7939" y="14178"/>
                          <a:pt x="8607" y="18714"/>
                          <a:pt x="6772" y="24318"/>
                        </a:cubicBezTo>
                        <a:cubicBezTo>
                          <a:pt x="4904" y="29922"/>
                          <a:pt x="5404" y="30156"/>
                          <a:pt x="4670" y="32090"/>
                        </a:cubicBezTo>
                        <a:cubicBezTo>
                          <a:pt x="3937" y="33992"/>
                          <a:pt x="2035" y="33758"/>
                          <a:pt x="0" y="36093"/>
                        </a:cubicBezTo>
                      </a:path>
                    </a:pathLst>
                  </a:custGeom>
                  <a:noFill/>
                  <a:ln cap="flat" cmpd="sng" w="10850">
                    <a:solidFill>
                      <a:schemeClr val="accent4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6" name="Google Shape;596;p47"/>
                  <p:cNvSpPr/>
                  <p:nvPr/>
                </p:nvSpPr>
                <p:spPr>
                  <a:xfrm>
                    <a:off x="2952325" y="3954763"/>
                    <a:ext cx="289400" cy="1044950"/>
                  </a:xfrm>
                  <a:custGeom>
                    <a:rect b="b" l="l" r="r" t="t"/>
                    <a:pathLst>
                      <a:path extrusionOk="0" fill="none" h="41798" w="11576">
                        <a:moveTo>
                          <a:pt x="3870" y="1"/>
                        </a:moveTo>
                        <a:cubicBezTo>
                          <a:pt x="4737" y="3670"/>
                          <a:pt x="5971" y="7239"/>
                          <a:pt x="7939" y="9407"/>
                        </a:cubicBezTo>
                        <a:cubicBezTo>
                          <a:pt x="9907" y="11576"/>
                          <a:pt x="11575" y="17046"/>
                          <a:pt x="9774" y="22283"/>
                        </a:cubicBezTo>
                        <a:cubicBezTo>
                          <a:pt x="8006" y="27520"/>
                          <a:pt x="8073" y="28254"/>
                          <a:pt x="8006" y="30789"/>
                        </a:cubicBezTo>
                        <a:cubicBezTo>
                          <a:pt x="7939" y="33291"/>
                          <a:pt x="5471" y="34892"/>
                          <a:pt x="2902" y="37794"/>
                        </a:cubicBezTo>
                        <a:cubicBezTo>
                          <a:pt x="300" y="40696"/>
                          <a:pt x="0" y="41797"/>
                          <a:pt x="0" y="41797"/>
                        </a:cubicBezTo>
                      </a:path>
                    </a:pathLst>
                  </a:custGeom>
                  <a:noFill/>
                  <a:ln cap="flat" cmpd="sng" w="10850">
                    <a:solidFill>
                      <a:schemeClr val="accent4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7" name="Google Shape;597;p47"/>
                  <p:cNvSpPr/>
                  <p:nvPr/>
                </p:nvSpPr>
                <p:spPr>
                  <a:xfrm>
                    <a:off x="2963150" y="4042338"/>
                    <a:ext cx="168500" cy="873975"/>
                  </a:xfrm>
                  <a:custGeom>
                    <a:rect b="b" l="l" r="r" t="t"/>
                    <a:pathLst>
                      <a:path extrusionOk="0" fill="none" h="34959" w="6740">
                        <a:moveTo>
                          <a:pt x="1402" y="0"/>
                        </a:moveTo>
                        <a:cubicBezTo>
                          <a:pt x="1402" y="4070"/>
                          <a:pt x="3270" y="5838"/>
                          <a:pt x="4838" y="9474"/>
                        </a:cubicBezTo>
                        <a:cubicBezTo>
                          <a:pt x="6405" y="13110"/>
                          <a:pt x="4804" y="15044"/>
                          <a:pt x="5105" y="18146"/>
                        </a:cubicBezTo>
                        <a:cubicBezTo>
                          <a:pt x="5405" y="21282"/>
                          <a:pt x="6739" y="25218"/>
                          <a:pt x="4838" y="29121"/>
                        </a:cubicBezTo>
                        <a:cubicBezTo>
                          <a:pt x="3737" y="31456"/>
                          <a:pt x="2069" y="33457"/>
                          <a:pt x="1" y="34958"/>
                        </a:cubicBezTo>
                      </a:path>
                    </a:pathLst>
                  </a:custGeom>
                  <a:noFill/>
                  <a:ln cap="flat" cmpd="sng" w="10850">
                    <a:solidFill>
                      <a:schemeClr val="accent4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8" name="Google Shape;598;p47"/>
                  <p:cNvSpPr/>
                  <p:nvPr/>
                </p:nvSpPr>
                <p:spPr>
                  <a:xfrm>
                    <a:off x="2721325" y="3835313"/>
                    <a:ext cx="418650" cy="333825"/>
                  </a:xfrm>
                  <a:custGeom>
                    <a:rect b="b" l="l" r="r" t="t"/>
                    <a:pathLst>
                      <a:path extrusionOk="0" h="13353" w="16746">
                        <a:moveTo>
                          <a:pt x="8904" y="1"/>
                        </a:moveTo>
                        <a:cubicBezTo>
                          <a:pt x="6650" y="1"/>
                          <a:pt x="4335" y="907"/>
                          <a:pt x="2702" y="3044"/>
                        </a:cubicBezTo>
                        <a:cubicBezTo>
                          <a:pt x="0" y="6547"/>
                          <a:pt x="1301" y="12451"/>
                          <a:pt x="3036" y="13251"/>
                        </a:cubicBezTo>
                        <a:cubicBezTo>
                          <a:pt x="3174" y="13319"/>
                          <a:pt x="3411" y="13352"/>
                          <a:pt x="3723" y="13352"/>
                        </a:cubicBezTo>
                        <a:cubicBezTo>
                          <a:pt x="5894" y="13352"/>
                          <a:pt x="11744" y="11718"/>
                          <a:pt x="14077" y="8248"/>
                        </a:cubicBezTo>
                        <a:cubicBezTo>
                          <a:pt x="16746" y="4312"/>
                          <a:pt x="16145" y="2777"/>
                          <a:pt x="13043" y="1076"/>
                        </a:cubicBezTo>
                        <a:cubicBezTo>
                          <a:pt x="11829" y="390"/>
                          <a:pt x="10379" y="1"/>
                          <a:pt x="890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99" name="Google Shape;599;p47"/>
                <p:cNvSpPr/>
                <p:nvPr/>
              </p:nvSpPr>
              <p:spPr>
                <a:xfrm flipH="1" rot="-695854">
                  <a:off x="145752" y="694664"/>
                  <a:ext cx="480510" cy="203569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p47"/>
                <p:cNvSpPr/>
                <p:nvPr/>
              </p:nvSpPr>
              <p:spPr>
                <a:xfrm flipH="1" rot="-695316">
                  <a:off x="293659" y="1366451"/>
                  <a:ext cx="241932" cy="10255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47"/>
                <p:cNvSpPr/>
                <p:nvPr/>
              </p:nvSpPr>
              <p:spPr>
                <a:xfrm flipH="1" rot="-695316">
                  <a:off x="162734" y="1597101"/>
                  <a:ext cx="241932" cy="10255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2" name="Google Shape;602;p47"/>
                <p:cNvSpPr/>
                <p:nvPr/>
              </p:nvSpPr>
              <p:spPr>
                <a:xfrm flipH="1" rot="-695316">
                  <a:off x="331659" y="3445076"/>
                  <a:ext cx="241932" cy="10255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3" name="Google Shape;603;p47"/>
              <p:cNvGrpSpPr/>
              <p:nvPr/>
            </p:nvGrpSpPr>
            <p:grpSpPr>
              <a:xfrm flipH="1">
                <a:off x="3337825" y="4102696"/>
                <a:ext cx="1437451" cy="1070462"/>
                <a:chOff x="3348635" y="3991675"/>
                <a:chExt cx="1586765" cy="1181655"/>
              </a:xfrm>
            </p:grpSpPr>
            <p:grpSp>
              <p:nvGrpSpPr>
                <p:cNvPr id="604" name="Google Shape;604;p47"/>
                <p:cNvGrpSpPr/>
                <p:nvPr/>
              </p:nvGrpSpPr>
              <p:grpSpPr>
                <a:xfrm>
                  <a:off x="3825400" y="4246925"/>
                  <a:ext cx="1066625" cy="897225"/>
                  <a:chOff x="3825400" y="4246925"/>
                  <a:chExt cx="1066625" cy="897225"/>
                </a:xfrm>
              </p:grpSpPr>
              <p:sp>
                <p:nvSpPr>
                  <p:cNvPr id="605" name="Google Shape;605;p47"/>
                  <p:cNvSpPr/>
                  <p:nvPr/>
                </p:nvSpPr>
                <p:spPr>
                  <a:xfrm>
                    <a:off x="3825400" y="4246925"/>
                    <a:ext cx="1066625" cy="897225"/>
                  </a:xfrm>
                  <a:custGeom>
                    <a:rect b="b" l="l" r="r" t="t"/>
                    <a:pathLst>
                      <a:path extrusionOk="0" h="35889" w="42665">
                        <a:moveTo>
                          <a:pt x="14839" y="1"/>
                        </a:moveTo>
                        <a:cubicBezTo>
                          <a:pt x="12955" y="1"/>
                          <a:pt x="11176" y="3827"/>
                          <a:pt x="12076" y="9169"/>
                        </a:cubicBezTo>
                        <a:cubicBezTo>
                          <a:pt x="13110" y="15340"/>
                          <a:pt x="15845" y="15407"/>
                          <a:pt x="16979" y="17108"/>
                        </a:cubicBezTo>
                        <a:cubicBezTo>
                          <a:pt x="18080" y="18776"/>
                          <a:pt x="16212" y="19110"/>
                          <a:pt x="15412" y="21311"/>
                        </a:cubicBezTo>
                        <a:cubicBezTo>
                          <a:pt x="14644" y="23546"/>
                          <a:pt x="14644" y="26215"/>
                          <a:pt x="12910" y="26215"/>
                        </a:cubicBezTo>
                        <a:cubicBezTo>
                          <a:pt x="11209" y="26215"/>
                          <a:pt x="10008" y="23480"/>
                          <a:pt x="10942" y="20978"/>
                        </a:cubicBezTo>
                        <a:cubicBezTo>
                          <a:pt x="11876" y="18443"/>
                          <a:pt x="13510" y="16441"/>
                          <a:pt x="10875" y="14907"/>
                        </a:cubicBezTo>
                        <a:cubicBezTo>
                          <a:pt x="10533" y="14710"/>
                          <a:pt x="10227" y="14622"/>
                          <a:pt x="9955" y="14622"/>
                        </a:cubicBezTo>
                        <a:cubicBezTo>
                          <a:pt x="8102" y="14622"/>
                          <a:pt x="7826" y="18738"/>
                          <a:pt x="8640" y="20978"/>
                        </a:cubicBezTo>
                        <a:cubicBezTo>
                          <a:pt x="9574" y="23546"/>
                          <a:pt x="9507" y="26715"/>
                          <a:pt x="7773" y="28083"/>
                        </a:cubicBezTo>
                        <a:cubicBezTo>
                          <a:pt x="7472" y="28324"/>
                          <a:pt x="7203" y="28433"/>
                          <a:pt x="6970" y="28433"/>
                        </a:cubicBezTo>
                        <a:cubicBezTo>
                          <a:pt x="5883" y="28433"/>
                          <a:pt x="5583" y="26077"/>
                          <a:pt x="6572" y="23880"/>
                        </a:cubicBezTo>
                        <a:cubicBezTo>
                          <a:pt x="7385" y="22044"/>
                          <a:pt x="6612" y="20613"/>
                          <a:pt x="5109" y="20613"/>
                        </a:cubicBezTo>
                        <a:cubicBezTo>
                          <a:pt x="4455" y="20613"/>
                          <a:pt x="3663" y="20884"/>
                          <a:pt x="2803" y="21512"/>
                        </a:cubicBezTo>
                        <a:cubicBezTo>
                          <a:pt x="1" y="23546"/>
                          <a:pt x="3336" y="26548"/>
                          <a:pt x="5738" y="29717"/>
                        </a:cubicBezTo>
                        <a:cubicBezTo>
                          <a:pt x="7479" y="32015"/>
                          <a:pt x="6696" y="34224"/>
                          <a:pt x="4571" y="34224"/>
                        </a:cubicBezTo>
                        <a:cubicBezTo>
                          <a:pt x="3764" y="34224"/>
                          <a:pt x="2764" y="33906"/>
                          <a:pt x="1635" y="33153"/>
                        </a:cubicBezTo>
                        <a:lnTo>
                          <a:pt x="1635" y="33153"/>
                        </a:lnTo>
                        <a:cubicBezTo>
                          <a:pt x="1635" y="33153"/>
                          <a:pt x="2302" y="35388"/>
                          <a:pt x="2402" y="35488"/>
                        </a:cubicBezTo>
                        <a:cubicBezTo>
                          <a:pt x="2446" y="35532"/>
                          <a:pt x="13405" y="35889"/>
                          <a:pt x="20927" y="35889"/>
                        </a:cubicBezTo>
                        <a:cubicBezTo>
                          <a:pt x="24914" y="35889"/>
                          <a:pt x="27935" y="35789"/>
                          <a:pt x="27854" y="35488"/>
                        </a:cubicBezTo>
                        <a:cubicBezTo>
                          <a:pt x="27620" y="34588"/>
                          <a:pt x="30222" y="33053"/>
                          <a:pt x="34258" y="32986"/>
                        </a:cubicBezTo>
                        <a:cubicBezTo>
                          <a:pt x="38295" y="32886"/>
                          <a:pt x="38728" y="31685"/>
                          <a:pt x="38528" y="29717"/>
                        </a:cubicBezTo>
                        <a:cubicBezTo>
                          <a:pt x="38429" y="28553"/>
                          <a:pt x="37373" y="27925"/>
                          <a:pt x="36008" y="27925"/>
                        </a:cubicBezTo>
                        <a:cubicBezTo>
                          <a:pt x="35067" y="27925"/>
                          <a:pt x="33979" y="28224"/>
                          <a:pt x="32957" y="28850"/>
                        </a:cubicBezTo>
                        <a:cubicBezTo>
                          <a:pt x="32056" y="29411"/>
                          <a:pt x="31186" y="29664"/>
                          <a:pt x="30502" y="29664"/>
                        </a:cubicBezTo>
                        <a:cubicBezTo>
                          <a:pt x="29315" y="29664"/>
                          <a:pt x="28693" y="28899"/>
                          <a:pt x="29455" y="27649"/>
                        </a:cubicBezTo>
                        <a:cubicBezTo>
                          <a:pt x="30656" y="25681"/>
                          <a:pt x="34425" y="25848"/>
                          <a:pt x="37160" y="25081"/>
                        </a:cubicBezTo>
                        <a:cubicBezTo>
                          <a:pt x="39929" y="24280"/>
                          <a:pt x="42664" y="19777"/>
                          <a:pt x="40429" y="17108"/>
                        </a:cubicBezTo>
                        <a:cubicBezTo>
                          <a:pt x="39937" y="16513"/>
                          <a:pt x="39346" y="16260"/>
                          <a:pt x="38719" y="16260"/>
                        </a:cubicBezTo>
                        <a:cubicBezTo>
                          <a:pt x="36495" y="16260"/>
                          <a:pt x="33807" y="19441"/>
                          <a:pt x="33391" y="21912"/>
                        </a:cubicBezTo>
                        <a:cubicBezTo>
                          <a:pt x="33191" y="23179"/>
                          <a:pt x="32618" y="23710"/>
                          <a:pt x="31991" y="23710"/>
                        </a:cubicBezTo>
                        <a:cubicBezTo>
                          <a:pt x="31050" y="23710"/>
                          <a:pt x="29989" y="22513"/>
                          <a:pt x="29889" y="20811"/>
                        </a:cubicBezTo>
                        <a:cubicBezTo>
                          <a:pt x="29722" y="17976"/>
                          <a:pt x="32190" y="16208"/>
                          <a:pt x="31790" y="13606"/>
                        </a:cubicBezTo>
                        <a:cubicBezTo>
                          <a:pt x="31628" y="12647"/>
                          <a:pt x="31145" y="12199"/>
                          <a:pt x="30504" y="12199"/>
                        </a:cubicBezTo>
                        <a:cubicBezTo>
                          <a:pt x="29430" y="12199"/>
                          <a:pt x="27911" y="13459"/>
                          <a:pt x="26720" y="15674"/>
                        </a:cubicBezTo>
                        <a:cubicBezTo>
                          <a:pt x="24852" y="19210"/>
                          <a:pt x="28021" y="21512"/>
                          <a:pt x="27887" y="24447"/>
                        </a:cubicBezTo>
                        <a:cubicBezTo>
                          <a:pt x="27720" y="27349"/>
                          <a:pt x="24585" y="31018"/>
                          <a:pt x="21516" y="31018"/>
                        </a:cubicBezTo>
                        <a:cubicBezTo>
                          <a:pt x="18414" y="31018"/>
                          <a:pt x="16546" y="27783"/>
                          <a:pt x="17146" y="23913"/>
                        </a:cubicBezTo>
                        <a:cubicBezTo>
                          <a:pt x="17747" y="20077"/>
                          <a:pt x="21249" y="21545"/>
                          <a:pt x="23918" y="19310"/>
                        </a:cubicBezTo>
                        <a:cubicBezTo>
                          <a:pt x="25974" y="17540"/>
                          <a:pt x="25024" y="15972"/>
                          <a:pt x="23318" y="15972"/>
                        </a:cubicBezTo>
                        <a:cubicBezTo>
                          <a:pt x="22838" y="15972"/>
                          <a:pt x="22299" y="16096"/>
                          <a:pt x="21749" y="16375"/>
                        </a:cubicBezTo>
                        <a:cubicBezTo>
                          <a:pt x="20979" y="16770"/>
                          <a:pt x="20364" y="16951"/>
                          <a:pt x="19888" y="16951"/>
                        </a:cubicBezTo>
                        <a:cubicBezTo>
                          <a:pt x="18840" y="16951"/>
                          <a:pt x="18466" y="16073"/>
                          <a:pt x="18581" y="14673"/>
                        </a:cubicBezTo>
                        <a:cubicBezTo>
                          <a:pt x="18747" y="12605"/>
                          <a:pt x="22617" y="12105"/>
                          <a:pt x="23984" y="9770"/>
                        </a:cubicBezTo>
                        <a:cubicBezTo>
                          <a:pt x="25333" y="7501"/>
                          <a:pt x="26259" y="1894"/>
                          <a:pt x="22675" y="1894"/>
                        </a:cubicBezTo>
                        <a:cubicBezTo>
                          <a:pt x="22623" y="1894"/>
                          <a:pt x="22571" y="1895"/>
                          <a:pt x="22517" y="1897"/>
                        </a:cubicBezTo>
                        <a:cubicBezTo>
                          <a:pt x="18714" y="2098"/>
                          <a:pt x="20115" y="6100"/>
                          <a:pt x="20382" y="9103"/>
                        </a:cubicBezTo>
                        <a:cubicBezTo>
                          <a:pt x="20649" y="12105"/>
                          <a:pt x="18147" y="12338"/>
                          <a:pt x="16279" y="12605"/>
                        </a:cubicBezTo>
                        <a:cubicBezTo>
                          <a:pt x="16156" y="12622"/>
                          <a:pt x="16040" y="12631"/>
                          <a:pt x="15933" y="12631"/>
                        </a:cubicBezTo>
                        <a:cubicBezTo>
                          <a:pt x="14383" y="12631"/>
                          <a:pt x="14455" y="10841"/>
                          <a:pt x="15578" y="7535"/>
                        </a:cubicBezTo>
                        <a:cubicBezTo>
                          <a:pt x="16779" y="4032"/>
                          <a:pt x="17813" y="1631"/>
                          <a:pt x="15678" y="263"/>
                        </a:cubicBezTo>
                        <a:cubicBezTo>
                          <a:pt x="15402" y="86"/>
                          <a:pt x="15119" y="1"/>
                          <a:pt x="1483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6" name="Google Shape;606;p47"/>
                  <p:cNvSpPr/>
                  <p:nvPr/>
                </p:nvSpPr>
                <p:spPr>
                  <a:xfrm>
                    <a:off x="3826225" y="4618750"/>
                    <a:ext cx="967400" cy="524200"/>
                  </a:xfrm>
                  <a:custGeom>
                    <a:rect b="b" l="l" r="r" t="t"/>
                    <a:pathLst>
                      <a:path extrusionOk="0" h="20968" w="38696">
                        <a:moveTo>
                          <a:pt x="9208" y="0"/>
                        </a:moveTo>
                        <a:lnTo>
                          <a:pt x="9208" y="0"/>
                        </a:lnTo>
                        <a:cubicBezTo>
                          <a:pt x="8040" y="968"/>
                          <a:pt x="7973" y="4203"/>
                          <a:pt x="8640" y="6105"/>
                        </a:cubicBezTo>
                        <a:cubicBezTo>
                          <a:pt x="9608" y="8673"/>
                          <a:pt x="9508" y="11842"/>
                          <a:pt x="7807" y="13210"/>
                        </a:cubicBezTo>
                        <a:cubicBezTo>
                          <a:pt x="7500" y="13451"/>
                          <a:pt x="7227" y="13560"/>
                          <a:pt x="6992" y="13560"/>
                        </a:cubicBezTo>
                        <a:cubicBezTo>
                          <a:pt x="5894" y="13560"/>
                          <a:pt x="5611" y="11204"/>
                          <a:pt x="6572" y="9007"/>
                        </a:cubicBezTo>
                        <a:cubicBezTo>
                          <a:pt x="7410" y="7146"/>
                          <a:pt x="6625" y="5707"/>
                          <a:pt x="5124" y="5707"/>
                        </a:cubicBezTo>
                        <a:cubicBezTo>
                          <a:pt x="4472" y="5707"/>
                          <a:pt x="3685" y="5979"/>
                          <a:pt x="2836" y="6605"/>
                        </a:cubicBezTo>
                        <a:cubicBezTo>
                          <a:pt x="1" y="8673"/>
                          <a:pt x="3337" y="11675"/>
                          <a:pt x="5738" y="14811"/>
                        </a:cubicBezTo>
                        <a:cubicBezTo>
                          <a:pt x="7478" y="17107"/>
                          <a:pt x="6697" y="19332"/>
                          <a:pt x="4575" y="19332"/>
                        </a:cubicBezTo>
                        <a:cubicBezTo>
                          <a:pt x="3768" y="19332"/>
                          <a:pt x="2766" y="19010"/>
                          <a:pt x="1635" y="18247"/>
                        </a:cubicBezTo>
                        <a:lnTo>
                          <a:pt x="1635" y="18247"/>
                        </a:lnTo>
                        <a:cubicBezTo>
                          <a:pt x="1636" y="18247"/>
                          <a:pt x="2336" y="20482"/>
                          <a:pt x="2403" y="20582"/>
                        </a:cubicBezTo>
                        <a:cubicBezTo>
                          <a:pt x="2468" y="20625"/>
                          <a:pt x="13417" y="20968"/>
                          <a:pt x="20941" y="20968"/>
                        </a:cubicBezTo>
                        <a:cubicBezTo>
                          <a:pt x="24938" y="20968"/>
                          <a:pt x="27969" y="20871"/>
                          <a:pt x="27888" y="20582"/>
                        </a:cubicBezTo>
                        <a:cubicBezTo>
                          <a:pt x="27654" y="19715"/>
                          <a:pt x="30189" y="18180"/>
                          <a:pt x="34259" y="18113"/>
                        </a:cubicBezTo>
                        <a:cubicBezTo>
                          <a:pt x="38262" y="18013"/>
                          <a:pt x="38695" y="16812"/>
                          <a:pt x="38528" y="14844"/>
                        </a:cubicBezTo>
                        <a:cubicBezTo>
                          <a:pt x="38462" y="14010"/>
                          <a:pt x="37828" y="13343"/>
                          <a:pt x="37027" y="13177"/>
                        </a:cubicBezTo>
                        <a:cubicBezTo>
                          <a:pt x="36360" y="14377"/>
                          <a:pt x="34926" y="15845"/>
                          <a:pt x="32024" y="16279"/>
                        </a:cubicBezTo>
                        <a:cubicBezTo>
                          <a:pt x="26887" y="17046"/>
                          <a:pt x="27487" y="15878"/>
                          <a:pt x="23384" y="18013"/>
                        </a:cubicBezTo>
                        <a:cubicBezTo>
                          <a:pt x="22132" y="18665"/>
                          <a:pt x="21227" y="18941"/>
                          <a:pt x="20522" y="18941"/>
                        </a:cubicBezTo>
                        <a:cubicBezTo>
                          <a:pt x="18917" y="18941"/>
                          <a:pt x="18344" y="17514"/>
                          <a:pt x="17046" y="15845"/>
                        </a:cubicBezTo>
                        <a:cubicBezTo>
                          <a:pt x="16670" y="15369"/>
                          <a:pt x="16324" y="15180"/>
                          <a:pt x="15989" y="15180"/>
                        </a:cubicBezTo>
                        <a:cubicBezTo>
                          <a:pt x="14696" y="15180"/>
                          <a:pt x="13557" y="18000"/>
                          <a:pt x="11363" y="18000"/>
                        </a:cubicBezTo>
                        <a:cubicBezTo>
                          <a:pt x="11258" y="18000"/>
                          <a:pt x="11151" y="17993"/>
                          <a:pt x="11042" y="17980"/>
                        </a:cubicBezTo>
                        <a:cubicBezTo>
                          <a:pt x="8040" y="17646"/>
                          <a:pt x="11042" y="15478"/>
                          <a:pt x="11042" y="13110"/>
                        </a:cubicBezTo>
                        <a:cubicBezTo>
                          <a:pt x="11042" y="10741"/>
                          <a:pt x="8640" y="6071"/>
                          <a:pt x="9174" y="5071"/>
                        </a:cubicBezTo>
                        <a:cubicBezTo>
                          <a:pt x="9474" y="4404"/>
                          <a:pt x="9941" y="1969"/>
                          <a:pt x="920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07" name="Google Shape;607;p47"/>
                <p:cNvGrpSpPr/>
                <p:nvPr/>
              </p:nvGrpSpPr>
              <p:grpSpPr>
                <a:xfrm>
                  <a:off x="4424175" y="4550550"/>
                  <a:ext cx="511225" cy="592950"/>
                  <a:chOff x="4483725" y="3281075"/>
                  <a:chExt cx="511225" cy="592950"/>
                </a:xfrm>
              </p:grpSpPr>
              <p:sp>
                <p:nvSpPr>
                  <p:cNvPr id="608" name="Google Shape;608;p47"/>
                  <p:cNvSpPr/>
                  <p:nvPr/>
                </p:nvSpPr>
                <p:spPr>
                  <a:xfrm>
                    <a:off x="4483725" y="3362800"/>
                    <a:ext cx="152650" cy="334425"/>
                  </a:xfrm>
                  <a:custGeom>
                    <a:rect b="b" l="l" r="r" t="t"/>
                    <a:pathLst>
                      <a:path extrusionOk="0" h="13377" w="6106">
                        <a:moveTo>
                          <a:pt x="1435" y="0"/>
                        </a:moveTo>
                        <a:cubicBezTo>
                          <a:pt x="1435" y="1"/>
                          <a:pt x="1" y="6005"/>
                          <a:pt x="2336" y="8373"/>
                        </a:cubicBezTo>
                        <a:cubicBezTo>
                          <a:pt x="3703" y="9774"/>
                          <a:pt x="4738" y="11509"/>
                          <a:pt x="5271" y="13377"/>
                        </a:cubicBezTo>
                        <a:cubicBezTo>
                          <a:pt x="5271" y="13377"/>
                          <a:pt x="6105" y="8540"/>
                          <a:pt x="5471" y="6338"/>
                        </a:cubicBezTo>
                        <a:cubicBezTo>
                          <a:pt x="4871" y="4170"/>
                          <a:pt x="2536" y="3836"/>
                          <a:pt x="14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9" name="Google Shape;609;p47"/>
                  <p:cNvSpPr/>
                  <p:nvPr/>
                </p:nvSpPr>
                <p:spPr>
                  <a:xfrm>
                    <a:off x="4597150" y="3490375"/>
                    <a:ext cx="371950" cy="345275"/>
                  </a:xfrm>
                  <a:custGeom>
                    <a:rect b="b" l="l" r="r" t="t"/>
                    <a:pathLst>
                      <a:path extrusionOk="0" h="13811" w="14878">
                        <a:moveTo>
                          <a:pt x="14878" y="1"/>
                        </a:moveTo>
                        <a:lnTo>
                          <a:pt x="14878" y="1"/>
                        </a:lnTo>
                        <a:cubicBezTo>
                          <a:pt x="13176" y="1836"/>
                          <a:pt x="11042" y="3170"/>
                          <a:pt x="8640" y="3870"/>
                        </a:cubicBezTo>
                        <a:cubicBezTo>
                          <a:pt x="4837" y="4938"/>
                          <a:pt x="4037" y="5538"/>
                          <a:pt x="3036" y="7706"/>
                        </a:cubicBezTo>
                        <a:cubicBezTo>
                          <a:pt x="2069" y="9841"/>
                          <a:pt x="0" y="13811"/>
                          <a:pt x="0" y="13811"/>
                        </a:cubicBezTo>
                        <a:cubicBezTo>
                          <a:pt x="2969" y="10642"/>
                          <a:pt x="3036" y="8974"/>
                          <a:pt x="5738" y="8274"/>
                        </a:cubicBezTo>
                        <a:cubicBezTo>
                          <a:pt x="8473" y="7573"/>
                          <a:pt x="11775" y="6472"/>
                          <a:pt x="13210" y="4571"/>
                        </a:cubicBezTo>
                        <a:cubicBezTo>
                          <a:pt x="14611" y="2636"/>
                          <a:pt x="14878" y="1"/>
                          <a:pt x="1487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0" name="Google Shape;610;p47"/>
                  <p:cNvSpPr/>
                  <p:nvPr/>
                </p:nvSpPr>
                <p:spPr>
                  <a:xfrm>
                    <a:off x="4663850" y="3281075"/>
                    <a:ext cx="331100" cy="278550"/>
                  </a:xfrm>
                  <a:custGeom>
                    <a:rect b="b" l="l" r="r" t="t"/>
                    <a:pathLst>
                      <a:path extrusionOk="0" h="11142" w="13244">
                        <a:moveTo>
                          <a:pt x="13244" y="0"/>
                        </a:moveTo>
                        <a:cubicBezTo>
                          <a:pt x="13243" y="1"/>
                          <a:pt x="10642" y="2669"/>
                          <a:pt x="7173" y="3570"/>
                        </a:cubicBezTo>
                        <a:cubicBezTo>
                          <a:pt x="3704" y="4504"/>
                          <a:pt x="1469" y="6538"/>
                          <a:pt x="735" y="8373"/>
                        </a:cubicBezTo>
                        <a:cubicBezTo>
                          <a:pt x="1" y="10241"/>
                          <a:pt x="268" y="11142"/>
                          <a:pt x="268" y="11142"/>
                        </a:cubicBezTo>
                        <a:cubicBezTo>
                          <a:pt x="2603" y="9007"/>
                          <a:pt x="4671" y="9507"/>
                          <a:pt x="8507" y="6672"/>
                        </a:cubicBezTo>
                        <a:cubicBezTo>
                          <a:pt x="10742" y="5004"/>
                          <a:pt x="12410" y="2669"/>
                          <a:pt x="1324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1" name="Google Shape;611;p47"/>
                  <p:cNvSpPr/>
                  <p:nvPr/>
                </p:nvSpPr>
                <p:spPr>
                  <a:xfrm>
                    <a:off x="4576300" y="3281075"/>
                    <a:ext cx="417825" cy="592950"/>
                  </a:xfrm>
                  <a:custGeom>
                    <a:rect b="b" l="l" r="r" t="t"/>
                    <a:pathLst>
                      <a:path extrusionOk="0" fill="none" h="23718" w="16713">
                        <a:moveTo>
                          <a:pt x="0" y="23717"/>
                        </a:moveTo>
                        <a:cubicBezTo>
                          <a:pt x="2369" y="20482"/>
                          <a:pt x="601" y="17713"/>
                          <a:pt x="2269" y="14144"/>
                        </a:cubicBezTo>
                        <a:cubicBezTo>
                          <a:pt x="3937" y="10608"/>
                          <a:pt x="5671" y="6905"/>
                          <a:pt x="9474" y="5604"/>
                        </a:cubicBezTo>
                        <a:cubicBezTo>
                          <a:pt x="13243" y="4337"/>
                          <a:pt x="16712" y="0"/>
                          <a:pt x="16712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2" name="Google Shape;612;p47"/>
                  <p:cNvSpPr/>
                  <p:nvPr/>
                </p:nvSpPr>
                <p:spPr>
                  <a:xfrm>
                    <a:off x="4519600" y="3362800"/>
                    <a:ext cx="95925" cy="334425"/>
                  </a:xfrm>
                  <a:custGeom>
                    <a:rect b="b" l="l" r="r" t="t"/>
                    <a:pathLst>
                      <a:path extrusionOk="0" fill="none" h="13377" w="3837">
                        <a:moveTo>
                          <a:pt x="0" y="0"/>
                        </a:moveTo>
                        <a:cubicBezTo>
                          <a:pt x="400" y="5404"/>
                          <a:pt x="2535" y="5905"/>
                          <a:pt x="3102" y="8606"/>
                        </a:cubicBezTo>
                        <a:cubicBezTo>
                          <a:pt x="3469" y="10174"/>
                          <a:pt x="3703" y="11775"/>
                          <a:pt x="3836" y="13377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3" name="Google Shape;613;p47"/>
                  <p:cNvSpPr/>
                  <p:nvPr/>
                </p:nvSpPr>
                <p:spPr>
                  <a:xfrm>
                    <a:off x="4597150" y="3491225"/>
                    <a:ext cx="371125" cy="345275"/>
                  </a:xfrm>
                  <a:custGeom>
                    <a:rect b="b" l="l" r="r" t="t"/>
                    <a:pathLst>
                      <a:path extrusionOk="0" fill="none" h="13811" w="14845">
                        <a:moveTo>
                          <a:pt x="14844" y="0"/>
                        </a:moveTo>
                        <a:cubicBezTo>
                          <a:pt x="12343" y="3970"/>
                          <a:pt x="9207" y="4637"/>
                          <a:pt x="6505" y="6238"/>
                        </a:cubicBezTo>
                        <a:cubicBezTo>
                          <a:pt x="3836" y="7839"/>
                          <a:pt x="2202" y="10141"/>
                          <a:pt x="0" y="1381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14" name="Google Shape;614;p47"/>
                <p:cNvGrpSpPr/>
                <p:nvPr/>
              </p:nvGrpSpPr>
              <p:grpSpPr>
                <a:xfrm rot="3402052">
                  <a:off x="3319649" y="4326495"/>
                  <a:ext cx="1077455" cy="512015"/>
                  <a:chOff x="4925350" y="704275"/>
                  <a:chExt cx="1077475" cy="512025"/>
                </a:xfrm>
              </p:grpSpPr>
              <p:sp>
                <p:nvSpPr>
                  <p:cNvPr id="615" name="Google Shape;615;p47"/>
                  <p:cNvSpPr/>
                  <p:nvPr/>
                </p:nvSpPr>
                <p:spPr>
                  <a:xfrm>
                    <a:off x="4925350" y="743200"/>
                    <a:ext cx="670500" cy="172925"/>
                  </a:xfrm>
                  <a:custGeom>
                    <a:rect b="b" l="l" r="r" t="t"/>
                    <a:pathLst>
                      <a:path extrusionOk="0" h="6917" w="26820">
                        <a:moveTo>
                          <a:pt x="13408" y="0"/>
                        </a:moveTo>
                        <a:cubicBezTo>
                          <a:pt x="6185" y="0"/>
                          <a:pt x="1" y="4481"/>
                          <a:pt x="1" y="4481"/>
                        </a:cubicBezTo>
                        <a:cubicBezTo>
                          <a:pt x="904" y="4638"/>
                          <a:pt x="1765" y="4704"/>
                          <a:pt x="2589" y="4704"/>
                        </a:cubicBezTo>
                        <a:cubicBezTo>
                          <a:pt x="6608" y="4704"/>
                          <a:pt x="9749" y="3155"/>
                          <a:pt x="12638" y="3155"/>
                        </a:cubicBezTo>
                        <a:cubicBezTo>
                          <a:pt x="13686" y="3155"/>
                          <a:pt x="14701" y="3359"/>
                          <a:pt x="15712" y="3914"/>
                        </a:cubicBezTo>
                        <a:cubicBezTo>
                          <a:pt x="20082" y="6316"/>
                          <a:pt x="26820" y="6916"/>
                          <a:pt x="26820" y="6916"/>
                        </a:cubicBezTo>
                        <a:cubicBezTo>
                          <a:pt x="26820" y="6916"/>
                          <a:pt x="22383" y="579"/>
                          <a:pt x="14644" y="45"/>
                        </a:cubicBezTo>
                        <a:cubicBezTo>
                          <a:pt x="14229" y="14"/>
                          <a:pt x="13817" y="0"/>
                          <a:pt x="13408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6" name="Google Shape;616;p47"/>
                  <p:cNvSpPr/>
                  <p:nvPr/>
                </p:nvSpPr>
                <p:spPr>
                  <a:xfrm>
                    <a:off x="5240575" y="942350"/>
                    <a:ext cx="567925" cy="146325"/>
                  </a:xfrm>
                  <a:custGeom>
                    <a:rect b="b" l="l" r="r" t="t"/>
                    <a:pathLst>
                      <a:path extrusionOk="0" h="5853" w="22717">
                        <a:moveTo>
                          <a:pt x="17929" y="1"/>
                        </a:moveTo>
                        <a:cubicBezTo>
                          <a:pt x="15911" y="1"/>
                          <a:pt x="13527" y="302"/>
                          <a:pt x="11342" y="1352"/>
                        </a:cubicBezTo>
                        <a:cubicBezTo>
                          <a:pt x="5588" y="4132"/>
                          <a:pt x="1548" y="4364"/>
                          <a:pt x="361" y="4364"/>
                        </a:cubicBezTo>
                        <a:cubicBezTo>
                          <a:pt x="124" y="4364"/>
                          <a:pt x="1" y="4354"/>
                          <a:pt x="1" y="4354"/>
                        </a:cubicBezTo>
                        <a:lnTo>
                          <a:pt x="1" y="4354"/>
                        </a:lnTo>
                        <a:cubicBezTo>
                          <a:pt x="2237" y="5423"/>
                          <a:pt x="4500" y="5852"/>
                          <a:pt x="6647" y="5852"/>
                        </a:cubicBezTo>
                        <a:cubicBezTo>
                          <a:pt x="10265" y="5852"/>
                          <a:pt x="13551" y="4631"/>
                          <a:pt x="15812" y="3187"/>
                        </a:cubicBezTo>
                        <a:cubicBezTo>
                          <a:pt x="17880" y="1786"/>
                          <a:pt x="20248" y="918"/>
                          <a:pt x="22717" y="552"/>
                        </a:cubicBezTo>
                        <a:cubicBezTo>
                          <a:pt x="22717" y="552"/>
                          <a:pt x="20657" y="1"/>
                          <a:pt x="1792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7" name="Google Shape;617;p47"/>
                  <p:cNvSpPr/>
                  <p:nvPr/>
                </p:nvSpPr>
                <p:spPr>
                  <a:xfrm>
                    <a:off x="5482425" y="1051825"/>
                    <a:ext cx="492875" cy="164475"/>
                  </a:xfrm>
                  <a:custGeom>
                    <a:rect b="b" l="l" r="r" t="t"/>
                    <a:pathLst>
                      <a:path extrusionOk="0" h="6579" w="19715">
                        <a:moveTo>
                          <a:pt x="14944" y="0"/>
                        </a:moveTo>
                        <a:cubicBezTo>
                          <a:pt x="12982" y="0"/>
                          <a:pt x="10528" y="740"/>
                          <a:pt x="8540" y="2344"/>
                        </a:cubicBezTo>
                        <a:cubicBezTo>
                          <a:pt x="5471" y="4845"/>
                          <a:pt x="0" y="4879"/>
                          <a:pt x="0" y="4879"/>
                        </a:cubicBezTo>
                        <a:cubicBezTo>
                          <a:pt x="0" y="4879"/>
                          <a:pt x="2899" y="6579"/>
                          <a:pt x="6353" y="6579"/>
                        </a:cubicBezTo>
                        <a:cubicBezTo>
                          <a:pt x="7172" y="6579"/>
                          <a:pt x="8023" y="6483"/>
                          <a:pt x="8873" y="6246"/>
                        </a:cubicBezTo>
                        <a:cubicBezTo>
                          <a:pt x="12727" y="5166"/>
                          <a:pt x="14306" y="2323"/>
                          <a:pt x="17994" y="2323"/>
                        </a:cubicBezTo>
                        <a:cubicBezTo>
                          <a:pt x="18521" y="2323"/>
                          <a:pt x="19090" y="2381"/>
                          <a:pt x="19714" y="2510"/>
                        </a:cubicBezTo>
                        <a:cubicBezTo>
                          <a:pt x="19714" y="2510"/>
                          <a:pt x="19314" y="1877"/>
                          <a:pt x="17613" y="676"/>
                        </a:cubicBezTo>
                        <a:cubicBezTo>
                          <a:pt x="16990" y="233"/>
                          <a:pt x="16044" y="0"/>
                          <a:pt x="1494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8" name="Google Shape;618;p47"/>
                  <p:cNvSpPr/>
                  <p:nvPr/>
                </p:nvSpPr>
                <p:spPr>
                  <a:xfrm>
                    <a:off x="5657550" y="704275"/>
                    <a:ext cx="271875" cy="318600"/>
                  </a:xfrm>
                  <a:custGeom>
                    <a:rect b="b" l="l" r="r" t="t"/>
                    <a:pathLst>
                      <a:path extrusionOk="0" h="12744" w="10875">
                        <a:moveTo>
                          <a:pt x="0" y="1"/>
                        </a:moveTo>
                        <a:cubicBezTo>
                          <a:pt x="0" y="1"/>
                          <a:pt x="3503" y="1702"/>
                          <a:pt x="5104" y="4437"/>
                        </a:cubicBezTo>
                        <a:cubicBezTo>
                          <a:pt x="6705" y="7139"/>
                          <a:pt x="9941" y="12743"/>
                          <a:pt x="9941" y="12743"/>
                        </a:cubicBezTo>
                        <a:cubicBezTo>
                          <a:pt x="8273" y="8540"/>
                          <a:pt x="10875" y="7439"/>
                          <a:pt x="8840" y="3937"/>
                        </a:cubicBezTo>
                        <a:cubicBezTo>
                          <a:pt x="6805" y="434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9" name="Google Shape;619;p47"/>
                  <p:cNvSpPr/>
                  <p:nvPr/>
                </p:nvSpPr>
                <p:spPr>
                  <a:xfrm>
                    <a:off x="4925350" y="750975"/>
                    <a:ext cx="1077475" cy="422825"/>
                  </a:xfrm>
                  <a:custGeom>
                    <a:rect b="b" l="l" r="r" t="t"/>
                    <a:pathLst>
                      <a:path extrusionOk="0" fill="none" h="16913" w="43099">
                        <a:moveTo>
                          <a:pt x="43098" y="16913"/>
                        </a:moveTo>
                        <a:cubicBezTo>
                          <a:pt x="40963" y="11642"/>
                          <a:pt x="37027" y="7406"/>
                          <a:pt x="30356" y="7106"/>
                        </a:cubicBezTo>
                        <a:cubicBezTo>
                          <a:pt x="23718" y="6839"/>
                          <a:pt x="20549" y="3170"/>
                          <a:pt x="15145" y="1602"/>
                        </a:cubicBezTo>
                        <a:cubicBezTo>
                          <a:pt x="9741" y="1"/>
                          <a:pt x="1" y="4170"/>
                          <a:pt x="1" y="417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0" name="Google Shape;620;p47"/>
                  <p:cNvSpPr/>
                  <p:nvPr/>
                </p:nvSpPr>
                <p:spPr>
                  <a:xfrm>
                    <a:off x="5240575" y="954450"/>
                    <a:ext cx="567925" cy="117625"/>
                  </a:xfrm>
                  <a:custGeom>
                    <a:rect b="b" l="l" r="r" t="t"/>
                    <a:pathLst>
                      <a:path extrusionOk="0" fill="none" h="4705" w="22717">
                        <a:moveTo>
                          <a:pt x="1" y="3870"/>
                        </a:moveTo>
                        <a:cubicBezTo>
                          <a:pt x="8774" y="4704"/>
                          <a:pt x="12343" y="2803"/>
                          <a:pt x="14978" y="1402"/>
                        </a:cubicBezTo>
                        <a:cubicBezTo>
                          <a:pt x="17613" y="1"/>
                          <a:pt x="22717" y="68"/>
                          <a:pt x="22717" y="68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1" name="Google Shape;621;p47"/>
                  <p:cNvSpPr/>
                  <p:nvPr/>
                </p:nvSpPr>
                <p:spPr>
                  <a:xfrm>
                    <a:off x="5656700" y="704275"/>
                    <a:ext cx="249375" cy="319425"/>
                  </a:xfrm>
                  <a:custGeom>
                    <a:rect b="b" l="l" r="r" t="t"/>
                    <a:pathLst>
                      <a:path extrusionOk="0" fill="none" h="12777" w="9975">
                        <a:moveTo>
                          <a:pt x="1" y="1"/>
                        </a:moveTo>
                        <a:cubicBezTo>
                          <a:pt x="4037" y="768"/>
                          <a:pt x="7573" y="3470"/>
                          <a:pt x="8107" y="5972"/>
                        </a:cubicBezTo>
                        <a:cubicBezTo>
                          <a:pt x="8607" y="8240"/>
                          <a:pt x="9241" y="10542"/>
                          <a:pt x="9975" y="1277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2" name="Google Shape;622;p47"/>
                  <p:cNvSpPr/>
                  <p:nvPr/>
                </p:nvSpPr>
                <p:spPr>
                  <a:xfrm>
                    <a:off x="5481575" y="1069550"/>
                    <a:ext cx="492875" cy="134275"/>
                  </a:xfrm>
                  <a:custGeom>
                    <a:rect b="b" l="l" r="r" t="t"/>
                    <a:pathLst>
                      <a:path extrusionOk="0" fill="none" h="5371" w="19715">
                        <a:moveTo>
                          <a:pt x="1" y="4170"/>
                        </a:moveTo>
                        <a:cubicBezTo>
                          <a:pt x="5138" y="5371"/>
                          <a:pt x="8974" y="3636"/>
                          <a:pt x="12143" y="1801"/>
                        </a:cubicBezTo>
                        <a:cubicBezTo>
                          <a:pt x="15312" y="0"/>
                          <a:pt x="19715" y="1801"/>
                          <a:pt x="19715" y="180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623" name="Google Shape;623;p47"/>
            <p:cNvGrpSpPr/>
            <p:nvPr/>
          </p:nvGrpSpPr>
          <p:grpSpPr>
            <a:xfrm>
              <a:off x="5362125" y="4800725"/>
              <a:ext cx="442000" cy="203375"/>
              <a:chOff x="3029000" y="3167975"/>
              <a:chExt cx="442000" cy="203375"/>
            </a:xfrm>
          </p:grpSpPr>
          <p:sp>
            <p:nvSpPr>
              <p:cNvPr id="624" name="Google Shape;624;p47"/>
              <p:cNvSpPr/>
              <p:nvPr/>
            </p:nvSpPr>
            <p:spPr>
              <a:xfrm>
                <a:off x="3134900" y="3167975"/>
                <a:ext cx="189500" cy="203375"/>
              </a:xfrm>
              <a:custGeom>
                <a:rect b="b" l="l" r="r" t="t"/>
                <a:pathLst>
                  <a:path extrusionOk="0" h="8135" w="7580">
                    <a:moveTo>
                      <a:pt x="4307" y="1"/>
                    </a:moveTo>
                    <a:cubicBezTo>
                      <a:pt x="3145" y="1"/>
                      <a:pt x="1903" y="214"/>
                      <a:pt x="1235" y="724"/>
                    </a:cubicBezTo>
                    <a:cubicBezTo>
                      <a:pt x="1" y="1691"/>
                      <a:pt x="201" y="6661"/>
                      <a:pt x="1869" y="7262"/>
                    </a:cubicBezTo>
                    <a:cubicBezTo>
                      <a:pt x="3134" y="7717"/>
                      <a:pt x="4841" y="8134"/>
                      <a:pt x="5621" y="8134"/>
                    </a:cubicBezTo>
                    <a:cubicBezTo>
                      <a:pt x="5868" y="8134"/>
                      <a:pt x="6022" y="8092"/>
                      <a:pt x="6039" y="7996"/>
                    </a:cubicBezTo>
                    <a:cubicBezTo>
                      <a:pt x="6139" y="7595"/>
                      <a:pt x="3370" y="6028"/>
                      <a:pt x="3370" y="6028"/>
                    </a:cubicBezTo>
                    <a:lnTo>
                      <a:pt x="3537" y="1558"/>
                    </a:lnTo>
                    <a:cubicBezTo>
                      <a:pt x="3945" y="1618"/>
                      <a:pt x="4333" y="1645"/>
                      <a:pt x="4692" y="1645"/>
                    </a:cubicBezTo>
                    <a:cubicBezTo>
                      <a:pt x="6505" y="1645"/>
                      <a:pt x="7580" y="958"/>
                      <a:pt x="6772" y="457"/>
                    </a:cubicBezTo>
                    <a:cubicBezTo>
                      <a:pt x="6330" y="173"/>
                      <a:pt x="5351" y="1"/>
                      <a:pt x="43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47"/>
              <p:cNvSpPr/>
              <p:nvPr/>
            </p:nvSpPr>
            <p:spPr>
              <a:xfrm>
                <a:off x="3351725" y="3228375"/>
                <a:ext cx="106775" cy="64450"/>
              </a:xfrm>
              <a:custGeom>
                <a:rect b="b" l="l" r="r" t="t"/>
                <a:pathLst>
                  <a:path extrusionOk="0" h="2578" w="4271">
                    <a:moveTo>
                      <a:pt x="3786" y="1"/>
                    </a:moveTo>
                    <a:cubicBezTo>
                      <a:pt x="2892" y="1"/>
                      <a:pt x="228" y="818"/>
                      <a:pt x="1" y="2577"/>
                    </a:cubicBezTo>
                    <a:cubicBezTo>
                      <a:pt x="1" y="2577"/>
                      <a:pt x="4270" y="376"/>
                      <a:pt x="4070" y="76"/>
                    </a:cubicBezTo>
                    <a:cubicBezTo>
                      <a:pt x="4045" y="26"/>
                      <a:pt x="3943" y="1"/>
                      <a:pt x="37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47"/>
              <p:cNvSpPr/>
              <p:nvPr/>
            </p:nvSpPr>
            <p:spPr>
              <a:xfrm>
                <a:off x="3346125" y="3292800"/>
                <a:ext cx="124875" cy="55525"/>
              </a:xfrm>
              <a:custGeom>
                <a:rect b="b" l="l" r="r" t="t"/>
                <a:pathLst>
                  <a:path extrusionOk="0" h="2221" w="4995">
                    <a:moveTo>
                      <a:pt x="225" y="0"/>
                    </a:moveTo>
                    <a:lnTo>
                      <a:pt x="225" y="0"/>
                    </a:lnTo>
                    <a:cubicBezTo>
                      <a:pt x="0" y="366"/>
                      <a:pt x="1880" y="2220"/>
                      <a:pt x="3495" y="2220"/>
                    </a:cubicBezTo>
                    <a:cubicBezTo>
                      <a:pt x="3798" y="2220"/>
                      <a:pt x="4092" y="2155"/>
                      <a:pt x="4361" y="2002"/>
                    </a:cubicBezTo>
                    <a:cubicBezTo>
                      <a:pt x="4995" y="1668"/>
                      <a:pt x="225" y="1"/>
                      <a:pt x="2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47"/>
              <p:cNvSpPr/>
              <p:nvPr/>
            </p:nvSpPr>
            <p:spPr>
              <a:xfrm>
                <a:off x="3029000" y="3184850"/>
                <a:ext cx="334850" cy="165025"/>
              </a:xfrm>
              <a:custGeom>
                <a:rect b="b" l="l" r="r" t="t"/>
                <a:pathLst>
                  <a:path extrusionOk="0" h="6601" w="13394">
                    <a:moveTo>
                      <a:pt x="5827" y="0"/>
                    </a:moveTo>
                    <a:cubicBezTo>
                      <a:pt x="5708" y="0"/>
                      <a:pt x="5589" y="5"/>
                      <a:pt x="5471" y="15"/>
                    </a:cubicBezTo>
                    <a:cubicBezTo>
                      <a:pt x="2002" y="316"/>
                      <a:pt x="1" y="4585"/>
                      <a:pt x="167" y="5286"/>
                    </a:cubicBezTo>
                    <a:cubicBezTo>
                      <a:pt x="262" y="5682"/>
                      <a:pt x="2308" y="6601"/>
                      <a:pt x="5208" y="6601"/>
                    </a:cubicBezTo>
                    <a:cubicBezTo>
                      <a:pt x="7437" y="6601"/>
                      <a:pt x="10170" y="6058"/>
                      <a:pt x="12910" y="4318"/>
                    </a:cubicBezTo>
                    <a:cubicBezTo>
                      <a:pt x="13393" y="3996"/>
                      <a:pt x="9238" y="0"/>
                      <a:pt x="5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47"/>
              <p:cNvSpPr/>
              <p:nvPr/>
            </p:nvSpPr>
            <p:spPr>
              <a:xfrm>
                <a:off x="3164925" y="3257775"/>
                <a:ext cx="20875" cy="92600"/>
              </a:xfrm>
              <a:custGeom>
                <a:rect b="b" l="l" r="r" t="t"/>
                <a:pathLst>
                  <a:path extrusionOk="0" fill="none" h="3704" w="835">
                    <a:moveTo>
                      <a:pt x="1" y="0"/>
                    </a:moveTo>
                    <a:cubicBezTo>
                      <a:pt x="835" y="1535"/>
                      <a:pt x="468" y="3169"/>
                      <a:pt x="34" y="370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47"/>
              <p:cNvSpPr/>
              <p:nvPr/>
            </p:nvSpPr>
            <p:spPr>
              <a:xfrm>
                <a:off x="3081550" y="3257050"/>
                <a:ext cx="28375" cy="25675"/>
              </a:xfrm>
              <a:custGeom>
                <a:rect b="b" l="l" r="r" t="t"/>
                <a:pathLst>
                  <a:path extrusionOk="0" h="1027" w="1135">
                    <a:moveTo>
                      <a:pt x="563" y="0"/>
                    </a:moveTo>
                    <a:cubicBezTo>
                      <a:pt x="508" y="0"/>
                      <a:pt x="454" y="9"/>
                      <a:pt x="400" y="29"/>
                    </a:cubicBezTo>
                    <a:cubicBezTo>
                      <a:pt x="133" y="130"/>
                      <a:pt x="0" y="396"/>
                      <a:pt x="100" y="663"/>
                    </a:cubicBezTo>
                    <a:cubicBezTo>
                      <a:pt x="153" y="877"/>
                      <a:pt x="356" y="1026"/>
                      <a:pt x="572" y="1026"/>
                    </a:cubicBezTo>
                    <a:cubicBezTo>
                      <a:pt x="626" y="1026"/>
                      <a:pt x="681" y="1017"/>
                      <a:pt x="734" y="997"/>
                    </a:cubicBezTo>
                    <a:cubicBezTo>
                      <a:pt x="1001" y="897"/>
                      <a:pt x="1134" y="630"/>
                      <a:pt x="1067" y="363"/>
                    </a:cubicBezTo>
                    <a:cubicBezTo>
                      <a:pt x="987" y="150"/>
                      <a:pt x="779" y="0"/>
                      <a:pt x="5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47"/>
              <p:cNvSpPr/>
              <p:nvPr/>
            </p:nvSpPr>
            <p:spPr>
              <a:xfrm>
                <a:off x="3088200" y="3264950"/>
                <a:ext cx="7550" cy="7025"/>
              </a:xfrm>
              <a:custGeom>
                <a:rect b="b" l="l" r="r" t="t"/>
                <a:pathLst>
                  <a:path extrusionOk="0" h="281" w="302">
                    <a:moveTo>
                      <a:pt x="159" y="1"/>
                    </a:moveTo>
                    <a:cubicBezTo>
                      <a:pt x="139" y="1"/>
                      <a:pt x="119" y="5"/>
                      <a:pt x="101" y="14"/>
                    </a:cubicBezTo>
                    <a:cubicBezTo>
                      <a:pt x="34" y="14"/>
                      <a:pt x="1" y="114"/>
                      <a:pt x="34" y="180"/>
                    </a:cubicBezTo>
                    <a:cubicBezTo>
                      <a:pt x="34" y="247"/>
                      <a:pt x="134" y="281"/>
                      <a:pt x="201" y="281"/>
                    </a:cubicBezTo>
                    <a:cubicBezTo>
                      <a:pt x="268" y="247"/>
                      <a:pt x="301" y="147"/>
                      <a:pt x="268" y="80"/>
                    </a:cubicBezTo>
                    <a:cubicBezTo>
                      <a:pt x="268" y="32"/>
                      <a:pt x="214" y="1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Magra"/>
              <a:buNone/>
              <a:defRPr b="1" i="0" sz="3200" u="none" cap="none" strike="noStrike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713225" y="1620925"/>
            <a:ext cx="7717500" cy="25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●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○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■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●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○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■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●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○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■"/>
              <a:defRPr b="0" i="0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"/>
          <p:cNvSpPr/>
          <p:nvPr/>
        </p:nvSpPr>
        <p:spPr>
          <a:xfrm>
            <a:off x="0" y="3262707"/>
            <a:ext cx="9144000" cy="188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p1"/>
          <p:cNvCxnSpPr/>
          <p:nvPr/>
        </p:nvCxnSpPr>
        <p:spPr>
          <a:xfrm>
            <a:off x="-3525" y="3261215"/>
            <a:ext cx="91581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p1"/>
          <p:cNvSpPr/>
          <p:nvPr/>
        </p:nvSpPr>
        <p:spPr>
          <a:xfrm rot="-3067">
            <a:off x="260960" y="3410229"/>
            <a:ext cx="336300" cy="142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"/>
          <p:cNvSpPr/>
          <p:nvPr/>
        </p:nvSpPr>
        <p:spPr>
          <a:xfrm rot="694837">
            <a:off x="7404927" y="3564258"/>
            <a:ext cx="336245" cy="142675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"/>
          <p:cNvSpPr/>
          <p:nvPr/>
        </p:nvSpPr>
        <p:spPr>
          <a:xfrm rot="-677580">
            <a:off x="5147045" y="3593219"/>
            <a:ext cx="199156" cy="84722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"/>
          <p:cNvSpPr/>
          <p:nvPr/>
        </p:nvSpPr>
        <p:spPr>
          <a:xfrm flipH="1" rot="-715680">
            <a:off x="339095" y="4115452"/>
            <a:ext cx="179986" cy="76312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"/>
          <p:cNvSpPr/>
          <p:nvPr/>
        </p:nvSpPr>
        <p:spPr>
          <a:xfrm flipH="1" rot="-399723">
            <a:off x="7145076" y="3838852"/>
            <a:ext cx="336170" cy="142856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"/>
          <p:cNvSpPr/>
          <p:nvPr/>
        </p:nvSpPr>
        <p:spPr>
          <a:xfrm flipH="1" rot="-1035681">
            <a:off x="5147040" y="4776135"/>
            <a:ext cx="199170" cy="84543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"/>
          <p:cNvSpPr/>
          <p:nvPr/>
        </p:nvSpPr>
        <p:spPr>
          <a:xfrm rot="-171898">
            <a:off x="5364210" y="3771920"/>
            <a:ext cx="336120" cy="142682"/>
          </a:xfrm>
          <a:prstGeom prst="ellipse">
            <a:avLst/>
          </a:prstGeom>
          <a:solidFill>
            <a:srgbClr val="7D9DCD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"/>
          <p:cNvSpPr/>
          <p:nvPr/>
        </p:nvSpPr>
        <p:spPr>
          <a:xfrm rot="949285">
            <a:off x="424792" y="3790737"/>
            <a:ext cx="247579" cy="105040"/>
          </a:xfrm>
          <a:prstGeom prst="ellipse">
            <a:avLst/>
          </a:prstGeom>
          <a:solidFill>
            <a:srgbClr val="7D9DCD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"/>
          <p:cNvSpPr/>
          <p:nvPr/>
        </p:nvSpPr>
        <p:spPr>
          <a:xfrm flipH="1" rot="1510072">
            <a:off x="8306970" y="4556177"/>
            <a:ext cx="247606" cy="104810"/>
          </a:xfrm>
          <a:prstGeom prst="ellipse">
            <a:avLst/>
          </a:prstGeom>
          <a:solidFill>
            <a:srgbClr val="7D9DCD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"/>
          <p:cNvSpPr/>
          <p:nvPr/>
        </p:nvSpPr>
        <p:spPr>
          <a:xfrm rot="-3067">
            <a:off x="2079435" y="3466229"/>
            <a:ext cx="336300" cy="142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"/>
          <p:cNvSpPr/>
          <p:nvPr/>
        </p:nvSpPr>
        <p:spPr>
          <a:xfrm flipH="1" rot="-715680">
            <a:off x="1893570" y="4343165"/>
            <a:ext cx="179986" cy="76312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"/>
          <p:cNvSpPr/>
          <p:nvPr/>
        </p:nvSpPr>
        <p:spPr>
          <a:xfrm rot="949285">
            <a:off x="3893192" y="3857674"/>
            <a:ext cx="247579" cy="105040"/>
          </a:xfrm>
          <a:prstGeom prst="ellipse">
            <a:avLst/>
          </a:prstGeom>
          <a:solidFill>
            <a:srgbClr val="7D9DCD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"/>
          <p:cNvSpPr/>
          <p:nvPr/>
        </p:nvSpPr>
        <p:spPr>
          <a:xfrm>
            <a:off x="8008611" y="4161701"/>
            <a:ext cx="189993" cy="560836"/>
          </a:xfrm>
          <a:custGeom>
            <a:rect b="b" l="l" r="r" t="t"/>
            <a:pathLst>
              <a:path extrusionOk="0" fill="none" h="31123" w="10542">
                <a:moveTo>
                  <a:pt x="5538" y="31123"/>
                </a:moveTo>
                <a:cubicBezTo>
                  <a:pt x="4537" y="26953"/>
                  <a:pt x="1001" y="28821"/>
                  <a:pt x="1201" y="23350"/>
                </a:cubicBezTo>
                <a:cubicBezTo>
                  <a:pt x="1368" y="17846"/>
                  <a:pt x="3503" y="16812"/>
                  <a:pt x="2769" y="13076"/>
                </a:cubicBezTo>
                <a:cubicBezTo>
                  <a:pt x="2002" y="9307"/>
                  <a:pt x="1" y="8907"/>
                  <a:pt x="1668" y="5204"/>
                </a:cubicBezTo>
                <a:cubicBezTo>
                  <a:pt x="3336" y="1535"/>
                  <a:pt x="10541" y="0"/>
                  <a:pt x="10541" y="0"/>
                </a:cubicBezTo>
              </a:path>
            </a:pathLst>
          </a:custGeom>
          <a:noFill/>
          <a:ln cap="flat" cmpd="sng" w="10850">
            <a:solidFill>
              <a:schemeClr val="accent4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"/>
          <p:cNvSpPr/>
          <p:nvPr/>
        </p:nvSpPr>
        <p:spPr>
          <a:xfrm>
            <a:off x="8019425" y="4148438"/>
            <a:ext cx="225461" cy="376402"/>
          </a:xfrm>
          <a:custGeom>
            <a:rect b="b" l="l" r="r" t="t"/>
            <a:pathLst>
              <a:path extrusionOk="0" h="20888" w="12510">
                <a:moveTo>
                  <a:pt x="8338" y="0"/>
                </a:moveTo>
                <a:cubicBezTo>
                  <a:pt x="7919" y="0"/>
                  <a:pt x="7640" y="136"/>
                  <a:pt x="7640" y="136"/>
                </a:cubicBezTo>
                <a:cubicBezTo>
                  <a:pt x="3770" y="636"/>
                  <a:pt x="4137" y="5973"/>
                  <a:pt x="4137" y="5973"/>
                </a:cubicBezTo>
                <a:cubicBezTo>
                  <a:pt x="4137" y="5973"/>
                  <a:pt x="1102" y="6474"/>
                  <a:pt x="668" y="8876"/>
                </a:cubicBezTo>
                <a:cubicBezTo>
                  <a:pt x="401" y="10210"/>
                  <a:pt x="1068" y="11577"/>
                  <a:pt x="2336" y="12145"/>
                </a:cubicBezTo>
                <a:cubicBezTo>
                  <a:pt x="335" y="12645"/>
                  <a:pt x="101" y="14713"/>
                  <a:pt x="1535" y="14880"/>
                </a:cubicBezTo>
                <a:cubicBezTo>
                  <a:pt x="568" y="16147"/>
                  <a:pt x="368" y="16881"/>
                  <a:pt x="1736" y="17682"/>
                </a:cubicBezTo>
                <a:cubicBezTo>
                  <a:pt x="101" y="18549"/>
                  <a:pt x="1" y="20817"/>
                  <a:pt x="1402" y="20884"/>
                </a:cubicBezTo>
                <a:cubicBezTo>
                  <a:pt x="1450" y="20887"/>
                  <a:pt x="1496" y="20888"/>
                  <a:pt x="1542" y="20888"/>
                </a:cubicBezTo>
                <a:cubicBezTo>
                  <a:pt x="3376" y="20888"/>
                  <a:pt x="3482" y="18956"/>
                  <a:pt x="2603" y="17882"/>
                </a:cubicBezTo>
                <a:cubicBezTo>
                  <a:pt x="3870" y="17215"/>
                  <a:pt x="4404" y="16348"/>
                  <a:pt x="3704" y="15047"/>
                </a:cubicBezTo>
                <a:cubicBezTo>
                  <a:pt x="4938" y="14146"/>
                  <a:pt x="5005" y="13145"/>
                  <a:pt x="3870" y="12011"/>
                </a:cubicBezTo>
                <a:cubicBezTo>
                  <a:pt x="6506" y="11577"/>
                  <a:pt x="7873" y="10343"/>
                  <a:pt x="6973" y="7641"/>
                </a:cubicBezTo>
                <a:cubicBezTo>
                  <a:pt x="6973" y="7641"/>
                  <a:pt x="12510" y="7174"/>
                  <a:pt x="11209" y="3105"/>
                </a:cubicBezTo>
                <a:cubicBezTo>
                  <a:pt x="10365" y="464"/>
                  <a:pt x="9113" y="0"/>
                  <a:pt x="833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"/>
          <p:cNvSpPr/>
          <p:nvPr/>
        </p:nvSpPr>
        <p:spPr>
          <a:xfrm>
            <a:off x="7997798" y="4158097"/>
            <a:ext cx="312024" cy="685264"/>
          </a:xfrm>
          <a:custGeom>
            <a:rect b="b" l="l" r="r" t="t"/>
            <a:pathLst>
              <a:path extrusionOk="0" fill="none" h="38028" w="17313">
                <a:moveTo>
                  <a:pt x="3769" y="38027"/>
                </a:moveTo>
                <a:cubicBezTo>
                  <a:pt x="6538" y="35426"/>
                  <a:pt x="5204" y="32557"/>
                  <a:pt x="3769" y="28787"/>
                </a:cubicBezTo>
                <a:cubicBezTo>
                  <a:pt x="2368" y="25018"/>
                  <a:pt x="5070" y="21816"/>
                  <a:pt x="6538" y="19748"/>
                </a:cubicBezTo>
                <a:cubicBezTo>
                  <a:pt x="8039" y="17646"/>
                  <a:pt x="7105" y="14310"/>
                  <a:pt x="8339" y="11075"/>
                </a:cubicBezTo>
                <a:cubicBezTo>
                  <a:pt x="9574" y="7873"/>
                  <a:pt x="17312" y="4237"/>
                  <a:pt x="17312" y="4237"/>
                </a:cubicBezTo>
                <a:lnTo>
                  <a:pt x="13810" y="0"/>
                </a:lnTo>
                <a:cubicBezTo>
                  <a:pt x="13810" y="0"/>
                  <a:pt x="6805" y="2802"/>
                  <a:pt x="5004" y="8239"/>
                </a:cubicBezTo>
                <a:cubicBezTo>
                  <a:pt x="3236" y="13643"/>
                  <a:pt x="5004" y="17646"/>
                  <a:pt x="2502" y="22149"/>
                </a:cubicBezTo>
                <a:cubicBezTo>
                  <a:pt x="0" y="26619"/>
                  <a:pt x="200" y="28154"/>
                  <a:pt x="1268" y="30889"/>
                </a:cubicBezTo>
              </a:path>
            </a:pathLst>
          </a:custGeom>
          <a:noFill/>
          <a:ln cap="flat" cmpd="sng" w="10850">
            <a:solidFill>
              <a:schemeClr val="accent4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"/>
          <p:cNvSpPr/>
          <p:nvPr/>
        </p:nvSpPr>
        <p:spPr>
          <a:xfrm>
            <a:off x="7920247" y="4121426"/>
            <a:ext cx="245899" cy="660613"/>
          </a:xfrm>
          <a:custGeom>
            <a:rect b="b" l="l" r="r" t="t"/>
            <a:pathLst>
              <a:path extrusionOk="0" fill="none" h="36660" w="13644">
                <a:moveTo>
                  <a:pt x="1768" y="36660"/>
                </a:moveTo>
                <a:cubicBezTo>
                  <a:pt x="2969" y="34258"/>
                  <a:pt x="0" y="30089"/>
                  <a:pt x="1768" y="26253"/>
                </a:cubicBezTo>
                <a:cubicBezTo>
                  <a:pt x="3536" y="22416"/>
                  <a:pt x="5304" y="21149"/>
                  <a:pt x="4270" y="17813"/>
                </a:cubicBezTo>
                <a:cubicBezTo>
                  <a:pt x="3202" y="14477"/>
                  <a:pt x="500" y="11842"/>
                  <a:pt x="3269" y="7773"/>
                </a:cubicBezTo>
                <a:cubicBezTo>
                  <a:pt x="6038" y="3703"/>
                  <a:pt x="11041" y="100"/>
                  <a:pt x="13643" y="0"/>
                </a:cubicBezTo>
              </a:path>
            </a:pathLst>
          </a:custGeom>
          <a:noFill/>
          <a:ln cap="flat" cmpd="sng" w="10850">
            <a:solidFill>
              <a:schemeClr val="accent4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"/>
          <p:cNvSpPr/>
          <p:nvPr/>
        </p:nvSpPr>
        <p:spPr>
          <a:xfrm>
            <a:off x="8075349" y="3991682"/>
            <a:ext cx="393611" cy="262479"/>
          </a:xfrm>
          <a:custGeom>
            <a:rect b="b" l="l" r="r" t="t"/>
            <a:pathLst>
              <a:path extrusionOk="0" h="14566" w="21840">
                <a:moveTo>
                  <a:pt x="12052" y="1"/>
                </a:moveTo>
                <a:cubicBezTo>
                  <a:pt x="10985" y="1"/>
                  <a:pt x="9861" y="116"/>
                  <a:pt x="8706" y="362"/>
                </a:cubicBezTo>
                <a:cubicBezTo>
                  <a:pt x="1401" y="1897"/>
                  <a:pt x="1068" y="2564"/>
                  <a:pt x="667" y="4031"/>
                </a:cubicBezTo>
                <a:cubicBezTo>
                  <a:pt x="0" y="6300"/>
                  <a:pt x="4603" y="13105"/>
                  <a:pt x="10141" y="14339"/>
                </a:cubicBezTo>
                <a:cubicBezTo>
                  <a:pt x="10851" y="14493"/>
                  <a:pt x="11513" y="14566"/>
                  <a:pt x="12130" y="14566"/>
                </a:cubicBezTo>
                <a:cubicBezTo>
                  <a:pt x="16319" y="14566"/>
                  <a:pt x="18466" y="11209"/>
                  <a:pt x="20181" y="7167"/>
                </a:cubicBezTo>
                <a:cubicBezTo>
                  <a:pt x="21840" y="3288"/>
                  <a:pt x="17766" y="1"/>
                  <a:pt x="120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"/>
          <p:cNvSpPr/>
          <p:nvPr/>
        </p:nvSpPr>
        <p:spPr>
          <a:xfrm>
            <a:off x="2175175" y="4089850"/>
            <a:ext cx="132625" cy="766400"/>
          </a:xfrm>
          <a:custGeom>
            <a:rect b="b" l="l" r="r" t="t"/>
            <a:pathLst>
              <a:path extrusionOk="0" fill="none" h="30656" w="5305">
                <a:moveTo>
                  <a:pt x="1" y="30656"/>
                </a:moveTo>
                <a:cubicBezTo>
                  <a:pt x="1101" y="26653"/>
                  <a:pt x="4170" y="24818"/>
                  <a:pt x="4537" y="21149"/>
                </a:cubicBezTo>
                <a:cubicBezTo>
                  <a:pt x="4938" y="17513"/>
                  <a:pt x="3803" y="14778"/>
                  <a:pt x="4537" y="11275"/>
                </a:cubicBezTo>
                <a:cubicBezTo>
                  <a:pt x="5304" y="7773"/>
                  <a:pt x="5171" y="3336"/>
                  <a:pt x="3870" y="0"/>
                </a:cubicBezTo>
              </a:path>
            </a:pathLst>
          </a:custGeom>
          <a:noFill/>
          <a:ln cap="flat" cmpd="sng" w="10850">
            <a:solidFill>
              <a:schemeClr val="accent4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"/>
          <p:cNvSpPr/>
          <p:nvPr/>
        </p:nvSpPr>
        <p:spPr>
          <a:xfrm>
            <a:off x="2168500" y="4025200"/>
            <a:ext cx="325275" cy="759000"/>
          </a:xfrm>
          <a:custGeom>
            <a:rect b="b" l="l" r="r" t="t"/>
            <a:pathLst>
              <a:path extrusionOk="0" h="30360" w="13011">
                <a:moveTo>
                  <a:pt x="5200" y="0"/>
                </a:moveTo>
                <a:cubicBezTo>
                  <a:pt x="4945" y="0"/>
                  <a:pt x="4669" y="58"/>
                  <a:pt x="4371" y="185"/>
                </a:cubicBezTo>
                <a:cubicBezTo>
                  <a:pt x="1235" y="1519"/>
                  <a:pt x="1669" y="2653"/>
                  <a:pt x="1669" y="2653"/>
                </a:cubicBezTo>
                <a:cubicBezTo>
                  <a:pt x="1" y="6589"/>
                  <a:pt x="5138" y="8124"/>
                  <a:pt x="5138" y="8124"/>
                </a:cubicBezTo>
                <a:cubicBezTo>
                  <a:pt x="4401" y="10751"/>
                  <a:pt x="4864" y="12301"/>
                  <a:pt x="6883" y="12301"/>
                </a:cubicBezTo>
                <a:cubicBezTo>
                  <a:pt x="6966" y="12301"/>
                  <a:pt x="7051" y="12299"/>
                  <a:pt x="7139" y="12293"/>
                </a:cubicBezTo>
                <a:lnTo>
                  <a:pt x="7139" y="12293"/>
                </a:lnTo>
                <a:cubicBezTo>
                  <a:pt x="5772" y="13928"/>
                  <a:pt x="5838" y="15362"/>
                  <a:pt x="7706" y="16563"/>
                </a:cubicBezTo>
                <a:cubicBezTo>
                  <a:pt x="6405" y="18498"/>
                  <a:pt x="6305" y="20199"/>
                  <a:pt x="8273" y="21567"/>
                </a:cubicBezTo>
                <a:cubicBezTo>
                  <a:pt x="7006" y="22801"/>
                  <a:pt x="7006" y="24035"/>
                  <a:pt x="7840" y="25236"/>
                </a:cubicBezTo>
                <a:cubicBezTo>
                  <a:pt x="6505" y="25870"/>
                  <a:pt x="5938" y="26737"/>
                  <a:pt x="6606" y="27971"/>
                </a:cubicBezTo>
                <a:cubicBezTo>
                  <a:pt x="6606" y="27971"/>
                  <a:pt x="4838" y="30039"/>
                  <a:pt x="6038" y="30306"/>
                </a:cubicBezTo>
                <a:cubicBezTo>
                  <a:pt x="6222" y="30343"/>
                  <a:pt x="6393" y="30359"/>
                  <a:pt x="6551" y="30359"/>
                </a:cubicBezTo>
                <a:cubicBezTo>
                  <a:pt x="8574" y="30359"/>
                  <a:pt x="8574" y="27604"/>
                  <a:pt x="8574" y="27604"/>
                </a:cubicBezTo>
                <a:cubicBezTo>
                  <a:pt x="10475" y="27604"/>
                  <a:pt x="10975" y="25736"/>
                  <a:pt x="9674" y="24269"/>
                </a:cubicBezTo>
                <a:cubicBezTo>
                  <a:pt x="11276" y="23735"/>
                  <a:pt x="12276" y="21000"/>
                  <a:pt x="10275" y="19765"/>
                </a:cubicBezTo>
                <a:cubicBezTo>
                  <a:pt x="12476" y="19365"/>
                  <a:pt x="13010" y="16463"/>
                  <a:pt x="11075" y="15329"/>
                </a:cubicBezTo>
                <a:cubicBezTo>
                  <a:pt x="12677" y="12894"/>
                  <a:pt x="12843" y="10792"/>
                  <a:pt x="9975" y="9358"/>
                </a:cubicBezTo>
                <a:cubicBezTo>
                  <a:pt x="10508" y="7056"/>
                  <a:pt x="10108" y="5489"/>
                  <a:pt x="8140" y="5188"/>
                </a:cubicBezTo>
                <a:cubicBezTo>
                  <a:pt x="8140" y="5188"/>
                  <a:pt x="7621" y="0"/>
                  <a:pt x="52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"/>
          <p:cNvSpPr/>
          <p:nvPr/>
        </p:nvSpPr>
        <p:spPr>
          <a:xfrm>
            <a:off x="2118475" y="4097350"/>
            <a:ext cx="215175" cy="902350"/>
          </a:xfrm>
          <a:custGeom>
            <a:rect b="b" l="l" r="r" t="t"/>
            <a:pathLst>
              <a:path extrusionOk="0" fill="none" h="36094" w="8607">
                <a:moveTo>
                  <a:pt x="768" y="1"/>
                </a:moveTo>
                <a:cubicBezTo>
                  <a:pt x="1201" y="3770"/>
                  <a:pt x="4337" y="4704"/>
                  <a:pt x="6138" y="9441"/>
                </a:cubicBezTo>
                <a:cubicBezTo>
                  <a:pt x="7939" y="14178"/>
                  <a:pt x="8607" y="18714"/>
                  <a:pt x="6772" y="24318"/>
                </a:cubicBezTo>
                <a:cubicBezTo>
                  <a:pt x="4904" y="29922"/>
                  <a:pt x="5404" y="30156"/>
                  <a:pt x="4670" y="32090"/>
                </a:cubicBezTo>
                <a:cubicBezTo>
                  <a:pt x="3937" y="33992"/>
                  <a:pt x="2035" y="33758"/>
                  <a:pt x="0" y="36093"/>
                </a:cubicBezTo>
              </a:path>
            </a:pathLst>
          </a:custGeom>
          <a:noFill/>
          <a:ln cap="flat" cmpd="sng" w="10850">
            <a:solidFill>
              <a:schemeClr val="accent4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"/>
          <p:cNvSpPr/>
          <p:nvPr/>
        </p:nvSpPr>
        <p:spPr>
          <a:xfrm>
            <a:off x="2253575" y="3954750"/>
            <a:ext cx="289400" cy="1044950"/>
          </a:xfrm>
          <a:custGeom>
            <a:rect b="b" l="l" r="r" t="t"/>
            <a:pathLst>
              <a:path extrusionOk="0" fill="none" h="41798" w="11576">
                <a:moveTo>
                  <a:pt x="3870" y="1"/>
                </a:moveTo>
                <a:cubicBezTo>
                  <a:pt x="4737" y="3670"/>
                  <a:pt x="5971" y="7239"/>
                  <a:pt x="7939" y="9407"/>
                </a:cubicBezTo>
                <a:cubicBezTo>
                  <a:pt x="9907" y="11576"/>
                  <a:pt x="11575" y="17046"/>
                  <a:pt x="9774" y="22283"/>
                </a:cubicBezTo>
                <a:cubicBezTo>
                  <a:pt x="8006" y="27520"/>
                  <a:pt x="8073" y="28254"/>
                  <a:pt x="8006" y="30789"/>
                </a:cubicBezTo>
                <a:cubicBezTo>
                  <a:pt x="7939" y="33291"/>
                  <a:pt x="5471" y="34892"/>
                  <a:pt x="2902" y="37794"/>
                </a:cubicBezTo>
                <a:cubicBezTo>
                  <a:pt x="300" y="40696"/>
                  <a:pt x="0" y="41797"/>
                  <a:pt x="0" y="41797"/>
                </a:cubicBezTo>
              </a:path>
            </a:pathLst>
          </a:custGeom>
          <a:noFill/>
          <a:ln cap="flat" cmpd="sng" w="10850">
            <a:solidFill>
              <a:schemeClr val="accent4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"/>
          <p:cNvSpPr/>
          <p:nvPr/>
        </p:nvSpPr>
        <p:spPr>
          <a:xfrm>
            <a:off x="2264400" y="4042325"/>
            <a:ext cx="168500" cy="873975"/>
          </a:xfrm>
          <a:custGeom>
            <a:rect b="b" l="l" r="r" t="t"/>
            <a:pathLst>
              <a:path extrusionOk="0" fill="none" h="34959" w="6740">
                <a:moveTo>
                  <a:pt x="1402" y="0"/>
                </a:moveTo>
                <a:cubicBezTo>
                  <a:pt x="1402" y="4070"/>
                  <a:pt x="3270" y="5838"/>
                  <a:pt x="4838" y="9474"/>
                </a:cubicBezTo>
                <a:cubicBezTo>
                  <a:pt x="6405" y="13110"/>
                  <a:pt x="4804" y="15044"/>
                  <a:pt x="5105" y="18146"/>
                </a:cubicBezTo>
                <a:cubicBezTo>
                  <a:pt x="5405" y="21282"/>
                  <a:pt x="6739" y="25218"/>
                  <a:pt x="4838" y="29121"/>
                </a:cubicBezTo>
                <a:cubicBezTo>
                  <a:pt x="3737" y="31456"/>
                  <a:pt x="2069" y="33457"/>
                  <a:pt x="1" y="34958"/>
                </a:cubicBezTo>
              </a:path>
            </a:pathLst>
          </a:custGeom>
          <a:noFill/>
          <a:ln cap="flat" cmpd="sng" w="10850">
            <a:solidFill>
              <a:schemeClr val="accent4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"/>
          <p:cNvSpPr/>
          <p:nvPr/>
        </p:nvSpPr>
        <p:spPr>
          <a:xfrm>
            <a:off x="2022575" y="3835300"/>
            <a:ext cx="418650" cy="333825"/>
          </a:xfrm>
          <a:custGeom>
            <a:rect b="b" l="l" r="r" t="t"/>
            <a:pathLst>
              <a:path extrusionOk="0" h="13353" w="16746">
                <a:moveTo>
                  <a:pt x="8904" y="1"/>
                </a:moveTo>
                <a:cubicBezTo>
                  <a:pt x="6650" y="1"/>
                  <a:pt x="4335" y="907"/>
                  <a:pt x="2702" y="3044"/>
                </a:cubicBezTo>
                <a:cubicBezTo>
                  <a:pt x="0" y="6547"/>
                  <a:pt x="1301" y="12451"/>
                  <a:pt x="3036" y="13251"/>
                </a:cubicBezTo>
                <a:cubicBezTo>
                  <a:pt x="3174" y="13319"/>
                  <a:pt x="3411" y="13352"/>
                  <a:pt x="3723" y="13352"/>
                </a:cubicBezTo>
                <a:cubicBezTo>
                  <a:pt x="5894" y="13352"/>
                  <a:pt x="11744" y="11718"/>
                  <a:pt x="14077" y="8248"/>
                </a:cubicBezTo>
                <a:cubicBezTo>
                  <a:pt x="16746" y="4312"/>
                  <a:pt x="16145" y="2777"/>
                  <a:pt x="13043" y="1076"/>
                </a:cubicBezTo>
                <a:cubicBezTo>
                  <a:pt x="11829" y="390"/>
                  <a:pt x="10379" y="1"/>
                  <a:pt x="890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"/>
          <p:cNvSpPr/>
          <p:nvPr/>
        </p:nvSpPr>
        <p:spPr>
          <a:xfrm>
            <a:off x="4712750" y="4151713"/>
            <a:ext cx="268550" cy="261600"/>
          </a:xfrm>
          <a:custGeom>
            <a:rect b="b" l="l" r="r" t="t"/>
            <a:pathLst>
              <a:path extrusionOk="0" h="10464" w="10742">
                <a:moveTo>
                  <a:pt x="8264" y="1"/>
                </a:moveTo>
                <a:cubicBezTo>
                  <a:pt x="7319" y="1"/>
                  <a:pt x="3441" y="26"/>
                  <a:pt x="1836" y="435"/>
                </a:cubicBezTo>
                <a:cubicBezTo>
                  <a:pt x="1" y="902"/>
                  <a:pt x="1469" y="1802"/>
                  <a:pt x="6772" y="2570"/>
                </a:cubicBezTo>
                <a:lnTo>
                  <a:pt x="7840" y="5405"/>
                </a:lnTo>
                <a:cubicBezTo>
                  <a:pt x="7840" y="5405"/>
                  <a:pt x="4871" y="10108"/>
                  <a:pt x="5905" y="10442"/>
                </a:cubicBezTo>
                <a:cubicBezTo>
                  <a:pt x="5947" y="10457"/>
                  <a:pt x="5993" y="10464"/>
                  <a:pt x="6043" y="10464"/>
                </a:cubicBezTo>
                <a:cubicBezTo>
                  <a:pt x="7239" y="10464"/>
                  <a:pt x="10742" y="6439"/>
                  <a:pt x="10742" y="6439"/>
                </a:cubicBezTo>
                <a:lnTo>
                  <a:pt x="8474" y="1"/>
                </a:lnTo>
                <a:cubicBezTo>
                  <a:pt x="8474" y="1"/>
                  <a:pt x="8399" y="1"/>
                  <a:pt x="826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"/>
          <p:cNvSpPr/>
          <p:nvPr/>
        </p:nvSpPr>
        <p:spPr>
          <a:xfrm>
            <a:off x="4654975" y="4296913"/>
            <a:ext cx="98675" cy="53325"/>
          </a:xfrm>
          <a:custGeom>
            <a:rect b="b" l="l" r="r" t="t"/>
            <a:pathLst>
              <a:path extrusionOk="0" h="2133" w="3947">
                <a:moveTo>
                  <a:pt x="682" y="1"/>
                </a:moveTo>
                <a:cubicBezTo>
                  <a:pt x="273" y="1"/>
                  <a:pt x="0" y="92"/>
                  <a:pt x="10" y="231"/>
                </a:cubicBezTo>
                <a:cubicBezTo>
                  <a:pt x="77" y="731"/>
                  <a:pt x="3946" y="2132"/>
                  <a:pt x="3946" y="2132"/>
                </a:cubicBezTo>
                <a:cubicBezTo>
                  <a:pt x="3384" y="514"/>
                  <a:pt x="1650" y="1"/>
                  <a:pt x="6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"/>
          <p:cNvSpPr/>
          <p:nvPr/>
        </p:nvSpPr>
        <p:spPr>
          <a:xfrm>
            <a:off x="4688575" y="4350213"/>
            <a:ext cx="72575" cy="87050"/>
          </a:xfrm>
          <a:custGeom>
            <a:rect b="b" l="l" r="r" t="t"/>
            <a:pathLst>
              <a:path extrusionOk="0" h="3482" w="2903">
                <a:moveTo>
                  <a:pt x="2602" y="0"/>
                </a:moveTo>
                <a:cubicBezTo>
                  <a:pt x="2602" y="0"/>
                  <a:pt x="1" y="3102"/>
                  <a:pt x="267" y="3436"/>
                </a:cubicBezTo>
                <a:cubicBezTo>
                  <a:pt x="291" y="3466"/>
                  <a:pt x="337" y="3481"/>
                  <a:pt x="400" y="3481"/>
                </a:cubicBezTo>
                <a:cubicBezTo>
                  <a:pt x="963" y="3481"/>
                  <a:pt x="2902" y="2280"/>
                  <a:pt x="260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"/>
          <p:cNvSpPr/>
          <p:nvPr/>
        </p:nvSpPr>
        <p:spPr>
          <a:xfrm>
            <a:off x="4724425" y="4141713"/>
            <a:ext cx="414500" cy="213650"/>
          </a:xfrm>
          <a:custGeom>
            <a:rect b="b" l="l" r="r" t="t"/>
            <a:pathLst>
              <a:path extrusionOk="0" h="8546" w="16580">
                <a:moveTo>
                  <a:pt x="10508" y="1"/>
                </a:moveTo>
                <a:cubicBezTo>
                  <a:pt x="5972" y="34"/>
                  <a:pt x="1" y="4304"/>
                  <a:pt x="1168" y="8340"/>
                </a:cubicBezTo>
                <a:cubicBezTo>
                  <a:pt x="2040" y="8477"/>
                  <a:pt x="2917" y="8545"/>
                  <a:pt x="3792" y="8545"/>
                </a:cubicBezTo>
                <a:cubicBezTo>
                  <a:pt x="5899" y="8545"/>
                  <a:pt x="7995" y="8151"/>
                  <a:pt x="9975" y="7373"/>
                </a:cubicBezTo>
                <a:cubicBezTo>
                  <a:pt x="14578" y="5505"/>
                  <a:pt x="16579" y="3036"/>
                  <a:pt x="16579" y="3036"/>
                </a:cubicBezTo>
                <a:cubicBezTo>
                  <a:pt x="16579" y="3036"/>
                  <a:pt x="15012" y="1"/>
                  <a:pt x="1050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"/>
          <p:cNvSpPr/>
          <p:nvPr/>
        </p:nvSpPr>
        <p:spPr>
          <a:xfrm>
            <a:off x="4935425" y="4216788"/>
            <a:ext cx="78400" cy="90900"/>
          </a:xfrm>
          <a:custGeom>
            <a:rect b="b" l="l" r="r" t="t"/>
            <a:pathLst>
              <a:path extrusionOk="0" fill="none" h="3636" w="3136">
                <a:moveTo>
                  <a:pt x="3136" y="3636"/>
                </a:moveTo>
                <a:cubicBezTo>
                  <a:pt x="0" y="2569"/>
                  <a:pt x="134" y="0"/>
                  <a:pt x="134" y="0"/>
                </a:cubicBez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"/>
          <p:cNvSpPr/>
          <p:nvPr/>
        </p:nvSpPr>
        <p:spPr>
          <a:xfrm>
            <a:off x="4989625" y="4206763"/>
            <a:ext cx="32550" cy="31725"/>
          </a:xfrm>
          <a:custGeom>
            <a:rect b="b" l="l" r="r" t="t"/>
            <a:pathLst>
              <a:path extrusionOk="0" h="1269" w="1302">
                <a:moveTo>
                  <a:pt x="601" y="1"/>
                </a:moveTo>
                <a:cubicBezTo>
                  <a:pt x="267" y="34"/>
                  <a:pt x="0" y="334"/>
                  <a:pt x="34" y="668"/>
                </a:cubicBezTo>
                <a:cubicBezTo>
                  <a:pt x="34" y="1001"/>
                  <a:pt x="334" y="1268"/>
                  <a:pt x="668" y="1268"/>
                </a:cubicBezTo>
                <a:cubicBezTo>
                  <a:pt x="1035" y="1235"/>
                  <a:pt x="1301" y="935"/>
                  <a:pt x="1268" y="601"/>
                </a:cubicBezTo>
                <a:cubicBezTo>
                  <a:pt x="1235" y="268"/>
                  <a:pt x="968" y="1"/>
                  <a:pt x="60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"/>
          <p:cNvSpPr/>
          <p:nvPr/>
        </p:nvSpPr>
        <p:spPr>
          <a:xfrm>
            <a:off x="4997975" y="4215113"/>
            <a:ext cx="8350" cy="8350"/>
          </a:xfrm>
          <a:custGeom>
            <a:rect b="b" l="l" r="r" t="t"/>
            <a:pathLst>
              <a:path extrusionOk="0" h="334" w="334">
                <a:moveTo>
                  <a:pt x="133" y="0"/>
                </a:moveTo>
                <a:cubicBezTo>
                  <a:pt x="67" y="0"/>
                  <a:pt x="0" y="100"/>
                  <a:pt x="0" y="167"/>
                </a:cubicBezTo>
                <a:cubicBezTo>
                  <a:pt x="0" y="267"/>
                  <a:pt x="67" y="334"/>
                  <a:pt x="167" y="334"/>
                </a:cubicBezTo>
                <a:cubicBezTo>
                  <a:pt x="267" y="334"/>
                  <a:pt x="334" y="267"/>
                  <a:pt x="334" y="167"/>
                </a:cubicBezTo>
                <a:cubicBezTo>
                  <a:pt x="334" y="67"/>
                  <a:pt x="234" y="0"/>
                  <a:pt x="1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"/>
          <p:cNvSpPr/>
          <p:nvPr/>
        </p:nvSpPr>
        <p:spPr>
          <a:xfrm>
            <a:off x="8125175" y="4379650"/>
            <a:ext cx="1019100" cy="773275"/>
          </a:xfrm>
          <a:custGeom>
            <a:rect b="b" l="l" r="r" t="t"/>
            <a:pathLst>
              <a:path extrusionOk="0" h="30931" w="40764">
                <a:moveTo>
                  <a:pt x="37643" y="1"/>
                </a:moveTo>
                <a:cubicBezTo>
                  <a:pt x="36339" y="1"/>
                  <a:pt x="34901" y="1033"/>
                  <a:pt x="34392" y="2844"/>
                </a:cubicBezTo>
                <a:cubicBezTo>
                  <a:pt x="33458" y="6080"/>
                  <a:pt x="36427" y="9048"/>
                  <a:pt x="37795" y="11550"/>
                </a:cubicBezTo>
                <a:cubicBezTo>
                  <a:pt x="38740" y="13256"/>
                  <a:pt x="37486" y="14803"/>
                  <a:pt x="36137" y="14803"/>
                </a:cubicBezTo>
                <a:cubicBezTo>
                  <a:pt x="35534" y="14803"/>
                  <a:pt x="34912" y="14494"/>
                  <a:pt x="34459" y="13752"/>
                </a:cubicBezTo>
                <a:cubicBezTo>
                  <a:pt x="32991" y="11350"/>
                  <a:pt x="34359" y="9148"/>
                  <a:pt x="33425" y="7847"/>
                </a:cubicBezTo>
                <a:cubicBezTo>
                  <a:pt x="33198" y="7520"/>
                  <a:pt x="32945" y="7363"/>
                  <a:pt x="32687" y="7363"/>
                </a:cubicBezTo>
                <a:cubicBezTo>
                  <a:pt x="31921" y="7363"/>
                  <a:pt x="31105" y="8738"/>
                  <a:pt x="30756" y="11083"/>
                </a:cubicBezTo>
                <a:cubicBezTo>
                  <a:pt x="30289" y="14219"/>
                  <a:pt x="32324" y="14619"/>
                  <a:pt x="33992" y="17254"/>
                </a:cubicBezTo>
                <a:cubicBezTo>
                  <a:pt x="35660" y="19923"/>
                  <a:pt x="36394" y="24259"/>
                  <a:pt x="33992" y="25193"/>
                </a:cubicBezTo>
                <a:cubicBezTo>
                  <a:pt x="33553" y="25364"/>
                  <a:pt x="33191" y="25444"/>
                  <a:pt x="32892" y="25444"/>
                </a:cubicBezTo>
                <a:cubicBezTo>
                  <a:pt x="31557" y="25444"/>
                  <a:pt x="31490" y="23835"/>
                  <a:pt x="31490" y="21491"/>
                </a:cubicBezTo>
                <a:cubicBezTo>
                  <a:pt x="31490" y="20222"/>
                  <a:pt x="30786" y="19625"/>
                  <a:pt x="30023" y="19625"/>
                </a:cubicBezTo>
                <a:cubicBezTo>
                  <a:pt x="29061" y="19625"/>
                  <a:pt x="28005" y="20575"/>
                  <a:pt x="28154" y="22325"/>
                </a:cubicBezTo>
                <a:cubicBezTo>
                  <a:pt x="28421" y="25460"/>
                  <a:pt x="28788" y="27395"/>
                  <a:pt x="25653" y="27795"/>
                </a:cubicBezTo>
                <a:cubicBezTo>
                  <a:pt x="25516" y="27811"/>
                  <a:pt x="25387" y="27819"/>
                  <a:pt x="25267" y="27819"/>
                </a:cubicBezTo>
                <a:cubicBezTo>
                  <a:pt x="22622" y="27819"/>
                  <a:pt x="23775" y="24091"/>
                  <a:pt x="25019" y="21858"/>
                </a:cubicBezTo>
                <a:cubicBezTo>
                  <a:pt x="26286" y="19556"/>
                  <a:pt x="29455" y="19022"/>
                  <a:pt x="29822" y="16620"/>
                </a:cubicBezTo>
                <a:cubicBezTo>
                  <a:pt x="30189" y="14252"/>
                  <a:pt x="28688" y="14386"/>
                  <a:pt x="28755" y="11817"/>
                </a:cubicBezTo>
                <a:cubicBezTo>
                  <a:pt x="28788" y="9282"/>
                  <a:pt x="30256" y="7481"/>
                  <a:pt x="30189" y="4679"/>
                </a:cubicBezTo>
                <a:cubicBezTo>
                  <a:pt x="30152" y="3123"/>
                  <a:pt x="29029" y="2336"/>
                  <a:pt x="27786" y="2336"/>
                </a:cubicBezTo>
                <a:cubicBezTo>
                  <a:pt x="26818" y="2336"/>
                  <a:pt x="25776" y="2814"/>
                  <a:pt x="25119" y="3778"/>
                </a:cubicBezTo>
                <a:cubicBezTo>
                  <a:pt x="23584" y="5979"/>
                  <a:pt x="25286" y="8014"/>
                  <a:pt x="26453" y="12918"/>
                </a:cubicBezTo>
                <a:cubicBezTo>
                  <a:pt x="27039" y="15379"/>
                  <a:pt x="26112" y="16437"/>
                  <a:pt x="25056" y="16437"/>
                </a:cubicBezTo>
                <a:cubicBezTo>
                  <a:pt x="24009" y="16437"/>
                  <a:pt x="22834" y="15396"/>
                  <a:pt x="22884" y="13652"/>
                </a:cubicBezTo>
                <a:cubicBezTo>
                  <a:pt x="22958" y="11056"/>
                  <a:pt x="22867" y="9119"/>
                  <a:pt x="21810" y="9119"/>
                </a:cubicBezTo>
                <a:cubicBezTo>
                  <a:pt x="21441" y="9119"/>
                  <a:pt x="20954" y="9356"/>
                  <a:pt x="20315" y="9882"/>
                </a:cubicBezTo>
                <a:cubicBezTo>
                  <a:pt x="17814" y="11884"/>
                  <a:pt x="20382" y="16153"/>
                  <a:pt x="22250" y="19823"/>
                </a:cubicBezTo>
                <a:cubicBezTo>
                  <a:pt x="23494" y="22311"/>
                  <a:pt x="22714" y="23649"/>
                  <a:pt x="21822" y="23649"/>
                </a:cubicBezTo>
                <a:cubicBezTo>
                  <a:pt x="21399" y="23649"/>
                  <a:pt x="20951" y="23348"/>
                  <a:pt x="20682" y="22725"/>
                </a:cubicBezTo>
                <a:cubicBezTo>
                  <a:pt x="20188" y="21558"/>
                  <a:pt x="19435" y="20825"/>
                  <a:pt x="18675" y="20825"/>
                </a:cubicBezTo>
                <a:cubicBezTo>
                  <a:pt x="18153" y="20825"/>
                  <a:pt x="17628" y="21170"/>
                  <a:pt x="17180" y="21958"/>
                </a:cubicBezTo>
                <a:cubicBezTo>
                  <a:pt x="16046" y="23926"/>
                  <a:pt x="17347" y="27428"/>
                  <a:pt x="15979" y="29229"/>
                </a:cubicBezTo>
                <a:cubicBezTo>
                  <a:pt x="15530" y="29821"/>
                  <a:pt x="15016" y="30107"/>
                  <a:pt x="14507" y="30107"/>
                </a:cubicBezTo>
                <a:cubicBezTo>
                  <a:pt x="13466" y="30107"/>
                  <a:pt x="12446" y="28912"/>
                  <a:pt x="12043" y="26694"/>
                </a:cubicBezTo>
                <a:cubicBezTo>
                  <a:pt x="11442" y="23359"/>
                  <a:pt x="13944" y="22792"/>
                  <a:pt x="15512" y="19823"/>
                </a:cubicBezTo>
                <a:cubicBezTo>
                  <a:pt x="16814" y="17358"/>
                  <a:pt x="15241" y="15744"/>
                  <a:pt x="13277" y="15744"/>
                </a:cubicBezTo>
                <a:cubicBezTo>
                  <a:pt x="12875" y="15744"/>
                  <a:pt x="12456" y="15812"/>
                  <a:pt x="12043" y="15953"/>
                </a:cubicBezTo>
                <a:cubicBezTo>
                  <a:pt x="9574" y="16787"/>
                  <a:pt x="11342" y="19956"/>
                  <a:pt x="10709" y="23659"/>
                </a:cubicBezTo>
                <a:cubicBezTo>
                  <a:pt x="10514" y="24747"/>
                  <a:pt x="10065" y="25184"/>
                  <a:pt x="9527" y="25184"/>
                </a:cubicBezTo>
                <a:cubicBezTo>
                  <a:pt x="8215" y="25184"/>
                  <a:pt x="6372" y="22594"/>
                  <a:pt x="6372" y="20490"/>
                </a:cubicBezTo>
                <a:cubicBezTo>
                  <a:pt x="6372" y="18504"/>
                  <a:pt x="5151" y="16412"/>
                  <a:pt x="3783" y="16412"/>
                </a:cubicBezTo>
                <a:cubicBezTo>
                  <a:pt x="3128" y="16412"/>
                  <a:pt x="2440" y="16890"/>
                  <a:pt x="1836" y="18088"/>
                </a:cubicBezTo>
                <a:cubicBezTo>
                  <a:pt x="1" y="21791"/>
                  <a:pt x="3403" y="24660"/>
                  <a:pt x="4704" y="26127"/>
                </a:cubicBezTo>
                <a:cubicBezTo>
                  <a:pt x="6005" y="27595"/>
                  <a:pt x="6472" y="29530"/>
                  <a:pt x="2770" y="30931"/>
                </a:cubicBezTo>
                <a:lnTo>
                  <a:pt x="40763" y="30330"/>
                </a:lnTo>
                <a:cubicBezTo>
                  <a:pt x="40763" y="30330"/>
                  <a:pt x="40763" y="4979"/>
                  <a:pt x="39929" y="1943"/>
                </a:cubicBezTo>
                <a:cubicBezTo>
                  <a:pt x="39567" y="610"/>
                  <a:pt x="38644" y="1"/>
                  <a:pt x="37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8" name="Google Shape;668;p1"/>
          <p:cNvGrpSpPr/>
          <p:nvPr/>
        </p:nvGrpSpPr>
        <p:grpSpPr>
          <a:xfrm rot="739684">
            <a:off x="7445348" y="4564015"/>
            <a:ext cx="1077430" cy="512003"/>
            <a:chOff x="4925350" y="704275"/>
            <a:chExt cx="1077475" cy="512025"/>
          </a:xfrm>
        </p:grpSpPr>
        <p:sp>
          <p:nvSpPr>
            <p:cNvPr id="669" name="Google Shape;669;p1"/>
            <p:cNvSpPr/>
            <p:nvPr/>
          </p:nvSpPr>
          <p:spPr>
            <a:xfrm>
              <a:off x="4925350" y="743200"/>
              <a:ext cx="670500" cy="172925"/>
            </a:xfrm>
            <a:custGeom>
              <a:rect b="b" l="l" r="r" t="t"/>
              <a:pathLst>
                <a:path extrusionOk="0" h="6917" w="26820">
                  <a:moveTo>
                    <a:pt x="13408" y="0"/>
                  </a:moveTo>
                  <a:cubicBezTo>
                    <a:pt x="6185" y="0"/>
                    <a:pt x="1" y="4481"/>
                    <a:pt x="1" y="4481"/>
                  </a:cubicBezTo>
                  <a:cubicBezTo>
                    <a:pt x="904" y="4638"/>
                    <a:pt x="1765" y="4704"/>
                    <a:pt x="2589" y="4704"/>
                  </a:cubicBezTo>
                  <a:cubicBezTo>
                    <a:pt x="6608" y="4704"/>
                    <a:pt x="9749" y="3155"/>
                    <a:pt x="12638" y="3155"/>
                  </a:cubicBezTo>
                  <a:cubicBezTo>
                    <a:pt x="13686" y="3155"/>
                    <a:pt x="14701" y="3359"/>
                    <a:pt x="15712" y="3914"/>
                  </a:cubicBezTo>
                  <a:cubicBezTo>
                    <a:pt x="20082" y="6316"/>
                    <a:pt x="26820" y="6916"/>
                    <a:pt x="26820" y="6916"/>
                  </a:cubicBezTo>
                  <a:cubicBezTo>
                    <a:pt x="26820" y="6916"/>
                    <a:pt x="22383" y="579"/>
                    <a:pt x="14644" y="45"/>
                  </a:cubicBezTo>
                  <a:cubicBezTo>
                    <a:pt x="14229" y="14"/>
                    <a:pt x="13817" y="0"/>
                    <a:pt x="134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"/>
            <p:cNvSpPr/>
            <p:nvPr/>
          </p:nvSpPr>
          <p:spPr>
            <a:xfrm>
              <a:off x="5240575" y="942350"/>
              <a:ext cx="567925" cy="146325"/>
            </a:xfrm>
            <a:custGeom>
              <a:rect b="b" l="l" r="r" t="t"/>
              <a:pathLst>
                <a:path extrusionOk="0" h="5853" w="22717">
                  <a:moveTo>
                    <a:pt x="17929" y="1"/>
                  </a:moveTo>
                  <a:cubicBezTo>
                    <a:pt x="15911" y="1"/>
                    <a:pt x="13527" y="302"/>
                    <a:pt x="11342" y="1352"/>
                  </a:cubicBezTo>
                  <a:cubicBezTo>
                    <a:pt x="5588" y="4132"/>
                    <a:pt x="1548" y="4364"/>
                    <a:pt x="361" y="4364"/>
                  </a:cubicBezTo>
                  <a:cubicBezTo>
                    <a:pt x="124" y="4364"/>
                    <a:pt x="1" y="4354"/>
                    <a:pt x="1" y="4354"/>
                  </a:cubicBezTo>
                  <a:lnTo>
                    <a:pt x="1" y="4354"/>
                  </a:lnTo>
                  <a:cubicBezTo>
                    <a:pt x="2237" y="5423"/>
                    <a:pt x="4500" y="5852"/>
                    <a:pt x="6647" y="5852"/>
                  </a:cubicBezTo>
                  <a:cubicBezTo>
                    <a:pt x="10265" y="5852"/>
                    <a:pt x="13551" y="4631"/>
                    <a:pt x="15812" y="3187"/>
                  </a:cubicBezTo>
                  <a:cubicBezTo>
                    <a:pt x="17880" y="1786"/>
                    <a:pt x="20248" y="918"/>
                    <a:pt x="22717" y="552"/>
                  </a:cubicBezTo>
                  <a:cubicBezTo>
                    <a:pt x="22717" y="552"/>
                    <a:pt x="20657" y="1"/>
                    <a:pt x="179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"/>
            <p:cNvSpPr/>
            <p:nvPr/>
          </p:nvSpPr>
          <p:spPr>
            <a:xfrm>
              <a:off x="5482425" y="1051825"/>
              <a:ext cx="492875" cy="164475"/>
            </a:xfrm>
            <a:custGeom>
              <a:rect b="b" l="l" r="r" t="t"/>
              <a:pathLst>
                <a:path extrusionOk="0" h="6579" w="19715">
                  <a:moveTo>
                    <a:pt x="14944" y="0"/>
                  </a:moveTo>
                  <a:cubicBezTo>
                    <a:pt x="12982" y="0"/>
                    <a:pt x="10528" y="740"/>
                    <a:pt x="8540" y="2344"/>
                  </a:cubicBezTo>
                  <a:cubicBezTo>
                    <a:pt x="5471" y="4845"/>
                    <a:pt x="0" y="4879"/>
                    <a:pt x="0" y="4879"/>
                  </a:cubicBezTo>
                  <a:cubicBezTo>
                    <a:pt x="0" y="4879"/>
                    <a:pt x="2899" y="6579"/>
                    <a:pt x="6353" y="6579"/>
                  </a:cubicBezTo>
                  <a:cubicBezTo>
                    <a:pt x="7172" y="6579"/>
                    <a:pt x="8023" y="6483"/>
                    <a:pt x="8873" y="6246"/>
                  </a:cubicBezTo>
                  <a:cubicBezTo>
                    <a:pt x="12727" y="5166"/>
                    <a:pt x="14306" y="2323"/>
                    <a:pt x="17994" y="2323"/>
                  </a:cubicBezTo>
                  <a:cubicBezTo>
                    <a:pt x="18521" y="2323"/>
                    <a:pt x="19090" y="2381"/>
                    <a:pt x="19714" y="2510"/>
                  </a:cubicBezTo>
                  <a:cubicBezTo>
                    <a:pt x="19714" y="2510"/>
                    <a:pt x="19314" y="1877"/>
                    <a:pt x="17613" y="676"/>
                  </a:cubicBezTo>
                  <a:cubicBezTo>
                    <a:pt x="16990" y="233"/>
                    <a:pt x="16044" y="0"/>
                    <a:pt x="149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"/>
            <p:cNvSpPr/>
            <p:nvPr/>
          </p:nvSpPr>
          <p:spPr>
            <a:xfrm>
              <a:off x="5657550" y="704275"/>
              <a:ext cx="271875" cy="318600"/>
            </a:xfrm>
            <a:custGeom>
              <a:rect b="b" l="l" r="r" t="t"/>
              <a:pathLst>
                <a:path extrusionOk="0" h="12744" w="10875">
                  <a:moveTo>
                    <a:pt x="0" y="1"/>
                  </a:moveTo>
                  <a:cubicBezTo>
                    <a:pt x="0" y="1"/>
                    <a:pt x="3503" y="1702"/>
                    <a:pt x="5104" y="4437"/>
                  </a:cubicBezTo>
                  <a:cubicBezTo>
                    <a:pt x="6705" y="7139"/>
                    <a:pt x="9941" y="12743"/>
                    <a:pt x="9941" y="12743"/>
                  </a:cubicBezTo>
                  <a:cubicBezTo>
                    <a:pt x="8273" y="8540"/>
                    <a:pt x="10875" y="7439"/>
                    <a:pt x="8840" y="3937"/>
                  </a:cubicBezTo>
                  <a:cubicBezTo>
                    <a:pt x="6805" y="43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"/>
            <p:cNvSpPr/>
            <p:nvPr/>
          </p:nvSpPr>
          <p:spPr>
            <a:xfrm>
              <a:off x="4925350" y="750975"/>
              <a:ext cx="1077475" cy="422825"/>
            </a:xfrm>
            <a:custGeom>
              <a:rect b="b" l="l" r="r" t="t"/>
              <a:pathLst>
                <a:path extrusionOk="0" fill="none" h="16913" w="43099">
                  <a:moveTo>
                    <a:pt x="43098" y="16913"/>
                  </a:moveTo>
                  <a:cubicBezTo>
                    <a:pt x="40963" y="11642"/>
                    <a:pt x="37027" y="7406"/>
                    <a:pt x="30356" y="7106"/>
                  </a:cubicBezTo>
                  <a:cubicBezTo>
                    <a:pt x="23718" y="6839"/>
                    <a:pt x="20549" y="3170"/>
                    <a:pt x="15145" y="1602"/>
                  </a:cubicBezTo>
                  <a:cubicBezTo>
                    <a:pt x="9741" y="1"/>
                    <a:pt x="1" y="4170"/>
                    <a:pt x="1" y="417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"/>
            <p:cNvSpPr/>
            <p:nvPr/>
          </p:nvSpPr>
          <p:spPr>
            <a:xfrm>
              <a:off x="5240575" y="954450"/>
              <a:ext cx="567925" cy="117625"/>
            </a:xfrm>
            <a:custGeom>
              <a:rect b="b" l="l" r="r" t="t"/>
              <a:pathLst>
                <a:path extrusionOk="0" fill="none" h="4705" w="22717">
                  <a:moveTo>
                    <a:pt x="1" y="3870"/>
                  </a:moveTo>
                  <a:cubicBezTo>
                    <a:pt x="8774" y="4704"/>
                    <a:pt x="12343" y="2803"/>
                    <a:pt x="14978" y="1402"/>
                  </a:cubicBezTo>
                  <a:cubicBezTo>
                    <a:pt x="17613" y="1"/>
                    <a:pt x="22717" y="68"/>
                    <a:pt x="22717" y="6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"/>
            <p:cNvSpPr/>
            <p:nvPr/>
          </p:nvSpPr>
          <p:spPr>
            <a:xfrm>
              <a:off x="5656700" y="704275"/>
              <a:ext cx="249375" cy="319425"/>
            </a:xfrm>
            <a:custGeom>
              <a:rect b="b" l="l" r="r" t="t"/>
              <a:pathLst>
                <a:path extrusionOk="0" fill="none" h="12777" w="9975">
                  <a:moveTo>
                    <a:pt x="1" y="1"/>
                  </a:moveTo>
                  <a:cubicBezTo>
                    <a:pt x="4037" y="768"/>
                    <a:pt x="7573" y="3470"/>
                    <a:pt x="8107" y="5972"/>
                  </a:cubicBezTo>
                  <a:cubicBezTo>
                    <a:pt x="8607" y="8240"/>
                    <a:pt x="9241" y="10542"/>
                    <a:pt x="9975" y="1277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"/>
            <p:cNvSpPr/>
            <p:nvPr/>
          </p:nvSpPr>
          <p:spPr>
            <a:xfrm>
              <a:off x="5481575" y="1069550"/>
              <a:ext cx="492875" cy="134275"/>
            </a:xfrm>
            <a:custGeom>
              <a:rect b="b" l="l" r="r" t="t"/>
              <a:pathLst>
                <a:path extrusionOk="0" fill="none" h="5371" w="19715">
                  <a:moveTo>
                    <a:pt x="1" y="4170"/>
                  </a:moveTo>
                  <a:cubicBezTo>
                    <a:pt x="5138" y="5371"/>
                    <a:pt x="8974" y="3636"/>
                    <a:pt x="12143" y="1801"/>
                  </a:cubicBezTo>
                  <a:cubicBezTo>
                    <a:pt x="15312" y="0"/>
                    <a:pt x="19715" y="1801"/>
                    <a:pt x="19715" y="180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7" name="Google Shape;677;p1"/>
          <p:cNvSpPr/>
          <p:nvPr/>
        </p:nvSpPr>
        <p:spPr>
          <a:xfrm flipH="1">
            <a:off x="-3525" y="4379650"/>
            <a:ext cx="1019100" cy="773275"/>
          </a:xfrm>
          <a:custGeom>
            <a:rect b="b" l="l" r="r" t="t"/>
            <a:pathLst>
              <a:path extrusionOk="0" h="30931" w="40764">
                <a:moveTo>
                  <a:pt x="37643" y="1"/>
                </a:moveTo>
                <a:cubicBezTo>
                  <a:pt x="36339" y="1"/>
                  <a:pt x="34901" y="1033"/>
                  <a:pt x="34392" y="2844"/>
                </a:cubicBezTo>
                <a:cubicBezTo>
                  <a:pt x="33458" y="6080"/>
                  <a:pt x="36427" y="9048"/>
                  <a:pt x="37795" y="11550"/>
                </a:cubicBezTo>
                <a:cubicBezTo>
                  <a:pt x="38740" y="13256"/>
                  <a:pt x="37486" y="14803"/>
                  <a:pt x="36137" y="14803"/>
                </a:cubicBezTo>
                <a:cubicBezTo>
                  <a:pt x="35534" y="14803"/>
                  <a:pt x="34912" y="14494"/>
                  <a:pt x="34459" y="13752"/>
                </a:cubicBezTo>
                <a:cubicBezTo>
                  <a:pt x="32991" y="11350"/>
                  <a:pt x="34359" y="9148"/>
                  <a:pt x="33425" y="7847"/>
                </a:cubicBezTo>
                <a:cubicBezTo>
                  <a:pt x="33198" y="7520"/>
                  <a:pt x="32945" y="7363"/>
                  <a:pt x="32687" y="7363"/>
                </a:cubicBezTo>
                <a:cubicBezTo>
                  <a:pt x="31921" y="7363"/>
                  <a:pt x="31105" y="8738"/>
                  <a:pt x="30756" y="11083"/>
                </a:cubicBezTo>
                <a:cubicBezTo>
                  <a:pt x="30289" y="14219"/>
                  <a:pt x="32324" y="14619"/>
                  <a:pt x="33992" y="17254"/>
                </a:cubicBezTo>
                <a:cubicBezTo>
                  <a:pt x="35660" y="19923"/>
                  <a:pt x="36394" y="24259"/>
                  <a:pt x="33992" y="25193"/>
                </a:cubicBezTo>
                <a:cubicBezTo>
                  <a:pt x="33553" y="25364"/>
                  <a:pt x="33191" y="25444"/>
                  <a:pt x="32892" y="25444"/>
                </a:cubicBezTo>
                <a:cubicBezTo>
                  <a:pt x="31557" y="25444"/>
                  <a:pt x="31490" y="23835"/>
                  <a:pt x="31490" y="21491"/>
                </a:cubicBezTo>
                <a:cubicBezTo>
                  <a:pt x="31490" y="20222"/>
                  <a:pt x="30786" y="19625"/>
                  <a:pt x="30023" y="19625"/>
                </a:cubicBezTo>
                <a:cubicBezTo>
                  <a:pt x="29061" y="19625"/>
                  <a:pt x="28005" y="20575"/>
                  <a:pt x="28154" y="22325"/>
                </a:cubicBezTo>
                <a:cubicBezTo>
                  <a:pt x="28421" y="25460"/>
                  <a:pt x="28788" y="27395"/>
                  <a:pt x="25653" y="27795"/>
                </a:cubicBezTo>
                <a:cubicBezTo>
                  <a:pt x="25516" y="27811"/>
                  <a:pt x="25387" y="27819"/>
                  <a:pt x="25267" y="27819"/>
                </a:cubicBezTo>
                <a:cubicBezTo>
                  <a:pt x="22622" y="27819"/>
                  <a:pt x="23775" y="24091"/>
                  <a:pt x="25019" y="21858"/>
                </a:cubicBezTo>
                <a:cubicBezTo>
                  <a:pt x="26286" y="19556"/>
                  <a:pt x="29455" y="19022"/>
                  <a:pt x="29822" y="16620"/>
                </a:cubicBezTo>
                <a:cubicBezTo>
                  <a:pt x="30189" y="14252"/>
                  <a:pt x="28688" y="14386"/>
                  <a:pt x="28755" y="11817"/>
                </a:cubicBezTo>
                <a:cubicBezTo>
                  <a:pt x="28788" y="9282"/>
                  <a:pt x="30256" y="7481"/>
                  <a:pt x="30189" y="4679"/>
                </a:cubicBezTo>
                <a:cubicBezTo>
                  <a:pt x="30152" y="3123"/>
                  <a:pt x="29029" y="2336"/>
                  <a:pt x="27786" y="2336"/>
                </a:cubicBezTo>
                <a:cubicBezTo>
                  <a:pt x="26818" y="2336"/>
                  <a:pt x="25776" y="2814"/>
                  <a:pt x="25119" y="3778"/>
                </a:cubicBezTo>
                <a:cubicBezTo>
                  <a:pt x="23584" y="5979"/>
                  <a:pt x="25286" y="8014"/>
                  <a:pt x="26453" y="12918"/>
                </a:cubicBezTo>
                <a:cubicBezTo>
                  <a:pt x="27039" y="15379"/>
                  <a:pt x="26112" y="16437"/>
                  <a:pt x="25056" y="16437"/>
                </a:cubicBezTo>
                <a:cubicBezTo>
                  <a:pt x="24009" y="16437"/>
                  <a:pt x="22834" y="15396"/>
                  <a:pt x="22884" y="13652"/>
                </a:cubicBezTo>
                <a:cubicBezTo>
                  <a:pt x="22958" y="11056"/>
                  <a:pt x="22867" y="9119"/>
                  <a:pt x="21810" y="9119"/>
                </a:cubicBezTo>
                <a:cubicBezTo>
                  <a:pt x="21441" y="9119"/>
                  <a:pt x="20954" y="9356"/>
                  <a:pt x="20315" y="9882"/>
                </a:cubicBezTo>
                <a:cubicBezTo>
                  <a:pt x="17814" y="11884"/>
                  <a:pt x="20382" y="16153"/>
                  <a:pt x="22250" y="19823"/>
                </a:cubicBezTo>
                <a:cubicBezTo>
                  <a:pt x="23494" y="22311"/>
                  <a:pt x="22714" y="23649"/>
                  <a:pt x="21822" y="23649"/>
                </a:cubicBezTo>
                <a:cubicBezTo>
                  <a:pt x="21399" y="23649"/>
                  <a:pt x="20951" y="23348"/>
                  <a:pt x="20682" y="22725"/>
                </a:cubicBezTo>
                <a:cubicBezTo>
                  <a:pt x="20188" y="21558"/>
                  <a:pt x="19435" y="20825"/>
                  <a:pt x="18675" y="20825"/>
                </a:cubicBezTo>
                <a:cubicBezTo>
                  <a:pt x="18153" y="20825"/>
                  <a:pt x="17628" y="21170"/>
                  <a:pt x="17180" y="21958"/>
                </a:cubicBezTo>
                <a:cubicBezTo>
                  <a:pt x="16046" y="23926"/>
                  <a:pt x="17347" y="27428"/>
                  <a:pt x="15979" y="29229"/>
                </a:cubicBezTo>
                <a:cubicBezTo>
                  <a:pt x="15530" y="29821"/>
                  <a:pt x="15016" y="30107"/>
                  <a:pt x="14507" y="30107"/>
                </a:cubicBezTo>
                <a:cubicBezTo>
                  <a:pt x="13466" y="30107"/>
                  <a:pt x="12446" y="28912"/>
                  <a:pt x="12043" y="26694"/>
                </a:cubicBezTo>
                <a:cubicBezTo>
                  <a:pt x="11442" y="23359"/>
                  <a:pt x="13944" y="22792"/>
                  <a:pt x="15512" y="19823"/>
                </a:cubicBezTo>
                <a:cubicBezTo>
                  <a:pt x="16814" y="17358"/>
                  <a:pt x="15241" y="15744"/>
                  <a:pt x="13277" y="15744"/>
                </a:cubicBezTo>
                <a:cubicBezTo>
                  <a:pt x="12875" y="15744"/>
                  <a:pt x="12456" y="15812"/>
                  <a:pt x="12043" y="15953"/>
                </a:cubicBezTo>
                <a:cubicBezTo>
                  <a:pt x="9574" y="16787"/>
                  <a:pt x="11342" y="19956"/>
                  <a:pt x="10709" y="23659"/>
                </a:cubicBezTo>
                <a:cubicBezTo>
                  <a:pt x="10514" y="24747"/>
                  <a:pt x="10065" y="25184"/>
                  <a:pt x="9527" y="25184"/>
                </a:cubicBezTo>
                <a:cubicBezTo>
                  <a:pt x="8215" y="25184"/>
                  <a:pt x="6372" y="22594"/>
                  <a:pt x="6372" y="20490"/>
                </a:cubicBezTo>
                <a:cubicBezTo>
                  <a:pt x="6372" y="18504"/>
                  <a:pt x="5151" y="16412"/>
                  <a:pt x="3783" y="16412"/>
                </a:cubicBezTo>
                <a:cubicBezTo>
                  <a:pt x="3128" y="16412"/>
                  <a:pt x="2440" y="16890"/>
                  <a:pt x="1836" y="18088"/>
                </a:cubicBezTo>
                <a:cubicBezTo>
                  <a:pt x="1" y="21791"/>
                  <a:pt x="3403" y="24660"/>
                  <a:pt x="4704" y="26127"/>
                </a:cubicBezTo>
                <a:cubicBezTo>
                  <a:pt x="6005" y="27595"/>
                  <a:pt x="6472" y="29530"/>
                  <a:pt x="2770" y="30931"/>
                </a:cubicBezTo>
                <a:lnTo>
                  <a:pt x="40763" y="30330"/>
                </a:lnTo>
                <a:cubicBezTo>
                  <a:pt x="40763" y="30330"/>
                  <a:pt x="40763" y="4979"/>
                  <a:pt x="39929" y="1943"/>
                </a:cubicBezTo>
                <a:cubicBezTo>
                  <a:pt x="39567" y="610"/>
                  <a:pt x="38644" y="1"/>
                  <a:pt x="3764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8" name="Google Shape;678;p1"/>
          <p:cNvGrpSpPr/>
          <p:nvPr/>
        </p:nvGrpSpPr>
        <p:grpSpPr>
          <a:xfrm flipH="1">
            <a:off x="465050" y="3780600"/>
            <a:ext cx="692200" cy="1356000"/>
            <a:chOff x="3978000" y="1359750"/>
            <a:chExt cx="692200" cy="1356000"/>
          </a:xfrm>
        </p:grpSpPr>
        <p:sp>
          <p:nvSpPr>
            <p:cNvPr id="679" name="Google Shape;679;p1"/>
            <p:cNvSpPr/>
            <p:nvPr/>
          </p:nvSpPr>
          <p:spPr>
            <a:xfrm>
              <a:off x="3996350" y="1359750"/>
              <a:ext cx="206850" cy="477025"/>
            </a:xfrm>
            <a:custGeom>
              <a:rect b="b" l="l" r="r" t="t"/>
              <a:pathLst>
                <a:path extrusionOk="0" h="19081" w="8274">
                  <a:moveTo>
                    <a:pt x="3837" y="0"/>
                  </a:moveTo>
                  <a:cubicBezTo>
                    <a:pt x="3837" y="1"/>
                    <a:pt x="2036" y="5271"/>
                    <a:pt x="1035" y="9541"/>
                  </a:cubicBezTo>
                  <a:cubicBezTo>
                    <a:pt x="1" y="13777"/>
                    <a:pt x="2603" y="19081"/>
                    <a:pt x="2603" y="19081"/>
                  </a:cubicBezTo>
                  <a:cubicBezTo>
                    <a:pt x="8273" y="7973"/>
                    <a:pt x="3837" y="1"/>
                    <a:pt x="38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"/>
            <p:cNvSpPr/>
            <p:nvPr/>
          </p:nvSpPr>
          <p:spPr>
            <a:xfrm>
              <a:off x="4102275" y="1480675"/>
              <a:ext cx="159300" cy="813100"/>
            </a:xfrm>
            <a:custGeom>
              <a:rect b="b" l="l" r="r" t="t"/>
              <a:pathLst>
                <a:path extrusionOk="0" h="32524" w="6372">
                  <a:moveTo>
                    <a:pt x="3336" y="0"/>
                  </a:moveTo>
                  <a:cubicBezTo>
                    <a:pt x="3336" y="1"/>
                    <a:pt x="3803" y="935"/>
                    <a:pt x="3736" y="4704"/>
                  </a:cubicBezTo>
                  <a:cubicBezTo>
                    <a:pt x="3669" y="8473"/>
                    <a:pt x="2402" y="11542"/>
                    <a:pt x="1234" y="16645"/>
                  </a:cubicBezTo>
                  <a:cubicBezTo>
                    <a:pt x="67" y="21749"/>
                    <a:pt x="0" y="26586"/>
                    <a:pt x="4403" y="32524"/>
                  </a:cubicBezTo>
                  <a:cubicBezTo>
                    <a:pt x="4403" y="32524"/>
                    <a:pt x="4337" y="31022"/>
                    <a:pt x="4070" y="28621"/>
                  </a:cubicBezTo>
                  <a:cubicBezTo>
                    <a:pt x="3803" y="26186"/>
                    <a:pt x="5271" y="20415"/>
                    <a:pt x="5838" y="12176"/>
                  </a:cubicBezTo>
                  <a:cubicBezTo>
                    <a:pt x="6371" y="3970"/>
                    <a:pt x="3336" y="1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"/>
            <p:cNvSpPr/>
            <p:nvPr/>
          </p:nvSpPr>
          <p:spPr>
            <a:xfrm>
              <a:off x="3978000" y="2038575"/>
              <a:ext cx="466200" cy="391575"/>
            </a:xfrm>
            <a:custGeom>
              <a:rect b="b" l="l" r="r" t="t"/>
              <a:pathLst>
                <a:path extrusionOk="0" h="15663" w="18648">
                  <a:moveTo>
                    <a:pt x="18322" y="15088"/>
                  </a:moveTo>
                  <a:cubicBezTo>
                    <a:pt x="18431" y="15139"/>
                    <a:pt x="18539" y="15191"/>
                    <a:pt x="18648" y="15244"/>
                  </a:cubicBezTo>
                  <a:cubicBezTo>
                    <a:pt x="18538" y="15190"/>
                    <a:pt x="18429" y="15138"/>
                    <a:pt x="18322" y="15088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cubicBezTo>
                    <a:pt x="735" y="2936"/>
                    <a:pt x="1168" y="5938"/>
                    <a:pt x="1302" y="8973"/>
                  </a:cubicBezTo>
                  <a:cubicBezTo>
                    <a:pt x="1553" y="14117"/>
                    <a:pt x="4104" y="15663"/>
                    <a:pt x="7541" y="15663"/>
                  </a:cubicBezTo>
                  <a:cubicBezTo>
                    <a:pt x="7760" y="15663"/>
                    <a:pt x="7982" y="15657"/>
                    <a:pt x="8207" y="15645"/>
                  </a:cubicBezTo>
                  <a:cubicBezTo>
                    <a:pt x="10798" y="15507"/>
                    <a:pt x="12412" y="14203"/>
                    <a:pt x="14782" y="14203"/>
                  </a:cubicBezTo>
                  <a:cubicBezTo>
                    <a:pt x="15783" y="14203"/>
                    <a:pt x="16920" y="14436"/>
                    <a:pt x="18322" y="15088"/>
                  </a:cubicBezTo>
                  <a:lnTo>
                    <a:pt x="18322" y="15088"/>
                  </a:lnTo>
                  <a:cubicBezTo>
                    <a:pt x="16717" y="14331"/>
                    <a:pt x="15029" y="13751"/>
                    <a:pt x="13310" y="13376"/>
                  </a:cubicBezTo>
                  <a:cubicBezTo>
                    <a:pt x="10542" y="12809"/>
                    <a:pt x="5271" y="13910"/>
                    <a:pt x="4571" y="8973"/>
                  </a:cubicBezTo>
                  <a:cubicBezTo>
                    <a:pt x="3837" y="4037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"/>
            <p:cNvSpPr/>
            <p:nvPr/>
          </p:nvSpPr>
          <p:spPr>
            <a:xfrm>
              <a:off x="4273225" y="1963525"/>
              <a:ext cx="321075" cy="575425"/>
            </a:xfrm>
            <a:custGeom>
              <a:rect b="b" l="l" r="r" t="t"/>
              <a:pathLst>
                <a:path extrusionOk="0" h="23017" w="12843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668" y="3603"/>
                    <a:pt x="1401" y="8006"/>
                  </a:cubicBezTo>
                  <a:cubicBezTo>
                    <a:pt x="2135" y="12442"/>
                    <a:pt x="5738" y="13476"/>
                    <a:pt x="7939" y="15378"/>
                  </a:cubicBezTo>
                  <a:cubicBezTo>
                    <a:pt x="10174" y="17246"/>
                    <a:pt x="10541" y="19080"/>
                    <a:pt x="11175" y="20515"/>
                  </a:cubicBezTo>
                  <a:cubicBezTo>
                    <a:pt x="11609" y="21449"/>
                    <a:pt x="12142" y="22283"/>
                    <a:pt x="12843" y="23017"/>
                  </a:cubicBezTo>
                  <a:cubicBezTo>
                    <a:pt x="11275" y="18747"/>
                    <a:pt x="12476" y="13943"/>
                    <a:pt x="10241" y="11942"/>
                  </a:cubicBezTo>
                  <a:cubicBezTo>
                    <a:pt x="8039" y="9974"/>
                    <a:pt x="5037" y="8540"/>
                    <a:pt x="3269" y="4970"/>
                  </a:cubicBezTo>
                  <a:cubicBezTo>
                    <a:pt x="1502" y="1368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"/>
            <p:cNvSpPr/>
            <p:nvPr/>
          </p:nvSpPr>
          <p:spPr>
            <a:xfrm>
              <a:off x="4038050" y="2497175"/>
              <a:ext cx="628800" cy="180200"/>
            </a:xfrm>
            <a:custGeom>
              <a:rect b="b" l="l" r="r" t="t"/>
              <a:pathLst>
                <a:path extrusionOk="0" h="7208" w="25152">
                  <a:moveTo>
                    <a:pt x="3418" y="0"/>
                  </a:moveTo>
                  <a:cubicBezTo>
                    <a:pt x="2260" y="0"/>
                    <a:pt x="1107" y="208"/>
                    <a:pt x="1" y="603"/>
                  </a:cubicBezTo>
                  <a:cubicBezTo>
                    <a:pt x="92" y="601"/>
                    <a:pt x="183" y="599"/>
                    <a:pt x="274" y="599"/>
                  </a:cubicBezTo>
                  <a:cubicBezTo>
                    <a:pt x="2546" y="599"/>
                    <a:pt x="4740" y="1397"/>
                    <a:pt x="6472" y="2905"/>
                  </a:cubicBezTo>
                  <a:cubicBezTo>
                    <a:pt x="8918" y="5052"/>
                    <a:pt x="10744" y="6468"/>
                    <a:pt x="13321" y="6468"/>
                  </a:cubicBezTo>
                  <a:cubicBezTo>
                    <a:pt x="13907" y="6468"/>
                    <a:pt x="14532" y="6395"/>
                    <a:pt x="15212" y="6240"/>
                  </a:cubicBezTo>
                  <a:cubicBezTo>
                    <a:pt x="17832" y="5645"/>
                    <a:pt x="19585" y="4964"/>
                    <a:pt x="21090" y="4964"/>
                  </a:cubicBezTo>
                  <a:cubicBezTo>
                    <a:pt x="21692" y="4964"/>
                    <a:pt x="22255" y="5073"/>
                    <a:pt x="22817" y="5340"/>
                  </a:cubicBezTo>
                  <a:cubicBezTo>
                    <a:pt x="24478" y="6088"/>
                    <a:pt x="24991" y="6881"/>
                    <a:pt x="25117" y="7129"/>
                  </a:cubicBezTo>
                  <a:lnTo>
                    <a:pt x="25117" y="7129"/>
                  </a:lnTo>
                  <a:cubicBezTo>
                    <a:pt x="23466" y="3508"/>
                    <a:pt x="20008" y="2301"/>
                    <a:pt x="16214" y="2301"/>
                  </a:cubicBezTo>
                  <a:cubicBezTo>
                    <a:pt x="15674" y="2301"/>
                    <a:pt x="15127" y="2326"/>
                    <a:pt x="14578" y="2371"/>
                  </a:cubicBezTo>
                  <a:cubicBezTo>
                    <a:pt x="14141" y="2407"/>
                    <a:pt x="13735" y="2424"/>
                    <a:pt x="13357" y="2424"/>
                  </a:cubicBezTo>
                  <a:cubicBezTo>
                    <a:pt x="9898" y="2424"/>
                    <a:pt x="8692" y="1025"/>
                    <a:pt x="5805" y="303"/>
                  </a:cubicBezTo>
                  <a:cubicBezTo>
                    <a:pt x="5016" y="99"/>
                    <a:pt x="4216" y="0"/>
                    <a:pt x="3418" y="0"/>
                  </a:cubicBezTo>
                  <a:close/>
                  <a:moveTo>
                    <a:pt x="25117" y="7129"/>
                  </a:moveTo>
                  <a:cubicBezTo>
                    <a:pt x="25128" y="7155"/>
                    <a:pt x="25140" y="7182"/>
                    <a:pt x="25152" y="7208"/>
                  </a:cubicBezTo>
                  <a:cubicBezTo>
                    <a:pt x="25152" y="7208"/>
                    <a:pt x="25142" y="7180"/>
                    <a:pt x="25117" y="71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"/>
            <p:cNvSpPr/>
            <p:nvPr/>
          </p:nvSpPr>
          <p:spPr>
            <a:xfrm>
              <a:off x="4033875" y="1359750"/>
              <a:ext cx="636325" cy="1356000"/>
            </a:xfrm>
            <a:custGeom>
              <a:rect b="b" l="l" r="r" t="t"/>
              <a:pathLst>
                <a:path extrusionOk="0" fill="none" h="54240" w="25453">
                  <a:moveTo>
                    <a:pt x="25452" y="54239"/>
                  </a:moveTo>
                  <a:cubicBezTo>
                    <a:pt x="25452" y="49703"/>
                    <a:pt x="21483" y="45300"/>
                    <a:pt x="16413" y="42397"/>
                  </a:cubicBezTo>
                  <a:cubicBezTo>
                    <a:pt x="11342" y="39495"/>
                    <a:pt x="5505" y="38461"/>
                    <a:pt x="2736" y="31456"/>
                  </a:cubicBezTo>
                  <a:cubicBezTo>
                    <a:pt x="1" y="24418"/>
                    <a:pt x="701" y="22450"/>
                    <a:pt x="1168" y="18113"/>
                  </a:cubicBezTo>
                  <a:cubicBezTo>
                    <a:pt x="1635" y="13810"/>
                    <a:pt x="3136" y="4470"/>
                    <a:pt x="2336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"/>
            <p:cNvSpPr/>
            <p:nvPr/>
          </p:nvSpPr>
          <p:spPr>
            <a:xfrm>
              <a:off x="4139800" y="1480675"/>
              <a:ext cx="91750" cy="813100"/>
            </a:xfrm>
            <a:custGeom>
              <a:rect b="b" l="l" r="r" t="t"/>
              <a:pathLst>
                <a:path extrusionOk="0" fill="none" h="32524" w="3670">
                  <a:moveTo>
                    <a:pt x="1835" y="0"/>
                  </a:moveTo>
                  <a:cubicBezTo>
                    <a:pt x="3403" y="6171"/>
                    <a:pt x="3670" y="10908"/>
                    <a:pt x="1835" y="18013"/>
                  </a:cubicBezTo>
                  <a:cubicBezTo>
                    <a:pt x="0" y="25118"/>
                    <a:pt x="2369" y="30789"/>
                    <a:pt x="2902" y="3252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"/>
            <p:cNvSpPr/>
            <p:nvPr/>
          </p:nvSpPr>
          <p:spPr>
            <a:xfrm>
              <a:off x="3978000" y="2037725"/>
              <a:ext cx="441175" cy="373625"/>
            </a:xfrm>
            <a:custGeom>
              <a:rect b="b" l="l" r="r" t="t"/>
              <a:pathLst>
                <a:path extrusionOk="0" fill="none" h="14945" w="17647">
                  <a:moveTo>
                    <a:pt x="1" y="1"/>
                  </a:moveTo>
                  <a:cubicBezTo>
                    <a:pt x="2503" y="5305"/>
                    <a:pt x="2203" y="10875"/>
                    <a:pt x="4571" y="12910"/>
                  </a:cubicBezTo>
                  <a:cubicBezTo>
                    <a:pt x="6906" y="14945"/>
                    <a:pt x="14311" y="12677"/>
                    <a:pt x="17647" y="1471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"/>
            <p:cNvSpPr/>
            <p:nvPr/>
          </p:nvSpPr>
          <p:spPr>
            <a:xfrm>
              <a:off x="4273225" y="1963525"/>
              <a:ext cx="320250" cy="575425"/>
            </a:xfrm>
            <a:custGeom>
              <a:rect b="b" l="l" r="r" t="t"/>
              <a:pathLst>
                <a:path extrusionOk="0" fill="none" h="23017" w="12810">
                  <a:moveTo>
                    <a:pt x="0" y="0"/>
                  </a:moveTo>
                  <a:cubicBezTo>
                    <a:pt x="2135" y="5170"/>
                    <a:pt x="2335" y="9373"/>
                    <a:pt x="5838" y="11508"/>
                  </a:cubicBezTo>
                  <a:cubicBezTo>
                    <a:pt x="9340" y="13643"/>
                    <a:pt x="9707" y="13210"/>
                    <a:pt x="10541" y="16345"/>
                  </a:cubicBezTo>
                  <a:cubicBezTo>
                    <a:pt x="11175" y="18613"/>
                    <a:pt x="11942" y="20848"/>
                    <a:pt x="12810" y="2301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"/>
            <p:cNvSpPr/>
            <p:nvPr/>
          </p:nvSpPr>
          <p:spPr>
            <a:xfrm>
              <a:off x="4038050" y="2504725"/>
              <a:ext cx="627975" cy="172650"/>
            </a:xfrm>
            <a:custGeom>
              <a:rect b="b" l="l" r="r" t="t"/>
              <a:pathLst>
                <a:path extrusionOk="0" fill="none" h="6906" w="25119">
                  <a:moveTo>
                    <a:pt x="1" y="301"/>
                  </a:moveTo>
                  <a:cubicBezTo>
                    <a:pt x="5805" y="1"/>
                    <a:pt x="8207" y="3270"/>
                    <a:pt x="11776" y="4204"/>
                  </a:cubicBezTo>
                  <a:cubicBezTo>
                    <a:pt x="15312" y="5105"/>
                    <a:pt x="16646" y="3337"/>
                    <a:pt x="19281" y="3337"/>
                  </a:cubicBezTo>
                  <a:cubicBezTo>
                    <a:pt x="21916" y="3303"/>
                    <a:pt x="25119" y="6906"/>
                    <a:pt x="25119" y="690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Google Shape;689;p1"/>
          <p:cNvGrpSpPr/>
          <p:nvPr/>
        </p:nvGrpSpPr>
        <p:grpSpPr>
          <a:xfrm>
            <a:off x="3825400" y="4246925"/>
            <a:ext cx="1066625" cy="897225"/>
            <a:chOff x="3825400" y="4246925"/>
            <a:chExt cx="1066625" cy="897225"/>
          </a:xfrm>
        </p:grpSpPr>
        <p:sp>
          <p:nvSpPr>
            <p:cNvPr id="690" name="Google Shape;690;p1"/>
            <p:cNvSpPr/>
            <p:nvPr/>
          </p:nvSpPr>
          <p:spPr>
            <a:xfrm>
              <a:off x="3825400" y="4246925"/>
              <a:ext cx="1066625" cy="897225"/>
            </a:xfrm>
            <a:custGeom>
              <a:rect b="b" l="l" r="r" t="t"/>
              <a:pathLst>
                <a:path extrusionOk="0" h="35889" w="42665">
                  <a:moveTo>
                    <a:pt x="14839" y="1"/>
                  </a:moveTo>
                  <a:cubicBezTo>
                    <a:pt x="12955" y="1"/>
                    <a:pt x="11176" y="3827"/>
                    <a:pt x="12076" y="9169"/>
                  </a:cubicBezTo>
                  <a:cubicBezTo>
                    <a:pt x="13110" y="15340"/>
                    <a:pt x="15845" y="15407"/>
                    <a:pt x="16979" y="17108"/>
                  </a:cubicBezTo>
                  <a:cubicBezTo>
                    <a:pt x="18080" y="18776"/>
                    <a:pt x="16212" y="19110"/>
                    <a:pt x="15412" y="21311"/>
                  </a:cubicBezTo>
                  <a:cubicBezTo>
                    <a:pt x="14644" y="23546"/>
                    <a:pt x="14644" y="26215"/>
                    <a:pt x="12910" y="26215"/>
                  </a:cubicBezTo>
                  <a:cubicBezTo>
                    <a:pt x="11209" y="26215"/>
                    <a:pt x="10008" y="23480"/>
                    <a:pt x="10942" y="20978"/>
                  </a:cubicBezTo>
                  <a:cubicBezTo>
                    <a:pt x="11876" y="18443"/>
                    <a:pt x="13510" y="16441"/>
                    <a:pt x="10875" y="14907"/>
                  </a:cubicBezTo>
                  <a:cubicBezTo>
                    <a:pt x="10533" y="14710"/>
                    <a:pt x="10227" y="14622"/>
                    <a:pt x="9955" y="14622"/>
                  </a:cubicBezTo>
                  <a:cubicBezTo>
                    <a:pt x="8102" y="14622"/>
                    <a:pt x="7826" y="18738"/>
                    <a:pt x="8640" y="20978"/>
                  </a:cubicBezTo>
                  <a:cubicBezTo>
                    <a:pt x="9574" y="23546"/>
                    <a:pt x="9507" y="26715"/>
                    <a:pt x="7773" y="28083"/>
                  </a:cubicBezTo>
                  <a:cubicBezTo>
                    <a:pt x="7472" y="28324"/>
                    <a:pt x="7203" y="28433"/>
                    <a:pt x="6970" y="28433"/>
                  </a:cubicBezTo>
                  <a:cubicBezTo>
                    <a:pt x="5883" y="28433"/>
                    <a:pt x="5583" y="26077"/>
                    <a:pt x="6572" y="23880"/>
                  </a:cubicBezTo>
                  <a:cubicBezTo>
                    <a:pt x="7385" y="22044"/>
                    <a:pt x="6612" y="20613"/>
                    <a:pt x="5109" y="20613"/>
                  </a:cubicBezTo>
                  <a:cubicBezTo>
                    <a:pt x="4455" y="20613"/>
                    <a:pt x="3663" y="20884"/>
                    <a:pt x="2803" y="21512"/>
                  </a:cubicBezTo>
                  <a:cubicBezTo>
                    <a:pt x="1" y="23546"/>
                    <a:pt x="3336" y="26548"/>
                    <a:pt x="5738" y="29717"/>
                  </a:cubicBezTo>
                  <a:cubicBezTo>
                    <a:pt x="7479" y="32015"/>
                    <a:pt x="6696" y="34224"/>
                    <a:pt x="4571" y="34224"/>
                  </a:cubicBezTo>
                  <a:cubicBezTo>
                    <a:pt x="3764" y="34224"/>
                    <a:pt x="2764" y="33906"/>
                    <a:pt x="1635" y="33153"/>
                  </a:cubicBezTo>
                  <a:lnTo>
                    <a:pt x="1635" y="33153"/>
                  </a:lnTo>
                  <a:cubicBezTo>
                    <a:pt x="1635" y="33153"/>
                    <a:pt x="2302" y="35388"/>
                    <a:pt x="2402" y="35488"/>
                  </a:cubicBezTo>
                  <a:cubicBezTo>
                    <a:pt x="2446" y="35532"/>
                    <a:pt x="13405" y="35889"/>
                    <a:pt x="20927" y="35889"/>
                  </a:cubicBezTo>
                  <a:cubicBezTo>
                    <a:pt x="24914" y="35889"/>
                    <a:pt x="27935" y="35789"/>
                    <a:pt x="27854" y="35488"/>
                  </a:cubicBezTo>
                  <a:cubicBezTo>
                    <a:pt x="27620" y="34588"/>
                    <a:pt x="30222" y="33053"/>
                    <a:pt x="34258" y="32986"/>
                  </a:cubicBezTo>
                  <a:cubicBezTo>
                    <a:pt x="38295" y="32886"/>
                    <a:pt x="38728" y="31685"/>
                    <a:pt x="38528" y="29717"/>
                  </a:cubicBezTo>
                  <a:cubicBezTo>
                    <a:pt x="38429" y="28553"/>
                    <a:pt x="37373" y="27925"/>
                    <a:pt x="36008" y="27925"/>
                  </a:cubicBezTo>
                  <a:cubicBezTo>
                    <a:pt x="35067" y="27925"/>
                    <a:pt x="33979" y="28224"/>
                    <a:pt x="32957" y="28850"/>
                  </a:cubicBezTo>
                  <a:cubicBezTo>
                    <a:pt x="32056" y="29411"/>
                    <a:pt x="31186" y="29664"/>
                    <a:pt x="30502" y="29664"/>
                  </a:cubicBezTo>
                  <a:cubicBezTo>
                    <a:pt x="29315" y="29664"/>
                    <a:pt x="28693" y="28899"/>
                    <a:pt x="29455" y="27649"/>
                  </a:cubicBezTo>
                  <a:cubicBezTo>
                    <a:pt x="30656" y="25681"/>
                    <a:pt x="34425" y="25848"/>
                    <a:pt x="37160" y="25081"/>
                  </a:cubicBezTo>
                  <a:cubicBezTo>
                    <a:pt x="39929" y="24280"/>
                    <a:pt x="42664" y="19777"/>
                    <a:pt x="40429" y="17108"/>
                  </a:cubicBezTo>
                  <a:cubicBezTo>
                    <a:pt x="39937" y="16513"/>
                    <a:pt x="39346" y="16260"/>
                    <a:pt x="38719" y="16260"/>
                  </a:cubicBezTo>
                  <a:cubicBezTo>
                    <a:pt x="36495" y="16260"/>
                    <a:pt x="33807" y="19441"/>
                    <a:pt x="33391" y="21912"/>
                  </a:cubicBezTo>
                  <a:cubicBezTo>
                    <a:pt x="33191" y="23179"/>
                    <a:pt x="32618" y="23710"/>
                    <a:pt x="31991" y="23710"/>
                  </a:cubicBezTo>
                  <a:cubicBezTo>
                    <a:pt x="31050" y="23710"/>
                    <a:pt x="29989" y="22513"/>
                    <a:pt x="29889" y="20811"/>
                  </a:cubicBezTo>
                  <a:cubicBezTo>
                    <a:pt x="29722" y="17976"/>
                    <a:pt x="32190" y="16208"/>
                    <a:pt x="31790" y="13606"/>
                  </a:cubicBezTo>
                  <a:cubicBezTo>
                    <a:pt x="31628" y="12647"/>
                    <a:pt x="31145" y="12199"/>
                    <a:pt x="30504" y="12199"/>
                  </a:cubicBezTo>
                  <a:cubicBezTo>
                    <a:pt x="29430" y="12199"/>
                    <a:pt x="27911" y="13459"/>
                    <a:pt x="26720" y="15674"/>
                  </a:cubicBezTo>
                  <a:cubicBezTo>
                    <a:pt x="24852" y="19210"/>
                    <a:pt x="28021" y="21512"/>
                    <a:pt x="27887" y="24447"/>
                  </a:cubicBezTo>
                  <a:cubicBezTo>
                    <a:pt x="27720" y="27349"/>
                    <a:pt x="24585" y="31018"/>
                    <a:pt x="21516" y="31018"/>
                  </a:cubicBezTo>
                  <a:cubicBezTo>
                    <a:pt x="18414" y="31018"/>
                    <a:pt x="16546" y="27783"/>
                    <a:pt x="17146" y="23913"/>
                  </a:cubicBezTo>
                  <a:cubicBezTo>
                    <a:pt x="17747" y="20077"/>
                    <a:pt x="21249" y="21545"/>
                    <a:pt x="23918" y="19310"/>
                  </a:cubicBezTo>
                  <a:cubicBezTo>
                    <a:pt x="25974" y="17540"/>
                    <a:pt x="25024" y="15972"/>
                    <a:pt x="23318" y="15972"/>
                  </a:cubicBezTo>
                  <a:cubicBezTo>
                    <a:pt x="22838" y="15972"/>
                    <a:pt x="22299" y="16096"/>
                    <a:pt x="21749" y="16375"/>
                  </a:cubicBezTo>
                  <a:cubicBezTo>
                    <a:pt x="20979" y="16770"/>
                    <a:pt x="20364" y="16951"/>
                    <a:pt x="19888" y="16951"/>
                  </a:cubicBezTo>
                  <a:cubicBezTo>
                    <a:pt x="18840" y="16951"/>
                    <a:pt x="18466" y="16073"/>
                    <a:pt x="18581" y="14673"/>
                  </a:cubicBezTo>
                  <a:cubicBezTo>
                    <a:pt x="18747" y="12605"/>
                    <a:pt x="22617" y="12105"/>
                    <a:pt x="23984" y="9770"/>
                  </a:cubicBezTo>
                  <a:cubicBezTo>
                    <a:pt x="25333" y="7501"/>
                    <a:pt x="26259" y="1894"/>
                    <a:pt x="22675" y="1894"/>
                  </a:cubicBezTo>
                  <a:cubicBezTo>
                    <a:pt x="22623" y="1894"/>
                    <a:pt x="22571" y="1895"/>
                    <a:pt x="22517" y="1897"/>
                  </a:cubicBezTo>
                  <a:cubicBezTo>
                    <a:pt x="18714" y="2098"/>
                    <a:pt x="20115" y="6100"/>
                    <a:pt x="20382" y="9103"/>
                  </a:cubicBezTo>
                  <a:cubicBezTo>
                    <a:pt x="20649" y="12105"/>
                    <a:pt x="18147" y="12338"/>
                    <a:pt x="16279" y="12605"/>
                  </a:cubicBezTo>
                  <a:cubicBezTo>
                    <a:pt x="16156" y="12622"/>
                    <a:pt x="16040" y="12631"/>
                    <a:pt x="15933" y="12631"/>
                  </a:cubicBezTo>
                  <a:cubicBezTo>
                    <a:pt x="14383" y="12631"/>
                    <a:pt x="14455" y="10841"/>
                    <a:pt x="15578" y="7535"/>
                  </a:cubicBezTo>
                  <a:cubicBezTo>
                    <a:pt x="16779" y="4032"/>
                    <a:pt x="17813" y="1631"/>
                    <a:pt x="15678" y="263"/>
                  </a:cubicBezTo>
                  <a:cubicBezTo>
                    <a:pt x="15402" y="86"/>
                    <a:pt x="15119" y="1"/>
                    <a:pt x="14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"/>
            <p:cNvSpPr/>
            <p:nvPr/>
          </p:nvSpPr>
          <p:spPr>
            <a:xfrm>
              <a:off x="3826225" y="4618750"/>
              <a:ext cx="967400" cy="524200"/>
            </a:xfrm>
            <a:custGeom>
              <a:rect b="b" l="l" r="r" t="t"/>
              <a:pathLst>
                <a:path extrusionOk="0" h="20968" w="38696">
                  <a:moveTo>
                    <a:pt x="9208" y="0"/>
                  </a:moveTo>
                  <a:lnTo>
                    <a:pt x="9208" y="0"/>
                  </a:lnTo>
                  <a:cubicBezTo>
                    <a:pt x="8040" y="968"/>
                    <a:pt x="7973" y="4203"/>
                    <a:pt x="8640" y="6105"/>
                  </a:cubicBezTo>
                  <a:cubicBezTo>
                    <a:pt x="9608" y="8673"/>
                    <a:pt x="9508" y="11842"/>
                    <a:pt x="7807" y="13210"/>
                  </a:cubicBezTo>
                  <a:cubicBezTo>
                    <a:pt x="7500" y="13451"/>
                    <a:pt x="7227" y="13560"/>
                    <a:pt x="6992" y="13560"/>
                  </a:cubicBezTo>
                  <a:cubicBezTo>
                    <a:pt x="5894" y="13560"/>
                    <a:pt x="5611" y="11204"/>
                    <a:pt x="6572" y="9007"/>
                  </a:cubicBezTo>
                  <a:cubicBezTo>
                    <a:pt x="7410" y="7146"/>
                    <a:pt x="6625" y="5707"/>
                    <a:pt x="5124" y="5707"/>
                  </a:cubicBezTo>
                  <a:cubicBezTo>
                    <a:pt x="4472" y="5707"/>
                    <a:pt x="3685" y="5979"/>
                    <a:pt x="2836" y="6605"/>
                  </a:cubicBezTo>
                  <a:cubicBezTo>
                    <a:pt x="1" y="8673"/>
                    <a:pt x="3337" y="11675"/>
                    <a:pt x="5738" y="14811"/>
                  </a:cubicBezTo>
                  <a:cubicBezTo>
                    <a:pt x="7478" y="17107"/>
                    <a:pt x="6697" y="19332"/>
                    <a:pt x="4575" y="19332"/>
                  </a:cubicBezTo>
                  <a:cubicBezTo>
                    <a:pt x="3768" y="19332"/>
                    <a:pt x="2766" y="19010"/>
                    <a:pt x="1635" y="18247"/>
                  </a:cubicBezTo>
                  <a:lnTo>
                    <a:pt x="1635" y="18247"/>
                  </a:lnTo>
                  <a:cubicBezTo>
                    <a:pt x="1636" y="18247"/>
                    <a:pt x="2336" y="20482"/>
                    <a:pt x="2403" y="20582"/>
                  </a:cubicBezTo>
                  <a:cubicBezTo>
                    <a:pt x="2468" y="20625"/>
                    <a:pt x="13417" y="20968"/>
                    <a:pt x="20941" y="20968"/>
                  </a:cubicBezTo>
                  <a:cubicBezTo>
                    <a:pt x="24938" y="20968"/>
                    <a:pt x="27969" y="20871"/>
                    <a:pt x="27888" y="20582"/>
                  </a:cubicBezTo>
                  <a:cubicBezTo>
                    <a:pt x="27654" y="19715"/>
                    <a:pt x="30189" y="18180"/>
                    <a:pt x="34259" y="18113"/>
                  </a:cubicBezTo>
                  <a:cubicBezTo>
                    <a:pt x="38262" y="18013"/>
                    <a:pt x="38695" y="16812"/>
                    <a:pt x="38528" y="14844"/>
                  </a:cubicBezTo>
                  <a:cubicBezTo>
                    <a:pt x="38462" y="14010"/>
                    <a:pt x="37828" y="13343"/>
                    <a:pt x="37027" y="13177"/>
                  </a:cubicBezTo>
                  <a:cubicBezTo>
                    <a:pt x="36360" y="14377"/>
                    <a:pt x="34926" y="15845"/>
                    <a:pt x="32024" y="16279"/>
                  </a:cubicBezTo>
                  <a:cubicBezTo>
                    <a:pt x="26887" y="17046"/>
                    <a:pt x="27487" y="15878"/>
                    <a:pt x="23384" y="18013"/>
                  </a:cubicBezTo>
                  <a:cubicBezTo>
                    <a:pt x="22132" y="18665"/>
                    <a:pt x="21227" y="18941"/>
                    <a:pt x="20522" y="18941"/>
                  </a:cubicBezTo>
                  <a:cubicBezTo>
                    <a:pt x="18917" y="18941"/>
                    <a:pt x="18344" y="17514"/>
                    <a:pt x="17046" y="15845"/>
                  </a:cubicBezTo>
                  <a:cubicBezTo>
                    <a:pt x="16670" y="15369"/>
                    <a:pt x="16324" y="15180"/>
                    <a:pt x="15989" y="15180"/>
                  </a:cubicBezTo>
                  <a:cubicBezTo>
                    <a:pt x="14696" y="15180"/>
                    <a:pt x="13557" y="18000"/>
                    <a:pt x="11363" y="18000"/>
                  </a:cubicBezTo>
                  <a:cubicBezTo>
                    <a:pt x="11258" y="18000"/>
                    <a:pt x="11151" y="17993"/>
                    <a:pt x="11042" y="17980"/>
                  </a:cubicBezTo>
                  <a:cubicBezTo>
                    <a:pt x="8040" y="17646"/>
                    <a:pt x="11042" y="15478"/>
                    <a:pt x="11042" y="13110"/>
                  </a:cubicBezTo>
                  <a:cubicBezTo>
                    <a:pt x="11042" y="10741"/>
                    <a:pt x="8640" y="6071"/>
                    <a:pt x="9174" y="5071"/>
                  </a:cubicBezTo>
                  <a:cubicBezTo>
                    <a:pt x="9474" y="4404"/>
                    <a:pt x="9941" y="1969"/>
                    <a:pt x="9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p1"/>
          <p:cNvGrpSpPr/>
          <p:nvPr/>
        </p:nvGrpSpPr>
        <p:grpSpPr>
          <a:xfrm>
            <a:off x="4424175" y="4550550"/>
            <a:ext cx="511225" cy="592950"/>
            <a:chOff x="4483725" y="3281075"/>
            <a:chExt cx="511225" cy="592950"/>
          </a:xfrm>
        </p:grpSpPr>
        <p:sp>
          <p:nvSpPr>
            <p:cNvPr id="693" name="Google Shape;693;p1"/>
            <p:cNvSpPr/>
            <p:nvPr/>
          </p:nvSpPr>
          <p:spPr>
            <a:xfrm>
              <a:off x="4483725" y="3362800"/>
              <a:ext cx="152650" cy="334425"/>
            </a:xfrm>
            <a:custGeom>
              <a:rect b="b" l="l" r="r" t="t"/>
              <a:pathLst>
                <a:path extrusionOk="0" h="13377" w="6106">
                  <a:moveTo>
                    <a:pt x="1435" y="0"/>
                  </a:moveTo>
                  <a:cubicBezTo>
                    <a:pt x="1435" y="1"/>
                    <a:pt x="1" y="6005"/>
                    <a:pt x="2336" y="8373"/>
                  </a:cubicBezTo>
                  <a:cubicBezTo>
                    <a:pt x="3703" y="9774"/>
                    <a:pt x="4738" y="11509"/>
                    <a:pt x="5271" y="13377"/>
                  </a:cubicBezTo>
                  <a:cubicBezTo>
                    <a:pt x="5271" y="13377"/>
                    <a:pt x="6105" y="8540"/>
                    <a:pt x="5471" y="6338"/>
                  </a:cubicBezTo>
                  <a:cubicBezTo>
                    <a:pt x="4871" y="4170"/>
                    <a:pt x="2536" y="3836"/>
                    <a:pt x="14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"/>
            <p:cNvSpPr/>
            <p:nvPr/>
          </p:nvSpPr>
          <p:spPr>
            <a:xfrm>
              <a:off x="4597150" y="3490375"/>
              <a:ext cx="371950" cy="345275"/>
            </a:xfrm>
            <a:custGeom>
              <a:rect b="b" l="l" r="r" t="t"/>
              <a:pathLst>
                <a:path extrusionOk="0" h="13811" w="14878">
                  <a:moveTo>
                    <a:pt x="14878" y="1"/>
                  </a:moveTo>
                  <a:lnTo>
                    <a:pt x="14878" y="1"/>
                  </a:lnTo>
                  <a:cubicBezTo>
                    <a:pt x="13176" y="1836"/>
                    <a:pt x="11042" y="3170"/>
                    <a:pt x="8640" y="3870"/>
                  </a:cubicBezTo>
                  <a:cubicBezTo>
                    <a:pt x="4837" y="4938"/>
                    <a:pt x="4037" y="5538"/>
                    <a:pt x="3036" y="7706"/>
                  </a:cubicBezTo>
                  <a:cubicBezTo>
                    <a:pt x="2069" y="9841"/>
                    <a:pt x="0" y="13811"/>
                    <a:pt x="0" y="13811"/>
                  </a:cubicBezTo>
                  <a:cubicBezTo>
                    <a:pt x="2969" y="10642"/>
                    <a:pt x="3036" y="8974"/>
                    <a:pt x="5738" y="8274"/>
                  </a:cubicBezTo>
                  <a:cubicBezTo>
                    <a:pt x="8473" y="7573"/>
                    <a:pt x="11775" y="6472"/>
                    <a:pt x="13210" y="4571"/>
                  </a:cubicBezTo>
                  <a:cubicBezTo>
                    <a:pt x="14611" y="2636"/>
                    <a:pt x="14878" y="1"/>
                    <a:pt x="148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"/>
            <p:cNvSpPr/>
            <p:nvPr/>
          </p:nvSpPr>
          <p:spPr>
            <a:xfrm>
              <a:off x="4663850" y="3281075"/>
              <a:ext cx="331100" cy="278550"/>
            </a:xfrm>
            <a:custGeom>
              <a:rect b="b" l="l" r="r" t="t"/>
              <a:pathLst>
                <a:path extrusionOk="0" h="11142" w="13244">
                  <a:moveTo>
                    <a:pt x="13244" y="0"/>
                  </a:moveTo>
                  <a:cubicBezTo>
                    <a:pt x="13243" y="1"/>
                    <a:pt x="10642" y="2669"/>
                    <a:pt x="7173" y="3570"/>
                  </a:cubicBezTo>
                  <a:cubicBezTo>
                    <a:pt x="3704" y="4504"/>
                    <a:pt x="1469" y="6538"/>
                    <a:pt x="735" y="8373"/>
                  </a:cubicBezTo>
                  <a:cubicBezTo>
                    <a:pt x="1" y="10241"/>
                    <a:pt x="268" y="11142"/>
                    <a:pt x="268" y="11142"/>
                  </a:cubicBezTo>
                  <a:cubicBezTo>
                    <a:pt x="2603" y="9007"/>
                    <a:pt x="4671" y="9507"/>
                    <a:pt x="8507" y="6672"/>
                  </a:cubicBezTo>
                  <a:cubicBezTo>
                    <a:pt x="10742" y="5004"/>
                    <a:pt x="12410" y="2669"/>
                    <a:pt x="13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"/>
            <p:cNvSpPr/>
            <p:nvPr/>
          </p:nvSpPr>
          <p:spPr>
            <a:xfrm>
              <a:off x="4576300" y="3281075"/>
              <a:ext cx="417825" cy="592950"/>
            </a:xfrm>
            <a:custGeom>
              <a:rect b="b" l="l" r="r" t="t"/>
              <a:pathLst>
                <a:path extrusionOk="0" fill="none" h="23718" w="16713">
                  <a:moveTo>
                    <a:pt x="0" y="23717"/>
                  </a:moveTo>
                  <a:cubicBezTo>
                    <a:pt x="2369" y="20482"/>
                    <a:pt x="601" y="17713"/>
                    <a:pt x="2269" y="14144"/>
                  </a:cubicBezTo>
                  <a:cubicBezTo>
                    <a:pt x="3937" y="10608"/>
                    <a:pt x="5671" y="6905"/>
                    <a:pt x="9474" y="5604"/>
                  </a:cubicBezTo>
                  <a:cubicBezTo>
                    <a:pt x="13243" y="4337"/>
                    <a:pt x="16712" y="0"/>
                    <a:pt x="1671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"/>
            <p:cNvSpPr/>
            <p:nvPr/>
          </p:nvSpPr>
          <p:spPr>
            <a:xfrm>
              <a:off x="4519600" y="3362800"/>
              <a:ext cx="95925" cy="334425"/>
            </a:xfrm>
            <a:custGeom>
              <a:rect b="b" l="l" r="r" t="t"/>
              <a:pathLst>
                <a:path extrusionOk="0" fill="none" h="13377" w="3837">
                  <a:moveTo>
                    <a:pt x="0" y="0"/>
                  </a:moveTo>
                  <a:cubicBezTo>
                    <a:pt x="400" y="5404"/>
                    <a:pt x="2535" y="5905"/>
                    <a:pt x="3102" y="8606"/>
                  </a:cubicBezTo>
                  <a:cubicBezTo>
                    <a:pt x="3469" y="10174"/>
                    <a:pt x="3703" y="11775"/>
                    <a:pt x="3836" y="1337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"/>
            <p:cNvSpPr/>
            <p:nvPr/>
          </p:nvSpPr>
          <p:spPr>
            <a:xfrm>
              <a:off x="4597150" y="3491225"/>
              <a:ext cx="371125" cy="345275"/>
            </a:xfrm>
            <a:custGeom>
              <a:rect b="b" l="l" r="r" t="t"/>
              <a:pathLst>
                <a:path extrusionOk="0" fill="none" h="13811" w="14845">
                  <a:moveTo>
                    <a:pt x="14844" y="0"/>
                  </a:moveTo>
                  <a:cubicBezTo>
                    <a:pt x="12343" y="3970"/>
                    <a:pt x="9207" y="4637"/>
                    <a:pt x="6505" y="6238"/>
                  </a:cubicBezTo>
                  <a:cubicBezTo>
                    <a:pt x="3836" y="7839"/>
                    <a:pt x="2202" y="10141"/>
                    <a:pt x="0" y="13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9" name="Google Shape;699;p1"/>
          <p:cNvGrpSpPr/>
          <p:nvPr/>
        </p:nvGrpSpPr>
        <p:grpSpPr>
          <a:xfrm rot="3402052">
            <a:off x="3319649" y="4326495"/>
            <a:ext cx="1077455" cy="512015"/>
            <a:chOff x="4925350" y="704275"/>
            <a:chExt cx="1077475" cy="512025"/>
          </a:xfrm>
        </p:grpSpPr>
        <p:sp>
          <p:nvSpPr>
            <p:cNvPr id="700" name="Google Shape;700;p1"/>
            <p:cNvSpPr/>
            <p:nvPr/>
          </p:nvSpPr>
          <p:spPr>
            <a:xfrm>
              <a:off x="4925350" y="743200"/>
              <a:ext cx="670500" cy="172925"/>
            </a:xfrm>
            <a:custGeom>
              <a:rect b="b" l="l" r="r" t="t"/>
              <a:pathLst>
                <a:path extrusionOk="0" h="6917" w="26820">
                  <a:moveTo>
                    <a:pt x="13408" y="0"/>
                  </a:moveTo>
                  <a:cubicBezTo>
                    <a:pt x="6185" y="0"/>
                    <a:pt x="1" y="4481"/>
                    <a:pt x="1" y="4481"/>
                  </a:cubicBezTo>
                  <a:cubicBezTo>
                    <a:pt x="904" y="4638"/>
                    <a:pt x="1765" y="4704"/>
                    <a:pt x="2589" y="4704"/>
                  </a:cubicBezTo>
                  <a:cubicBezTo>
                    <a:pt x="6608" y="4704"/>
                    <a:pt x="9749" y="3155"/>
                    <a:pt x="12638" y="3155"/>
                  </a:cubicBezTo>
                  <a:cubicBezTo>
                    <a:pt x="13686" y="3155"/>
                    <a:pt x="14701" y="3359"/>
                    <a:pt x="15712" y="3914"/>
                  </a:cubicBezTo>
                  <a:cubicBezTo>
                    <a:pt x="20082" y="6316"/>
                    <a:pt x="26820" y="6916"/>
                    <a:pt x="26820" y="6916"/>
                  </a:cubicBezTo>
                  <a:cubicBezTo>
                    <a:pt x="26820" y="6916"/>
                    <a:pt x="22383" y="579"/>
                    <a:pt x="14644" y="45"/>
                  </a:cubicBezTo>
                  <a:cubicBezTo>
                    <a:pt x="14229" y="14"/>
                    <a:pt x="13817" y="0"/>
                    <a:pt x="134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"/>
            <p:cNvSpPr/>
            <p:nvPr/>
          </p:nvSpPr>
          <p:spPr>
            <a:xfrm>
              <a:off x="5240575" y="942350"/>
              <a:ext cx="567925" cy="146325"/>
            </a:xfrm>
            <a:custGeom>
              <a:rect b="b" l="l" r="r" t="t"/>
              <a:pathLst>
                <a:path extrusionOk="0" h="5853" w="22717">
                  <a:moveTo>
                    <a:pt x="17929" y="1"/>
                  </a:moveTo>
                  <a:cubicBezTo>
                    <a:pt x="15911" y="1"/>
                    <a:pt x="13527" y="302"/>
                    <a:pt x="11342" y="1352"/>
                  </a:cubicBezTo>
                  <a:cubicBezTo>
                    <a:pt x="5588" y="4132"/>
                    <a:pt x="1548" y="4364"/>
                    <a:pt x="361" y="4364"/>
                  </a:cubicBezTo>
                  <a:cubicBezTo>
                    <a:pt x="124" y="4364"/>
                    <a:pt x="1" y="4354"/>
                    <a:pt x="1" y="4354"/>
                  </a:cubicBezTo>
                  <a:lnTo>
                    <a:pt x="1" y="4354"/>
                  </a:lnTo>
                  <a:cubicBezTo>
                    <a:pt x="2237" y="5423"/>
                    <a:pt x="4500" y="5852"/>
                    <a:pt x="6647" y="5852"/>
                  </a:cubicBezTo>
                  <a:cubicBezTo>
                    <a:pt x="10265" y="5852"/>
                    <a:pt x="13551" y="4631"/>
                    <a:pt x="15812" y="3187"/>
                  </a:cubicBezTo>
                  <a:cubicBezTo>
                    <a:pt x="17880" y="1786"/>
                    <a:pt x="20248" y="918"/>
                    <a:pt x="22717" y="552"/>
                  </a:cubicBezTo>
                  <a:cubicBezTo>
                    <a:pt x="22717" y="552"/>
                    <a:pt x="20657" y="1"/>
                    <a:pt x="179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"/>
            <p:cNvSpPr/>
            <p:nvPr/>
          </p:nvSpPr>
          <p:spPr>
            <a:xfrm>
              <a:off x="5482425" y="1051825"/>
              <a:ext cx="492875" cy="164475"/>
            </a:xfrm>
            <a:custGeom>
              <a:rect b="b" l="l" r="r" t="t"/>
              <a:pathLst>
                <a:path extrusionOk="0" h="6579" w="19715">
                  <a:moveTo>
                    <a:pt x="14944" y="0"/>
                  </a:moveTo>
                  <a:cubicBezTo>
                    <a:pt x="12982" y="0"/>
                    <a:pt x="10528" y="740"/>
                    <a:pt x="8540" y="2344"/>
                  </a:cubicBezTo>
                  <a:cubicBezTo>
                    <a:pt x="5471" y="4845"/>
                    <a:pt x="0" y="4879"/>
                    <a:pt x="0" y="4879"/>
                  </a:cubicBezTo>
                  <a:cubicBezTo>
                    <a:pt x="0" y="4879"/>
                    <a:pt x="2899" y="6579"/>
                    <a:pt x="6353" y="6579"/>
                  </a:cubicBezTo>
                  <a:cubicBezTo>
                    <a:pt x="7172" y="6579"/>
                    <a:pt x="8023" y="6483"/>
                    <a:pt x="8873" y="6246"/>
                  </a:cubicBezTo>
                  <a:cubicBezTo>
                    <a:pt x="12727" y="5166"/>
                    <a:pt x="14306" y="2323"/>
                    <a:pt x="17994" y="2323"/>
                  </a:cubicBezTo>
                  <a:cubicBezTo>
                    <a:pt x="18521" y="2323"/>
                    <a:pt x="19090" y="2381"/>
                    <a:pt x="19714" y="2510"/>
                  </a:cubicBezTo>
                  <a:cubicBezTo>
                    <a:pt x="19714" y="2510"/>
                    <a:pt x="19314" y="1877"/>
                    <a:pt x="17613" y="676"/>
                  </a:cubicBezTo>
                  <a:cubicBezTo>
                    <a:pt x="16990" y="233"/>
                    <a:pt x="16044" y="0"/>
                    <a:pt x="149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"/>
            <p:cNvSpPr/>
            <p:nvPr/>
          </p:nvSpPr>
          <p:spPr>
            <a:xfrm>
              <a:off x="5657550" y="704275"/>
              <a:ext cx="271875" cy="318600"/>
            </a:xfrm>
            <a:custGeom>
              <a:rect b="b" l="l" r="r" t="t"/>
              <a:pathLst>
                <a:path extrusionOk="0" h="12744" w="10875">
                  <a:moveTo>
                    <a:pt x="0" y="1"/>
                  </a:moveTo>
                  <a:cubicBezTo>
                    <a:pt x="0" y="1"/>
                    <a:pt x="3503" y="1702"/>
                    <a:pt x="5104" y="4437"/>
                  </a:cubicBezTo>
                  <a:cubicBezTo>
                    <a:pt x="6705" y="7139"/>
                    <a:pt x="9941" y="12743"/>
                    <a:pt x="9941" y="12743"/>
                  </a:cubicBezTo>
                  <a:cubicBezTo>
                    <a:pt x="8273" y="8540"/>
                    <a:pt x="10875" y="7439"/>
                    <a:pt x="8840" y="3937"/>
                  </a:cubicBezTo>
                  <a:cubicBezTo>
                    <a:pt x="6805" y="43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"/>
            <p:cNvSpPr/>
            <p:nvPr/>
          </p:nvSpPr>
          <p:spPr>
            <a:xfrm>
              <a:off x="4925350" y="750975"/>
              <a:ext cx="1077475" cy="422825"/>
            </a:xfrm>
            <a:custGeom>
              <a:rect b="b" l="l" r="r" t="t"/>
              <a:pathLst>
                <a:path extrusionOk="0" fill="none" h="16913" w="43099">
                  <a:moveTo>
                    <a:pt x="43098" y="16913"/>
                  </a:moveTo>
                  <a:cubicBezTo>
                    <a:pt x="40963" y="11642"/>
                    <a:pt x="37027" y="7406"/>
                    <a:pt x="30356" y="7106"/>
                  </a:cubicBezTo>
                  <a:cubicBezTo>
                    <a:pt x="23718" y="6839"/>
                    <a:pt x="20549" y="3170"/>
                    <a:pt x="15145" y="1602"/>
                  </a:cubicBezTo>
                  <a:cubicBezTo>
                    <a:pt x="9741" y="1"/>
                    <a:pt x="1" y="4170"/>
                    <a:pt x="1" y="417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"/>
            <p:cNvSpPr/>
            <p:nvPr/>
          </p:nvSpPr>
          <p:spPr>
            <a:xfrm>
              <a:off x="5240575" y="954450"/>
              <a:ext cx="567925" cy="117625"/>
            </a:xfrm>
            <a:custGeom>
              <a:rect b="b" l="l" r="r" t="t"/>
              <a:pathLst>
                <a:path extrusionOk="0" fill="none" h="4705" w="22717">
                  <a:moveTo>
                    <a:pt x="1" y="3870"/>
                  </a:moveTo>
                  <a:cubicBezTo>
                    <a:pt x="8774" y="4704"/>
                    <a:pt x="12343" y="2803"/>
                    <a:pt x="14978" y="1402"/>
                  </a:cubicBezTo>
                  <a:cubicBezTo>
                    <a:pt x="17613" y="1"/>
                    <a:pt x="22717" y="68"/>
                    <a:pt x="22717" y="6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"/>
            <p:cNvSpPr/>
            <p:nvPr/>
          </p:nvSpPr>
          <p:spPr>
            <a:xfrm>
              <a:off x="5656700" y="704275"/>
              <a:ext cx="249375" cy="319425"/>
            </a:xfrm>
            <a:custGeom>
              <a:rect b="b" l="l" r="r" t="t"/>
              <a:pathLst>
                <a:path extrusionOk="0" fill="none" h="12777" w="9975">
                  <a:moveTo>
                    <a:pt x="1" y="1"/>
                  </a:moveTo>
                  <a:cubicBezTo>
                    <a:pt x="4037" y="768"/>
                    <a:pt x="7573" y="3470"/>
                    <a:pt x="8107" y="5972"/>
                  </a:cubicBezTo>
                  <a:cubicBezTo>
                    <a:pt x="8607" y="8240"/>
                    <a:pt x="9241" y="10542"/>
                    <a:pt x="9975" y="1277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"/>
            <p:cNvSpPr/>
            <p:nvPr/>
          </p:nvSpPr>
          <p:spPr>
            <a:xfrm>
              <a:off x="5481575" y="1069550"/>
              <a:ext cx="492875" cy="134275"/>
            </a:xfrm>
            <a:custGeom>
              <a:rect b="b" l="l" r="r" t="t"/>
              <a:pathLst>
                <a:path extrusionOk="0" fill="none" h="5371" w="19715">
                  <a:moveTo>
                    <a:pt x="1" y="4170"/>
                  </a:moveTo>
                  <a:cubicBezTo>
                    <a:pt x="5138" y="5371"/>
                    <a:pt x="8974" y="3636"/>
                    <a:pt x="12143" y="1801"/>
                  </a:cubicBezTo>
                  <a:cubicBezTo>
                    <a:pt x="15312" y="0"/>
                    <a:pt x="19715" y="1801"/>
                    <a:pt x="19715" y="180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8" name="Google Shape;708;p1"/>
          <p:cNvSpPr/>
          <p:nvPr/>
        </p:nvSpPr>
        <p:spPr>
          <a:xfrm>
            <a:off x="1263150" y="3466075"/>
            <a:ext cx="189500" cy="203375"/>
          </a:xfrm>
          <a:custGeom>
            <a:rect b="b" l="l" r="r" t="t"/>
            <a:pathLst>
              <a:path extrusionOk="0" h="8135" w="7580">
                <a:moveTo>
                  <a:pt x="4307" y="1"/>
                </a:moveTo>
                <a:cubicBezTo>
                  <a:pt x="3145" y="1"/>
                  <a:pt x="1903" y="214"/>
                  <a:pt x="1235" y="724"/>
                </a:cubicBezTo>
                <a:cubicBezTo>
                  <a:pt x="1" y="1691"/>
                  <a:pt x="201" y="6661"/>
                  <a:pt x="1869" y="7262"/>
                </a:cubicBezTo>
                <a:cubicBezTo>
                  <a:pt x="3134" y="7717"/>
                  <a:pt x="4841" y="8134"/>
                  <a:pt x="5621" y="8134"/>
                </a:cubicBezTo>
                <a:cubicBezTo>
                  <a:pt x="5868" y="8134"/>
                  <a:pt x="6022" y="8092"/>
                  <a:pt x="6039" y="7996"/>
                </a:cubicBezTo>
                <a:cubicBezTo>
                  <a:pt x="6139" y="7595"/>
                  <a:pt x="3370" y="6028"/>
                  <a:pt x="3370" y="6028"/>
                </a:cubicBezTo>
                <a:lnTo>
                  <a:pt x="3537" y="1558"/>
                </a:lnTo>
                <a:cubicBezTo>
                  <a:pt x="3945" y="1618"/>
                  <a:pt x="4333" y="1645"/>
                  <a:pt x="4692" y="1645"/>
                </a:cubicBezTo>
                <a:cubicBezTo>
                  <a:pt x="6505" y="1645"/>
                  <a:pt x="7580" y="958"/>
                  <a:pt x="6772" y="457"/>
                </a:cubicBezTo>
                <a:cubicBezTo>
                  <a:pt x="6330" y="173"/>
                  <a:pt x="5351" y="1"/>
                  <a:pt x="430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"/>
          <p:cNvSpPr/>
          <p:nvPr/>
        </p:nvSpPr>
        <p:spPr>
          <a:xfrm>
            <a:off x="1479975" y="3526475"/>
            <a:ext cx="106775" cy="64450"/>
          </a:xfrm>
          <a:custGeom>
            <a:rect b="b" l="l" r="r" t="t"/>
            <a:pathLst>
              <a:path extrusionOk="0" h="2578" w="4271">
                <a:moveTo>
                  <a:pt x="3786" y="1"/>
                </a:moveTo>
                <a:cubicBezTo>
                  <a:pt x="2892" y="1"/>
                  <a:pt x="228" y="818"/>
                  <a:pt x="1" y="2577"/>
                </a:cubicBezTo>
                <a:cubicBezTo>
                  <a:pt x="1" y="2577"/>
                  <a:pt x="4270" y="376"/>
                  <a:pt x="4070" y="76"/>
                </a:cubicBezTo>
                <a:cubicBezTo>
                  <a:pt x="4045" y="26"/>
                  <a:pt x="3943" y="1"/>
                  <a:pt x="378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"/>
          <p:cNvSpPr/>
          <p:nvPr/>
        </p:nvSpPr>
        <p:spPr>
          <a:xfrm>
            <a:off x="1474375" y="3590900"/>
            <a:ext cx="124875" cy="55525"/>
          </a:xfrm>
          <a:custGeom>
            <a:rect b="b" l="l" r="r" t="t"/>
            <a:pathLst>
              <a:path extrusionOk="0" h="2221" w="4995">
                <a:moveTo>
                  <a:pt x="225" y="0"/>
                </a:moveTo>
                <a:lnTo>
                  <a:pt x="225" y="0"/>
                </a:lnTo>
                <a:cubicBezTo>
                  <a:pt x="0" y="366"/>
                  <a:pt x="1880" y="2220"/>
                  <a:pt x="3495" y="2220"/>
                </a:cubicBezTo>
                <a:cubicBezTo>
                  <a:pt x="3798" y="2220"/>
                  <a:pt x="4092" y="2155"/>
                  <a:pt x="4361" y="2002"/>
                </a:cubicBezTo>
                <a:cubicBezTo>
                  <a:pt x="4995" y="1668"/>
                  <a:pt x="225" y="1"/>
                  <a:pt x="22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"/>
          <p:cNvSpPr/>
          <p:nvPr/>
        </p:nvSpPr>
        <p:spPr>
          <a:xfrm>
            <a:off x="1157250" y="3482950"/>
            <a:ext cx="334850" cy="165025"/>
          </a:xfrm>
          <a:custGeom>
            <a:rect b="b" l="l" r="r" t="t"/>
            <a:pathLst>
              <a:path extrusionOk="0" h="6601" w="13394">
                <a:moveTo>
                  <a:pt x="5827" y="0"/>
                </a:moveTo>
                <a:cubicBezTo>
                  <a:pt x="5708" y="0"/>
                  <a:pt x="5589" y="5"/>
                  <a:pt x="5471" y="15"/>
                </a:cubicBezTo>
                <a:cubicBezTo>
                  <a:pt x="2002" y="316"/>
                  <a:pt x="1" y="4585"/>
                  <a:pt x="167" y="5286"/>
                </a:cubicBezTo>
                <a:cubicBezTo>
                  <a:pt x="262" y="5682"/>
                  <a:pt x="2308" y="6601"/>
                  <a:pt x="5208" y="6601"/>
                </a:cubicBezTo>
                <a:cubicBezTo>
                  <a:pt x="7437" y="6601"/>
                  <a:pt x="10170" y="6058"/>
                  <a:pt x="12910" y="4318"/>
                </a:cubicBezTo>
                <a:cubicBezTo>
                  <a:pt x="13393" y="3996"/>
                  <a:pt x="9238" y="0"/>
                  <a:pt x="58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"/>
          <p:cNvSpPr/>
          <p:nvPr/>
        </p:nvSpPr>
        <p:spPr>
          <a:xfrm>
            <a:off x="1293175" y="3555875"/>
            <a:ext cx="20875" cy="92600"/>
          </a:xfrm>
          <a:custGeom>
            <a:rect b="b" l="l" r="r" t="t"/>
            <a:pathLst>
              <a:path extrusionOk="0" fill="none" h="3704" w="835">
                <a:moveTo>
                  <a:pt x="1" y="0"/>
                </a:moveTo>
                <a:cubicBezTo>
                  <a:pt x="835" y="1535"/>
                  <a:pt x="468" y="3169"/>
                  <a:pt x="34" y="3703"/>
                </a:cubicBez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"/>
          <p:cNvSpPr/>
          <p:nvPr/>
        </p:nvSpPr>
        <p:spPr>
          <a:xfrm>
            <a:off x="1209800" y="3555150"/>
            <a:ext cx="28375" cy="25675"/>
          </a:xfrm>
          <a:custGeom>
            <a:rect b="b" l="l" r="r" t="t"/>
            <a:pathLst>
              <a:path extrusionOk="0" h="1027" w="1135">
                <a:moveTo>
                  <a:pt x="563" y="0"/>
                </a:moveTo>
                <a:cubicBezTo>
                  <a:pt x="508" y="0"/>
                  <a:pt x="454" y="9"/>
                  <a:pt x="400" y="29"/>
                </a:cubicBezTo>
                <a:cubicBezTo>
                  <a:pt x="133" y="130"/>
                  <a:pt x="0" y="396"/>
                  <a:pt x="100" y="663"/>
                </a:cubicBezTo>
                <a:cubicBezTo>
                  <a:pt x="153" y="877"/>
                  <a:pt x="356" y="1026"/>
                  <a:pt x="572" y="1026"/>
                </a:cubicBezTo>
                <a:cubicBezTo>
                  <a:pt x="626" y="1026"/>
                  <a:pt x="681" y="1017"/>
                  <a:pt x="734" y="997"/>
                </a:cubicBezTo>
                <a:cubicBezTo>
                  <a:pt x="1001" y="897"/>
                  <a:pt x="1134" y="630"/>
                  <a:pt x="1067" y="363"/>
                </a:cubicBezTo>
                <a:cubicBezTo>
                  <a:pt x="987" y="150"/>
                  <a:pt x="779" y="0"/>
                  <a:pt x="56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"/>
          <p:cNvSpPr/>
          <p:nvPr/>
        </p:nvSpPr>
        <p:spPr>
          <a:xfrm>
            <a:off x="1216450" y="3563050"/>
            <a:ext cx="7550" cy="7025"/>
          </a:xfrm>
          <a:custGeom>
            <a:rect b="b" l="l" r="r" t="t"/>
            <a:pathLst>
              <a:path extrusionOk="0" h="281" w="302">
                <a:moveTo>
                  <a:pt x="159" y="1"/>
                </a:moveTo>
                <a:cubicBezTo>
                  <a:pt x="139" y="1"/>
                  <a:pt x="119" y="5"/>
                  <a:pt x="101" y="14"/>
                </a:cubicBezTo>
                <a:cubicBezTo>
                  <a:pt x="34" y="14"/>
                  <a:pt x="1" y="114"/>
                  <a:pt x="34" y="180"/>
                </a:cubicBezTo>
                <a:cubicBezTo>
                  <a:pt x="34" y="247"/>
                  <a:pt x="134" y="281"/>
                  <a:pt x="201" y="281"/>
                </a:cubicBezTo>
                <a:cubicBezTo>
                  <a:pt x="268" y="247"/>
                  <a:pt x="301" y="147"/>
                  <a:pt x="268" y="80"/>
                </a:cubicBezTo>
                <a:cubicBezTo>
                  <a:pt x="268" y="32"/>
                  <a:pt x="214" y="1"/>
                  <a:pt x="15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"/>
          <p:cNvSpPr/>
          <p:nvPr/>
        </p:nvSpPr>
        <p:spPr>
          <a:xfrm flipH="1">
            <a:off x="2992900" y="4709238"/>
            <a:ext cx="268550" cy="261600"/>
          </a:xfrm>
          <a:custGeom>
            <a:rect b="b" l="l" r="r" t="t"/>
            <a:pathLst>
              <a:path extrusionOk="0" h="10464" w="10742">
                <a:moveTo>
                  <a:pt x="8264" y="1"/>
                </a:moveTo>
                <a:cubicBezTo>
                  <a:pt x="7319" y="1"/>
                  <a:pt x="3441" y="26"/>
                  <a:pt x="1836" y="435"/>
                </a:cubicBezTo>
                <a:cubicBezTo>
                  <a:pt x="1" y="902"/>
                  <a:pt x="1469" y="1802"/>
                  <a:pt x="6772" y="2570"/>
                </a:cubicBezTo>
                <a:lnTo>
                  <a:pt x="7840" y="5405"/>
                </a:lnTo>
                <a:cubicBezTo>
                  <a:pt x="7840" y="5405"/>
                  <a:pt x="4871" y="10108"/>
                  <a:pt x="5905" y="10442"/>
                </a:cubicBezTo>
                <a:cubicBezTo>
                  <a:pt x="5947" y="10457"/>
                  <a:pt x="5993" y="10464"/>
                  <a:pt x="6043" y="10464"/>
                </a:cubicBezTo>
                <a:cubicBezTo>
                  <a:pt x="7239" y="10464"/>
                  <a:pt x="10742" y="6439"/>
                  <a:pt x="10742" y="6439"/>
                </a:cubicBezTo>
                <a:lnTo>
                  <a:pt x="8474" y="1"/>
                </a:lnTo>
                <a:cubicBezTo>
                  <a:pt x="8474" y="1"/>
                  <a:pt x="8399" y="1"/>
                  <a:pt x="826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"/>
          <p:cNvSpPr/>
          <p:nvPr/>
        </p:nvSpPr>
        <p:spPr>
          <a:xfrm flipH="1">
            <a:off x="3220550" y="4854438"/>
            <a:ext cx="98675" cy="53325"/>
          </a:xfrm>
          <a:custGeom>
            <a:rect b="b" l="l" r="r" t="t"/>
            <a:pathLst>
              <a:path extrusionOk="0" h="2133" w="3947">
                <a:moveTo>
                  <a:pt x="682" y="1"/>
                </a:moveTo>
                <a:cubicBezTo>
                  <a:pt x="273" y="1"/>
                  <a:pt x="0" y="92"/>
                  <a:pt x="10" y="231"/>
                </a:cubicBezTo>
                <a:cubicBezTo>
                  <a:pt x="77" y="731"/>
                  <a:pt x="3946" y="2132"/>
                  <a:pt x="3946" y="2132"/>
                </a:cubicBezTo>
                <a:cubicBezTo>
                  <a:pt x="3384" y="514"/>
                  <a:pt x="1650" y="1"/>
                  <a:pt x="6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"/>
          <p:cNvSpPr/>
          <p:nvPr/>
        </p:nvSpPr>
        <p:spPr>
          <a:xfrm flipH="1">
            <a:off x="3213050" y="4907738"/>
            <a:ext cx="72575" cy="87050"/>
          </a:xfrm>
          <a:custGeom>
            <a:rect b="b" l="l" r="r" t="t"/>
            <a:pathLst>
              <a:path extrusionOk="0" h="3482" w="2903">
                <a:moveTo>
                  <a:pt x="2602" y="0"/>
                </a:moveTo>
                <a:cubicBezTo>
                  <a:pt x="2602" y="0"/>
                  <a:pt x="1" y="3102"/>
                  <a:pt x="267" y="3436"/>
                </a:cubicBezTo>
                <a:cubicBezTo>
                  <a:pt x="291" y="3466"/>
                  <a:pt x="337" y="3481"/>
                  <a:pt x="400" y="3481"/>
                </a:cubicBezTo>
                <a:cubicBezTo>
                  <a:pt x="963" y="3481"/>
                  <a:pt x="2902" y="2280"/>
                  <a:pt x="260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"/>
          <p:cNvSpPr/>
          <p:nvPr/>
        </p:nvSpPr>
        <p:spPr>
          <a:xfrm flipH="1">
            <a:off x="2835275" y="4699238"/>
            <a:ext cx="414500" cy="213650"/>
          </a:xfrm>
          <a:custGeom>
            <a:rect b="b" l="l" r="r" t="t"/>
            <a:pathLst>
              <a:path extrusionOk="0" h="8546" w="16580">
                <a:moveTo>
                  <a:pt x="10508" y="1"/>
                </a:moveTo>
                <a:cubicBezTo>
                  <a:pt x="5972" y="34"/>
                  <a:pt x="1" y="4304"/>
                  <a:pt x="1168" y="8340"/>
                </a:cubicBezTo>
                <a:cubicBezTo>
                  <a:pt x="2040" y="8477"/>
                  <a:pt x="2917" y="8545"/>
                  <a:pt x="3792" y="8545"/>
                </a:cubicBezTo>
                <a:cubicBezTo>
                  <a:pt x="5899" y="8545"/>
                  <a:pt x="7995" y="8151"/>
                  <a:pt x="9975" y="7373"/>
                </a:cubicBezTo>
                <a:cubicBezTo>
                  <a:pt x="14578" y="5505"/>
                  <a:pt x="16579" y="3036"/>
                  <a:pt x="16579" y="3036"/>
                </a:cubicBezTo>
                <a:cubicBezTo>
                  <a:pt x="16579" y="3036"/>
                  <a:pt x="15012" y="1"/>
                  <a:pt x="1050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"/>
          <p:cNvSpPr/>
          <p:nvPr/>
        </p:nvSpPr>
        <p:spPr>
          <a:xfrm flipH="1">
            <a:off x="2960375" y="4774313"/>
            <a:ext cx="78400" cy="90900"/>
          </a:xfrm>
          <a:custGeom>
            <a:rect b="b" l="l" r="r" t="t"/>
            <a:pathLst>
              <a:path extrusionOk="0" fill="none" h="3636" w="3136">
                <a:moveTo>
                  <a:pt x="3136" y="3636"/>
                </a:moveTo>
                <a:cubicBezTo>
                  <a:pt x="0" y="2569"/>
                  <a:pt x="134" y="0"/>
                  <a:pt x="134" y="0"/>
                </a:cubicBez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"/>
          <p:cNvSpPr/>
          <p:nvPr/>
        </p:nvSpPr>
        <p:spPr>
          <a:xfrm flipH="1">
            <a:off x="2952025" y="4764288"/>
            <a:ext cx="32550" cy="31725"/>
          </a:xfrm>
          <a:custGeom>
            <a:rect b="b" l="l" r="r" t="t"/>
            <a:pathLst>
              <a:path extrusionOk="0" h="1269" w="1302">
                <a:moveTo>
                  <a:pt x="601" y="1"/>
                </a:moveTo>
                <a:cubicBezTo>
                  <a:pt x="267" y="34"/>
                  <a:pt x="0" y="334"/>
                  <a:pt x="34" y="668"/>
                </a:cubicBezTo>
                <a:cubicBezTo>
                  <a:pt x="34" y="1001"/>
                  <a:pt x="334" y="1268"/>
                  <a:pt x="668" y="1268"/>
                </a:cubicBezTo>
                <a:cubicBezTo>
                  <a:pt x="1035" y="1235"/>
                  <a:pt x="1301" y="935"/>
                  <a:pt x="1268" y="601"/>
                </a:cubicBezTo>
                <a:cubicBezTo>
                  <a:pt x="1235" y="268"/>
                  <a:pt x="968" y="1"/>
                  <a:pt x="60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"/>
          <p:cNvSpPr/>
          <p:nvPr/>
        </p:nvSpPr>
        <p:spPr>
          <a:xfrm flipH="1">
            <a:off x="2967875" y="4772638"/>
            <a:ext cx="8350" cy="8350"/>
          </a:xfrm>
          <a:custGeom>
            <a:rect b="b" l="l" r="r" t="t"/>
            <a:pathLst>
              <a:path extrusionOk="0" h="334" w="334">
                <a:moveTo>
                  <a:pt x="133" y="0"/>
                </a:moveTo>
                <a:cubicBezTo>
                  <a:pt x="67" y="0"/>
                  <a:pt x="0" y="100"/>
                  <a:pt x="0" y="167"/>
                </a:cubicBezTo>
                <a:cubicBezTo>
                  <a:pt x="0" y="267"/>
                  <a:pt x="67" y="334"/>
                  <a:pt x="167" y="334"/>
                </a:cubicBezTo>
                <a:cubicBezTo>
                  <a:pt x="267" y="334"/>
                  <a:pt x="334" y="267"/>
                  <a:pt x="334" y="167"/>
                </a:cubicBezTo>
                <a:cubicBezTo>
                  <a:pt x="334" y="67"/>
                  <a:pt x="234" y="0"/>
                  <a:pt x="1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"/>
          <p:cNvSpPr/>
          <p:nvPr/>
        </p:nvSpPr>
        <p:spPr>
          <a:xfrm flipH="1" rot="1721072">
            <a:off x="6803801" y="4121086"/>
            <a:ext cx="189505" cy="203381"/>
          </a:xfrm>
          <a:custGeom>
            <a:rect b="b" l="l" r="r" t="t"/>
            <a:pathLst>
              <a:path extrusionOk="0" h="8135" w="7580">
                <a:moveTo>
                  <a:pt x="4307" y="1"/>
                </a:moveTo>
                <a:cubicBezTo>
                  <a:pt x="3145" y="1"/>
                  <a:pt x="1903" y="214"/>
                  <a:pt x="1235" y="724"/>
                </a:cubicBezTo>
                <a:cubicBezTo>
                  <a:pt x="1" y="1691"/>
                  <a:pt x="201" y="6661"/>
                  <a:pt x="1869" y="7262"/>
                </a:cubicBezTo>
                <a:cubicBezTo>
                  <a:pt x="3134" y="7717"/>
                  <a:pt x="4841" y="8134"/>
                  <a:pt x="5621" y="8134"/>
                </a:cubicBezTo>
                <a:cubicBezTo>
                  <a:pt x="5868" y="8134"/>
                  <a:pt x="6022" y="8092"/>
                  <a:pt x="6039" y="7996"/>
                </a:cubicBezTo>
                <a:cubicBezTo>
                  <a:pt x="6139" y="7595"/>
                  <a:pt x="3370" y="6028"/>
                  <a:pt x="3370" y="6028"/>
                </a:cubicBezTo>
                <a:lnTo>
                  <a:pt x="3537" y="1558"/>
                </a:lnTo>
                <a:cubicBezTo>
                  <a:pt x="3945" y="1618"/>
                  <a:pt x="4333" y="1645"/>
                  <a:pt x="4692" y="1645"/>
                </a:cubicBezTo>
                <a:cubicBezTo>
                  <a:pt x="6505" y="1645"/>
                  <a:pt x="7580" y="958"/>
                  <a:pt x="6772" y="457"/>
                </a:cubicBezTo>
                <a:cubicBezTo>
                  <a:pt x="6330" y="173"/>
                  <a:pt x="5351" y="1"/>
                  <a:pt x="430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"/>
          <p:cNvSpPr/>
          <p:nvPr/>
        </p:nvSpPr>
        <p:spPr>
          <a:xfrm flipH="1" rot="1721072">
            <a:off x="6695582" y="4098378"/>
            <a:ext cx="106778" cy="64452"/>
          </a:xfrm>
          <a:custGeom>
            <a:rect b="b" l="l" r="r" t="t"/>
            <a:pathLst>
              <a:path extrusionOk="0" h="2578" w="4271">
                <a:moveTo>
                  <a:pt x="3786" y="1"/>
                </a:moveTo>
                <a:cubicBezTo>
                  <a:pt x="2892" y="1"/>
                  <a:pt x="228" y="818"/>
                  <a:pt x="1" y="2577"/>
                </a:cubicBezTo>
                <a:cubicBezTo>
                  <a:pt x="1" y="2577"/>
                  <a:pt x="4270" y="376"/>
                  <a:pt x="4070" y="76"/>
                </a:cubicBezTo>
                <a:cubicBezTo>
                  <a:pt x="4045" y="26"/>
                  <a:pt x="3943" y="1"/>
                  <a:pt x="378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"/>
          <p:cNvSpPr/>
          <p:nvPr/>
        </p:nvSpPr>
        <p:spPr>
          <a:xfrm flipH="1" rot="1721072">
            <a:off x="6654723" y="4153790"/>
            <a:ext cx="124878" cy="55527"/>
          </a:xfrm>
          <a:custGeom>
            <a:rect b="b" l="l" r="r" t="t"/>
            <a:pathLst>
              <a:path extrusionOk="0" h="2221" w="4995">
                <a:moveTo>
                  <a:pt x="225" y="0"/>
                </a:moveTo>
                <a:lnTo>
                  <a:pt x="225" y="0"/>
                </a:lnTo>
                <a:cubicBezTo>
                  <a:pt x="0" y="366"/>
                  <a:pt x="1880" y="2220"/>
                  <a:pt x="3495" y="2220"/>
                </a:cubicBezTo>
                <a:cubicBezTo>
                  <a:pt x="3798" y="2220"/>
                  <a:pt x="4092" y="2155"/>
                  <a:pt x="4361" y="2002"/>
                </a:cubicBezTo>
                <a:cubicBezTo>
                  <a:pt x="4995" y="1668"/>
                  <a:pt x="225" y="1"/>
                  <a:pt x="22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"/>
          <p:cNvSpPr/>
          <p:nvPr/>
        </p:nvSpPr>
        <p:spPr>
          <a:xfrm flipH="1" rot="1721072">
            <a:off x="6761377" y="4154192"/>
            <a:ext cx="334859" cy="165030"/>
          </a:xfrm>
          <a:custGeom>
            <a:rect b="b" l="l" r="r" t="t"/>
            <a:pathLst>
              <a:path extrusionOk="0" h="6601" w="13394">
                <a:moveTo>
                  <a:pt x="5827" y="0"/>
                </a:moveTo>
                <a:cubicBezTo>
                  <a:pt x="5708" y="0"/>
                  <a:pt x="5589" y="5"/>
                  <a:pt x="5471" y="15"/>
                </a:cubicBezTo>
                <a:cubicBezTo>
                  <a:pt x="2002" y="316"/>
                  <a:pt x="1" y="4585"/>
                  <a:pt x="167" y="5286"/>
                </a:cubicBezTo>
                <a:cubicBezTo>
                  <a:pt x="262" y="5682"/>
                  <a:pt x="2308" y="6601"/>
                  <a:pt x="5208" y="6601"/>
                </a:cubicBezTo>
                <a:cubicBezTo>
                  <a:pt x="7437" y="6601"/>
                  <a:pt x="10170" y="6058"/>
                  <a:pt x="12910" y="4318"/>
                </a:cubicBezTo>
                <a:cubicBezTo>
                  <a:pt x="13393" y="3996"/>
                  <a:pt x="9238" y="0"/>
                  <a:pt x="58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"/>
          <p:cNvSpPr/>
          <p:nvPr/>
        </p:nvSpPr>
        <p:spPr>
          <a:xfrm flipH="1" rot="1721072">
            <a:off x="6919225" y="4232723"/>
            <a:ext cx="20876" cy="92603"/>
          </a:xfrm>
          <a:custGeom>
            <a:rect b="b" l="l" r="r" t="t"/>
            <a:pathLst>
              <a:path extrusionOk="0" fill="none" h="3704" w="835">
                <a:moveTo>
                  <a:pt x="1" y="0"/>
                </a:moveTo>
                <a:cubicBezTo>
                  <a:pt x="835" y="1535"/>
                  <a:pt x="468" y="3169"/>
                  <a:pt x="34" y="3703"/>
                </a:cubicBez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"/>
          <p:cNvSpPr/>
          <p:nvPr/>
        </p:nvSpPr>
        <p:spPr>
          <a:xfrm flipH="1" rot="1721072">
            <a:off x="7001740" y="4274414"/>
            <a:ext cx="28376" cy="25676"/>
          </a:xfrm>
          <a:custGeom>
            <a:rect b="b" l="l" r="r" t="t"/>
            <a:pathLst>
              <a:path extrusionOk="0" h="1027" w="1135">
                <a:moveTo>
                  <a:pt x="563" y="0"/>
                </a:moveTo>
                <a:cubicBezTo>
                  <a:pt x="508" y="0"/>
                  <a:pt x="454" y="9"/>
                  <a:pt x="400" y="29"/>
                </a:cubicBezTo>
                <a:cubicBezTo>
                  <a:pt x="133" y="130"/>
                  <a:pt x="0" y="396"/>
                  <a:pt x="100" y="663"/>
                </a:cubicBezTo>
                <a:cubicBezTo>
                  <a:pt x="153" y="877"/>
                  <a:pt x="356" y="1026"/>
                  <a:pt x="572" y="1026"/>
                </a:cubicBezTo>
                <a:cubicBezTo>
                  <a:pt x="626" y="1026"/>
                  <a:pt x="681" y="1017"/>
                  <a:pt x="734" y="997"/>
                </a:cubicBezTo>
                <a:cubicBezTo>
                  <a:pt x="1001" y="897"/>
                  <a:pt x="1134" y="630"/>
                  <a:pt x="1067" y="363"/>
                </a:cubicBezTo>
                <a:cubicBezTo>
                  <a:pt x="987" y="150"/>
                  <a:pt x="779" y="0"/>
                  <a:pt x="56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"/>
          <p:cNvSpPr/>
          <p:nvPr/>
        </p:nvSpPr>
        <p:spPr>
          <a:xfrm flipH="1" rot="1721072">
            <a:off x="7016137" y="4284295"/>
            <a:ext cx="7550" cy="7025"/>
          </a:xfrm>
          <a:custGeom>
            <a:rect b="b" l="l" r="r" t="t"/>
            <a:pathLst>
              <a:path extrusionOk="0" h="281" w="302">
                <a:moveTo>
                  <a:pt x="159" y="1"/>
                </a:moveTo>
                <a:cubicBezTo>
                  <a:pt x="139" y="1"/>
                  <a:pt x="119" y="5"/>
                  <a:pt x="101" y="14"/>
                </a:cubicBezTo>
                <a:cubicBezTo>
                  <a:pt x="34" y="14"/>
                  <a:pt x="1" y="114"/>
                  <a:pt x="34" y="180"/>
                </a:cubicBezTo>
                <a:cubicBezTo>
                  <a:pt x="34" y="247"/>
                  <a:pt x="134" y="281"/>
                  <a:pt x="201" y="281"/>
                </a:cubicBezTo>
                <a:cubicBezTo>
                  <a:pt x="268" y="247"/>
                  <a:pt x="301" y="147"/>
                  <a:pt x="268" y="80"/>
                </a:cubicBezTo>
                <a:cubicBezTo>
                  <a:pt x="268" y="32"/>
                  <a:pt x="214" y="1"/>
                  <a:pt x="15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"/>
          <p:cNvSpPr/>
          <p:nvPr/>
        </p:nvSpPr>
        <p:spPr>
          <a:xfrm flipH="1">
            <a:off x="5352527" y="2564039"/>
            <a:ext cx="699111" cy="207298"/>
          </a:xfrm>
          <a:custGeom>
            <a:rect b="b" l="l" r="r" t="t"/>
            <a:pathLst>
              <a:path extrusionOk="0" h="7109" w="23975">
                <a:moveTo>
                  <a:pt x="16774" y="0"/>
                </a:moveTo>
                <a:cubicBezTo>
                  <a:pt x="15688" y="0"/>
                  <a:pt x="14543" y="629"/>
                  <a:pt x="13713" y="1930"/>
                </a:cubicBezTo>
                <a:cubicBezTo>
                  <a:pt x="12684" y="752"/>
                  <a:pt x="11258" y="96"/>
                  <a:pt x="9863" y="96"/>
                </a:cubicBezTo>
                <a:cubicBezTo>
                  <a:pt x="7944" y="96"/>
                  <a:pt x="6082" y="1336"/>
                  <a:pt x="5386" y="4167"/>
                </a:cubicBezTo>
                <a:cubicBezTo>
                  <a:pt x="4619" y="3792"/>
                  <a:pt x="3915" y="3600"/>
                  <a:pt x="3279" y="3600"/>
                </a:cubicBezTo>
                <a:cubicBezTo>
                  <a:pt x="1805" y="3600"/>
                  <a:pt x="695" y="4633"/>
                  <a:pt x="1" y="6818"/>
                </a:cubicBezTo>
                <a:lnTo>
                  <a:pt x="23615" y="7108"/>
                </a:lnTo>
                <a:cubicBezTo>
                  <a:pt x="23974" y="5290"/>
                  <a:pt x="22569" y="3646"/>
                  <a:pt x="20568" y="3646"/>
                </a:cubicBezTo>
                <a:cubicBezTo>
                  <a:pt x="20380" y="3646"/>
                  <a:pt x="20187" y="3660"/>
                  <a:pt x="19990" y="3690"/>
                </a:cubicBezTo>
                <a:cubicBezTo>
                  <a:pt x="19746" y="1271"/>
                  <a:pt x="18319" y="0"/>
                  <a:pt x="16774" y="0"/>
                </a:cubicBezTo>
                <a:close/>
              </a:path>
            </a:pathLst>
          </a:custGeom>
          <a:solidFill>
            <a:srgbClr val="EFEFEF">
              <a:alpha val="8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"/>
          <p:cNvSpPr/>
          <p:nvPr/>
        </p:nvSpPr>
        <p:spPr>
          <a:xfrm flipH="1">
            <a:off x="7804252" y="173139"/>
            <a:ext cx="699111" cy="207298"/>
          </a:xfrm>
          <a:custGeom>
            <a:rect b="b" l="l" r="r" t="t"/>
            <a:pathLst>
              <a:path extrusionOk="0" h="7109" w="23975">
                <a:moveTo>
                  <a:pt x="16774" y="0"/>
                </a:moveTo>
                <a:cubicBezTo>
                  <a:pt x="15688" y="0"/>
                  <a:pt x="14543" y="629"/>
                  <a:pt x="13713" y="1930"/>
                </a:cubicBezTo>
                <a:cubicBezTo>
                  <a:pt x="12684" y="752"/>
                  <a:pt x="11258" y="96"/>
                  <a:pt x="9863" y="96"/>
                </a:cubicBezTo>
                <a:cubicBezTo>
                  <a:pt x="7944" y="96"/>
                  <a:pt x="6082" y="1336"/>
                  <a:pt x="5386" y="4167"/>
                </a:cubicBezTo>
                <a:cubicBezTo>
                  <a:pt x="4619" y="3792"/>
                  <a:pt x="3915" y="3600"/>
                  <a:pt x="3279" y="3600"/>
                </a:cubicBezTo>
                <a:cubicBezTo>
                  <a:pt x="1805" y="3600"/>
                  <a:pt x="695" y="4633"/>
                  <a:pt x="1" y="6818"/>
                </a:cubicBezTo>
                <a:lnTo>
                  <a:pt x="23615" y="7108"/>
                </a:lnTo>
                <a:cubicBezTo>
                  <a:pt x="23974" y="5290"/>
                  <a:pt x="22569" y="3646"/>
                  <a:pt x="20568" y="3646"/>
                </a:cubicBezTo>
                <a:cubicBezTo>
                  <a:pt x="20380" y="3646"/>
                  <a:pt x="20187" y="3660"/>
                  <a:pt x="19990" y="3690"/>
                </a:cubicBezTo>
                <a:cubicBezTo>
                  <a:pt x="19746" y="1271"/>
                  <a:pt x="18319" y="0"/>
                  <a:pt x="16774" y="0"/>
                </a:cubicBezTo>
                <a:close/>
              </a:path>
            </a:pathLst>
          </a:custGeom>
          <a:solidFill>
            <a:srgbClr val="EFEFEF">
              <a:alpha val="8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"/>
          <p:cNvSpPr txBox="1"/>
          <p:nvPr>
            <p:ph type="ctrTitle"/>
          </p:nvPr>
        </p:nvSpPr>
        <p:spPr>
          <a:xfrm>
            <a:off x="758125" y="1183446"/>
            <a:ext cx="46590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Lake Kilroy Water Quality </a:t>
            </a:r>
            <a:endParaRPr/>
          </a:p>
        </p:txBody>
      </p:sp>
      <p:sp>
        <p:nvSpPr>
          <p:cNvPr id="732" name="Google Shape;732;p1"/>
          <p:cNvSpPr txBox="1"/>
          <p:nvPr>
            <p:ph idx="1" type="subTitle"/>
          </p:nvPr>
        </p:nvSpPr>
        <p:spPr>
          <a:xfrm>
            <a:off x="758175" y="2728435"/>
            <a:ext cx="46590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By: Vir Patel </a:t>
            </a:r>
            <a:endParaRPr/>
          </a:p>
        </p:txBody>
      </p:sp>
      <p:sp>
        <p:nvSpPr>
          <p:cNvPr id="733" name="Google Shape;733;p1"/>
          <p:cNvSpPr txBox="1"/>
          <p:nvPr>
            <p:ph idx="2" type="ctrTitle"/>
          </p:nvPr>
        </p:nvSpPr>
        <p:spPr>
          <a:xfrm>
            <a:off x="133859" y="316914"/>
            <a:ext cx="4659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Strnad Presentation</a:t>
            </a:r>
            <a:endParaRPr/>
          </a:p>
        </p:txBody>
      </p:sp>
      <p:sp>
        <p:nvSpPr>
          <p:cNvPr id="734" name="Google Shape;734;p1"/>
          <p:cNvSpPr/>
          <p:nvPr/>
        </p:nvSpPr>
        <p:spPr>
          <a:xfrm flipH="1">
            <a:off x="4375302" y="212839"/>
            <a:ext cx="699111" cy="207298"/>
          </a:xfrm>
          <a:custGeom>
            <a:rect b="b" l="l" r="r" t="t"/>
            <a:pathLst>
              <a:path extrusionOk="0" h="7109" w="23975">
                <a:moveTo>
                  <a:pt x="16774" y="0"/>
                </a:moveTo>
                <a:cubicBezTo>
                  <a:pt x="15688" y="0"/>
                  <a:pt x="14543" y="629"/>
                  <a:pt x="13713" y="1930"/>
                </a:cubicBezTo>
                <a:cubicBezTo>
                  <a:pt x="12684" y="752"/>
                  <a:pt x="11258" y="96"/>
                  <a:pt x="9863" y="96"/>
                </a:cubicBezTo>
                <a:cubicBezTo>
                  <a:pt x="7944" y="96"/>
                  <a:pt x="6082" y="1336"/>
                  <a:pt x="5386" y="4167"/>
                </a:cubicBezTo>
                <a:cubicBezTo>
                  <a:pt x="4619" y="3792"/>
                  <a:pt x="3915" y="3600"/>
                  <a:pt x="3279" y="3600"/>
                </a:cubicBezTo>
                <a:cubicBezTo>
                  <a:pt x="1805" y="3600"/>
                  <a:pt x="695" y="4633"/>
                  <a:pt x="1" y="6818"/>
                </a:cubicBezTo>
                <a:lnTo>
                  <a:pt x="23615" y="7108"/>
                </a:lnTo>
                <a:cubicBezTo>
                  <a:pt x="23974" y="5290"/>
                  <a:pt x="22569" y="3646"/>
                  <a:pt x="20568" y="3646"/>
                </a:cubicBezTo>
                <a:cubicBezTo>
                  <a:pt x="20380" y="3646"/>
                  <a:pt x="20187" y="3660"/>
                  <a:pt x="19990" y="3690"/>
                </a:cubicBezTo>
                <a:cubicBezTo>
                  <a:pt x="19746" y="1271"/>
                  <a:pt x="18319" y="0"/>
                  <a:pt x="167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5" name="Google Shape;735;p1"/>
          <p:cNvPicPr preferRelativeResize="0"/>
          <p:nvPr/>
        </p:nvPicPr>
        <p:blipFill rotWithShape="1">
          <a:blip r:embed="rId3">
            <a:alphaModFix/>
          </a:blip>
          <a:srcRect b="848" l="62786" r="0" t="28480"/>
          <a:stretch/>
        </p:blipFill>
        <p:spPr>
          <a:xfrm>
            <a:off x="5057225" y="689550"/>
            <a:ext cx="3703475" cy="3956276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"/>
          <p:cNvSpPr txBox="1"/>
          <p:nvPr>
            <p:ph idx="2" type="subTitle"/>
          </p:nvPr>
        </p:nvSpPr>
        <p:spPr>
          <a:xfrm>
            <a:off x="5795375" y="2017169"/>
            <a:ext cx="2540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one stop place where anybody can access the data </a:t>
            </a:r>
            <a:endParaRPr/>
          </a:p>
        </p:txBody>
      </p:sp>
      <p:sp>
        <p:nvSpPr>
          <p:cNvPr id="741" name="Google Shape;741;p2"/>
          <p:cNvSpPr txBox="1"/>
          <p:nvPr>
            <p:ph idx="1" type="subTitle"/>
          </p:nvPr>
        </p:nvSpPr>
        <p:spPr>
          <a:xfrm>
            <a:off x="1891526" y="3341850"/>
            <a:ext cx="2540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a Stationary water Quality Device </a:t>
            </a:r>
            <a:endParaRPr/>
          </a:p>
        </p:txBody>
      </p:sp>
      <p:sp>
        <p:nvSpPr>
          <p:cNvPr id="742" name="Google Shape;742;p2"/>
          <p:cNvSpPr txBox="1"/>
          <p:nvPr>
            <p:ph idx="3" type="subTitle"/>
          </p:nvPr>
        </p:nvSpPr>
        <p:spPr>
          <a:xfrm>
            <a:off x="5795378" y="1573125"/>
            <a:ext cx="3118034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Cloud Water Collection </a:t>
            </a:r>
            <a:endParaRPr/>
          </a:p>
        </p:txBody>
      </p:sp>
      <p:sp>
        <p:nvSpPr>
          <p:cNvPr id="743" name="Google Shape;743;p2"/>
          <p:cNvSpPr txBox="1"/>
          <p:nvPr>
            <p:ph idx="4" type="subTitle"/>
          </p:nvPr>
        </p:nvSpPr>
        <p:spPr>
          <a:xfrm>
            <a:off x="1891523" y="2898052"/>
            <a:ext cx="254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Stationary Device</a:t>
            </a:r>
            <a:endParaRPr/>
          </a:p>
        </p:txBody>
      </p:sp>
      <p:sp>
        <p:nvSpPr>
          <p:cNvPr id="744" name="Google Shape;744;p2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Goals </a:t>
            </a:r>
            <a:endParaRPr/>
          </a:p>
        </p:txBody>
      </p:sp>
      <p:sp>
        <p:nvSpPr>
          <p:cNvPr id="745" name="Google Shape;745;p2"/>
          <p:cNvSpPr txBox="1"/>
          <p:nvPr>
            <p:ph idx="5" type="subTitle"/>
          </p:nvPr>
        </p:nvSpPr>
        <p:spPr>
          <a:xfrm>
            <a:off x="1891623" y="2017278"/>
            <a:ext cx="2540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a Buoy with two levels of water quality probes</a:t>
            </a:r>
            <a:endParaRPr/>
          </a:p>
        </p:txBody>
      </p:sp>
      <p:sp>
        <p:nvSpPr>
          <p:cNvPr id="746" name="Google Shape;746;p2"/>
          <p:cNvSpPr txBox="1"/>
          <p:nvPr>
            <p:ph idx="6" type="subTitle"/>
          </p:nvPr>
        </p:nvSpPr>
        <p:spPr>
          <a:xfrm flipH="1">
            <a:off x="1891177" y="1573125"/>
            <a:ext cx="254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Buoy </a:t>
            </a:r>
            <a:endParaRPr/>
          </a:p>
        </p:txBody>
      </p:sp>
      <p:sp>
        <p:nvSpPr>
          <p:cNvPr id="747" name="Google Shape;747;p2"/>
          <p:cNvSpPr txBox="1"/>
          <p:nvPr>
            <p:ph idx="7" type="subTitle"/>
          </p:nvPr>
        </p:nvSpPr>
        <p:spPr>
          <a:xfrm>
            <a:off x="5795425" y="3461303"/>
            <a:ext cx="3117987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an Engineering Journal and a comprehensive manual so anybody can use the devices </a:t>
            </a:r>
            <a:endParaRPr/>
          </a:p>
        </p:txBody>
      </p:sp>
      <p:sp>
        <p:nvSpPr>
          <p:cNvPr id="748" name="Google Shape;748;p2"/>
          <p:cNvSpPr txBox="1"/>
          <p:nvPr>
            <p:ph idx="8" type="subTitle"/>
          </p:nvPr>
        </p:nvSpPr>
        <p:spPr>
          <a:xfrm>
            <a:off x="5795424" y="2898684"/>
            <a:ext cx="254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749" name="Google Shape;749;p2"/>
          <p:cNvSpPr/>
          <p:nvPr/>
        </p:nvSpPr>
        <p:spPr>
          <a:xfrm>
            <a:off x="808175" y="1573127"/>
            <a:ext cx="930600" cy="913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"/>
          <p:cNvSpPr/>
          <p:nvPr/>
        </p:nvSpPr>
        <p:spPr>
          <a:xfrm>
            <a:off x="4712425" y="1573127"/>
            <a:ext cx="930600" cy="913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"/>
          <p:cNvSpPr/>
          <p:nvPr/>
        </p:nvSpPr>
        <p:spPr>
          <a:xfrm>
            <a:off x="808175" y="2898052"/>
            <a:ext cx="930600" cy="913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"/>
          <p:cNvSpPr/>
          <p:nvPr/>
        </p:nvSpPr>
        <p:spPr>
          <a:xfrm>
            <a:off x="4712425" y="2898052"/>
            <a:ext cx="930600" cy="913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3" name="Google Shape;753;p2"/>
          <p:cNvGrpSpPr/>
          <p:nvPr/>
        </p:nvGrpSpPr>
        <p:grpSpPr>
          <a:xfrm>
            <a:off x="4962973" y="1820087"/>
            <a:ext cx="420811" cy="418507"/>
            <a:chOff x="-5971525" y="3273750"/>
            <a:chExt cx="292250" cy="290650"/>
          </a:xfrm>
        </p:grpSpPr>
        <p:sp>
          <p:nvSpPr>
            <p:cNvPr id="754" name="Google Shape;754;p2"/>
            <p:cNvSpPr/>
            <p:nvPr/>
          </p:nvSpPr>
          <p:spPr>
            <a:xfrm>
              <a:off x="-5868325" y="3273750"/>
              <a:ext cx="85075" cy="84300"/>
            </a:xfrm>
            <a:custGeom>
              <a:rect b="b" l="l" r="r" t="t"/>
              <a:pathLst>
                <a:path extrusionOk="0" h="3372" w="3403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"/>
            <p:cNvSpPr/>
            <p:nvPr/>
          </p:nvSpPr>
          <p:spPr>
            <a:xfrm>
              <a:off x="-5971525" y="3308400"/>
              <a:ext cx="292250" cy="256000"/>
            </a:xfrm>
            <a:custGeom>
              <a:rect b="b" l="l" r="r" t="t"/>
              <a:pathLst>
                <a:path extrusionOk="0" h="10240" w="1169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6" name="Google Shape;756;p2"/>
          <p:cNvGrpSpPr/>
          <p:nvPr/>
        </p:nvGrpSpPr>
        <p:grpSpPr>
          <a:xfrm>
            <a:off x="4963936" y="3144273"/>
            <a:ext cx="427578" cy="421351"/>
            <a:chOff x="-5254775" y="3631325"/>
            <a:chExt cx="296950" cy="292625"/>
          </a:xfrm>
        </p:grpSpPr>
        <p:sp>
          <p:nvSpPr>
            <p:cNvPr id="757" name="Google Shape;757;p2"/>
            <p:cNvSpPr/>
            <p:nvPr/>
          </p:nvSpPr>
          <p:spPr>
            <a:xfrm>
              <a:off x="-5246900" y="3766400"/>
              <a:ext cx="58300" cy="55150"/>
            </a:xfrm>
            <a:custGeom>
              <a:rect b="b" l="l" r="r" t="t"/>
              <a:pathLst>
                <a:path extrusionOk="0" h="2206" w="2332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"/>
            <p:cNvSpPr/>
            <p:nvPr/>
          </p:nvSpPr>
          <p:spPr>
            <a:xfrm>
              <a:off x="-5216175" y="3795550"/>
              <a:ext cx="58300" cy="55950"/>
            </a:xfrm>
            <a:custGeom>
              <a:rect b="b" l="l" r="r" t="t"/>
              <a:pathLst>
                <a:path extrusionOk="0" h="2238" w="2332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"/>
            <p:cNvSpPr/>
            <p:nvPr/>
          </p:nvSpPr>
          <p:spPr>
            <a:xfrm>
              <a:off x="-5185475" y="3826250"/>
              <a:ext cx="57525" cy="55750"/>
            </a:xfrm>
            <a:custGeom>
              <a:rect b="b" l="l" r="r" t="t"/>
              <a:pathLst>
                <a:path extrusionOk="0" h="2230" w="2301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"/>
            <p:cNvSpPr/>
            <p:nvPr/>
          </p:nvSpPr>
          <p:spPr>
            <a:xfrm>
              <a:off x="-5156325" y="3856375"/>
              <a:ext cx="58300" cy="55750"/>
            </a:xfrm>
            <a:custGeom>
              <a:rect b="b" l="l" r="r" t="t"/>
              <a:pathLst>
                <a:path extrusionOk="0" h="2230" w="2332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"/>
            <p:cNvSpPr/>
            <p:nvPr/>
          </p:nvSpPr>
          <p:spPr>
            <a:xfrm>
              <a:off x="-5105925" y="3886525"/>
              <a:ext cx="37050" cy="37425"/>
            </a:xfrm>
            <a:custGeom>
              <a:rect b="b" l="l" r="r" t="t"/>
              <a:pathLst>
                <a:path extrusionOk="0" h="1497" w="1482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"/>
            <p:cNvSpPr/>
            <p:nvPr/>
          </p:nvSpPr>
          <p:spPr>
            <a:xfrm>
              <a:off x="-5254775" y="3648050"/>
              <a:ext cx="278050" cy="248325"/>
            </a:xfrm>
            <a:custGeom>
              <a:rect b="b" l="l" r="r" t="t"/>
              <a:pathLst>
                <a:path extrusionOk="0" h="9933" w="11122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"/>
            <p:cNvSpPr/>
            <p:nvPr/>
          </p:nvSpPr>
          <p:spPr>
            <a:xfrm>
              <a:off x="-5163425" y="3631325"/>
              <a:ext cx="205600" cy="150450"/>
            </a:xfrm>
            <a:custGeom>
              <a:rect b="b" l="l" r="r" t="t"/>
              <a:pathLst>
                <a:path extrusionOk="0" h="6018" w="8224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2"/>
          <p:cNvGrpSpPr/>
          <p:nvPr/>
        </p:nvGrpSpPr>
        <p:grpSpPr>
          <a:xfrm>
            <a:off x="6514967" y="430300"/>
            <a:ext cx="2167370" cy="813256"/>
            <a:chOff x="6514967" y="430300"/>
            <a:chExt cx="2167370" cy="813256"/>
          </a:xfrm>
        </p:grpSpPr>
        <p:sp>
          <p:nvSpPr>
            <p:cNvPr id="765" name="Google Shape;765;p2"/>
            <p:cNvSpPr/>
            <p:nvPr/>
          </p:nvSpPr>
          <p:spPr>
            <a:xfrm flipH="1">
              <a:off x="7561935" y="430300"/>
              <a:ext cx="1120402" cy="370799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"/>
            <p:cNvSpPr/>
            <p:nvPr/>
          </p:nvSpPr>
          <p:spPr>
            <a:xfrm>
              <a:off x="6514967" y="765363"/>
              <a:ext cx="1444978" cy="478193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Buoy - Free miscellaneous icons" id="767" name="Google Shape;7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067" y="1704625"/>
            <a:ext cx="625087" cy="625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351" y="2918563"/>
            <a:ext cx="866537" cy="7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"/>
          <p:cNvSpPr txBox="1"/>
          <p:nvPr>
            <p:ph type="title"/>
          </p:nvPr>
        </p:nvSpPr>
        <p:spPr>
          <a:xfrm>
            <a:off x="441168" y="120514"/>
            <a:ext cx="43287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Recap of year one  </a:t>
            </a:r>
            <a:endParaRPr/>
          </a:p>
        </p:txBody>
      </p:sp>
      <p:sp>
        <p:nvSpPr>
          <p:cNvPr id="774" name="Google Shape;774;p3"/>
          <p:cNvSpPr txBox="1"/>
          <p:nvPr>
            <p:ph idx="1" type="subTitle"/>
          </p:nvPr>
        </p:nvSpPr>
        <p:spPr>
          <a:xfrm>
            <a:off x="347951" y="1132874"/>
            <a:ext cx="2735100" cy="30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priola"/>
              <a:buChar char="-"/>
            </a:pPr>
            <a:r>
              <a:rPr lang="en" sz="1900"/>
              <a:t>Created a PVC Buoy that is waterproof</a:t>
            </a:r>
            <a:endParaRPr sz="19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priola"/>
              <a:buChar char="-"/>
            </a:pPr>
            <a:r>
              <a:rPr lang="en" sz="1900"/>
              <a:t>One level of sensors </a:t>
            </a:r>
            <a:endParaRPr sz="19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1900"/>
              <a:t>Wifi extender </a:t>
            </a:r>
            <a:endParaRPr sz="19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priola"/>
              <a:buChar char="-"/>
            </a:pPr>
            <a:r>
              <a:rPr lang="en" sz="1900"/>
              <a:t>System created to upload data to a cloud server</a:t>
            </a:r>
            <a:endParaRPr sz="1900"/>
          </a:p>
        </p:txBody>
      </p:sp>
      <p:grpSp>
        <p:nvGrpSpPr>
          <p:cNvPr id="775" name="Google Shape;775;p3"/>
          <p:cNvGrpSpPr/>
          <p:nvPr/>
        </p:nvGrpSpPr>
        <p:grpSpPr>
          <a:xfrm>
            <a:off x="6694453" y="465158"/>
            <a:ext cx="1562121" cy="581927"/>
            <a:chOff x="2389623" y="754051"/>
            <a:chExt cx="1562121" cy="581927"/>
          </a:xfrm>
        </p:grpSpPr>
        <p:sp>
          <p:nvSpPr>
            <p:cNvPr id="776" name="Google Shape;776;p3"/>
            <p:cNvSpPr/>
            <p:nvPr/>
          </p:nvSpPr>
          <p:spPr>
            <a:xfrm>
              <a:off x="2389623" y="932101"/>
              <a:ext cx="1220351" cy="403877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"/>
            <p:cNvSpPr/>
            <p:nvPr/>
          </p:nvSpPr>
          <p:spPr>
            <a:xfrm flipH="1">
              <a:off x="3404461" y="754051"/>
              <a:ext cx="547283" cy="181124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Two people in a canoe on a lake&#10;&#10;Description automatically generated" id="778" name="Google Shape;7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4225" y="1428189"/>
            <a:ext cx="5416946" cy="2858152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d12a332ecb_0_2"/>
          <p:cNvSpPr txBox="1"/>
          <p:nvPr>
            <p:ph type="title"/>
          </p:nvPr>
        </p:nvSpPr>
        <p:spPr>
          <a:xfrm>
            <a:off x="713225" y="70637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What were we Measuring and Why?</a:t>
            </a:r>
            <a:endParaRPr/>
          </a:p>
        </p:txBody>
      </p:sp>
      <p:sp>
        <p:nvSpPr>
          <p:cNvPr id="784" name="Google Shape;784;g2d12a332ecb_0_2"/>
          <p:cNvSpPr txBox="1"/>
          <p:nvPr/>
        </p:nvSpPr>
        <p:spPr>
          <a:xfrm flipH="1">
            <a:off x="145552" y="1972275"/>
            <a:ext cx="2911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Measure Acidity of water 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Extreme pH levels are very harmful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Chemical processes and nutrient availability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  <p:sp>
        <p:nvSpPr>
          <p:cNvPr id="785" name="Google Shape;785;g2d12a332ecb_0_2"/>
          <p:cNvSpPr txBox="1"/>
          <p:nvPr/>
        </p:nvSpPr>
        <p:spPr>
          <a:xfrm>
            <a:off x="5798400" y="2007425"/>
            <a:ext cx="3345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Influenced by dissolved ions like salts and minerals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Insights into salinity, nutrient levels, and pollution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Helps detect contamination and assess water quality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  <p:sp>
        <p:nvSpPr>
          <p:cNvPr id="786" name="Google Shape;786;g2d12a332ecb_0_2"/>
          <p:cNvSpPr txBox="1"/>
          <p:nvPr/>
        </p:nvSpPr>
        <p:spPr>
          <a:xfrm>
            <a:off x="6059023" y="3481950"/>
            <a:ext cx="262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High Fluctuations can harm organisms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Impacts Oxygen Levels  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  <p:sp>
        <p:nvSpPr>
          <p:cNvPr id="787" name="Google Shape;787;g2d12a332ecb_0_2"/>
          <p:cNvSpPr txBox="1"/>
          <p:nvPr/>
        </p:nvSpPr>
        <p:spPr>
          <a:xfrm flipH="1">
            <a:off x="860460" y="1338988"/>
            <a:ext cx="2196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rPr>
              <a:t>pH</a:t>
            </a:r>
            <a:endParaRPr b="0" i="0" sz="2200" u="none" cap="none" strike="noStrike">
              <a:solidFill>
                <a:schemeClr val="accent6"/>
              </a:solidFill>
              <a:latin typeface="Magra"/>
              <a:ea typeface="Magra"/>
              <a:cs typeface="Magra"/>
              <a:sym typeface="Magra"/>
            </a:endParaRPr>
          </a:p>
        </p:txBody>
      </p:sp>
      <p:sp>
        <p:nvSpPr>
          <p:cNvPr id="788" name="Google Shape;788;g2d12a332ecb_0_2"/>
          <p:cNvSpPr txBox="1"/>
          <p:nvPr/>
        </p:nvSpPr>
        <p:spPr>
          <a:xfrm flipH="1">
            <a:off x="310100" y="3628975"/>
            <a:ext cx="3057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Crucial for aquatic life.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Low levels leads to hypoxia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rPr b="0" i="0" lang="en" sz="14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Assesses water quality and ecosystem health.</a:t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3175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Char char="-"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  <p:sp>
        <p:nvSpPr>
          <p:cNvPr id="789" name="Google Shape;789;g2d12a332ecb_0_2"/>
          <p:cNvSpPr txBox="1"/>
          <p:nvPr/>
        </p:nvSpPr>
        <p:spPr>
          <a:xfrm flipH="1">
            <a:off x="1030360" y="2887025"/>
            <a:ext cx="2196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rPr>
              <a:t>Dissolved Oxygen</a:t>
            </a:r>
            <a:endParaRPr b="0" i="0" sz="2200" u="none" cap="none" strike="noStrike">
              <a:solidFill>
                <a:schemeClr val="accent6"/>
              </a:solidFill>
              <a:latin typeface="Magra"/>
              <a:ea typeface="Magra"/>
              <a:cs typeface="Magra"/>
              <a:sym typeface="Magra"/>
            </a:endParaRPr>
          </a:p>
        </p:txBody>
      </p:sp>
      <p:sp>
        <p:nvSpPr>
          <p:cNvPr id="790" name="Google Shape;790;g2d12a332ecb_0_2"/>
          <p:cNvSpPr txBox="1"/>
          <p:nvPr/>
        </p:nvSpPr>
        <p:spPr>
          <a:xfrm>
            <a:off x="6010465" y="1229638"/>
            <a:ext cx="2196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rPr>
              <a:t>Conductivity </a:t>
            </a:r>
            <a:endParaRPr b="0" i="0" sz="2200" u="none" cap="none" strike="noStrike">
              <a:solidFill>
                <a:schemeClr val="accent6"/>
              </a:solidFill>
              <a:latin typeface="Magra"/>
              <a:ea typeface="Magra"/>
              <a:cs typeface="Magra"/>
              <a:sym typeface="Magra"/>
            </a:endParaRPr>
          </a:p>
        </p:txBody>
      </p:sp>
      <p:sp>
        <p:nvSpPr>
          <p:cNvPr id="791" name="Google Shape;791;g2d12a332ecb_0_2"/>
          <p:cNvSpPr txBox="1"/>
          <p:nvPr/>
        </p:nvSpPr>
        <p:spPr>
          <a:xfrm>
            <a:off x="6086665" y="2935475"/>
            <a:ext cx="2196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accent6"/>
                </a:solidFill>
                <a:latin typeface="Magra"/>
                <a:ea typeface="Magra"/>
                <a:cs typeface="Magra"/>
                <a:sym typeface="Magra"/>
              </a:rPr>
              <a:t>Temp</a:t>
            </a:r>
            <a:endParaRPr b="0" i="0" sz="2200" u="none" cap="none" strike="noStrike">
              <a:solidFill>
                <a:schemeClr val="accent6"/>
              </a:solidFill>
              <a:latin typeface="Magra"/>
              <a:ea typeface="Magra"/>
              <a:cs typeface="Magra"/>
              <a:sym typeface="Magra"/>
            </a:endParaRPr>
          </a:p>
        </p:txBody>
      </p:sp>
      <p:sp>
        <p:nvSpPr>
          <p:cNvPr id="792" name="Google Shape;792;g2d12a332ecb_0_2"/>
          <p:cNvSpPr/>
          <p:nvPr/>
        </p:nvSpPr>
        <p:spPr>
          <a:xfrm>
            <a:off x="3289988" y="1538625"/>
            <a:ext cx="1085400" cy="10881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2d12a332ecb_0_2"/>
          <p:cNvSpPr/>
          <p:nvPr/>
        </p:nvSpPr>
        <p:spPr>
          <a:xfrm>
            <a:off x="4768613" y="1538625"/>
            <a:ext cx="1085400" cy="10881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2d12a332ecb_0_2"/>
          <p:cNvSpPr/>
          <p:nvPr/>
        </p:nvSpPr>
        <p:spPr>
          <a:xfrm>
            <a:off x="3289988" y="2906575"/>
            <a:ext cx="1085400" cy="10881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2d12a332ecb_0_2"/>
          <p:cNvSpPr/>
          <p:nvPr/>
        </p:nvSpPr>
        <p:spPr>
          <a:xfrm>
            <a:off x="4768613" y="2906575"/>
            <a:ext cx="1085400" cy="10881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g2d12a332ecb_0_2"/>
          <p:cNvCxnSpPr>
            <a:stCxn id="792" idx="6"/>
            <a:endCxn id="793" idx="2"/>
          </p:cNvCxnSpPr>
          <p:nvPr/>
        </p:nvCxnSpPr>
        <p:spPr>
          <a:xfrm>
            <a:off x="4375388" y="2082675"/>
            <a:ext cx="393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g2d12a332ecb_0_2"/>
          <p:cNvCxnSpPr>
            <a:stCxn id="793" idx="4"/>
            <a:endCxn id="794" idx="0"/>
          </p:cNvCxnSpPr>
          <p:nvPr/>
        </p:nvCxnSpPr>
        <p:spPr>
          <a:xfrm rot="5400000">
            <a:off x="4432013" y="2027325"/>
            <a:ext cx="279900" cy="14787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g2d12a332ecb_0_2"/>
          <p:cNvCxnSpPr>
            <a:stCxn id="794" idx="6"/>
            <a:endCxn id="795" idx="2"/>
          </p:cNvCxnSpPr>
          <p:nvPr/>
        </p:nvCxnSpPr>
        <p:spPr>
          <a:xfrm>
            <a:off x="4375388" y="3450625"/>
            <a:ext cx="393300" cy="6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9" name="Google Shape;799;g2d12a332ecb_0_2"/>
          <p:cNvSpPr/>
          <p:nvPr/>
        </p:nvSpPr>
        <p:spPr>
          <a:xfrm>
            <a:off x="628065" y="385354"/>
            <a:ext cx="930590" cy="275936"/>
          </a:xfrm>
          <a:custGeom>
            <a:rect b="b" l="l" r="r" t="t"/>
            <a:pathLst>
              <a:path extrusionOk="0" h="7109" w="23975">
                <a:moveTo>
                  <a:pt x="16774" y="0"/>
                </a:moveTo>
                <a:cubicBezTo>
                  <a:pt x="15688" y="0"/>
                  <a:pt x="14543" y="629"/>
                  <a:pt x="13713" y="1930"/>
                </a:cubicBezTo>
                <a:cubicBezTo>
                  <a:pt x="12684" y="752"/>
                  <a:pt x="11258" y="96"/>
                  <a:pt x="9863" y="96"/>
                </a:cubicBezTo>
                <a:cubicBezTo>
                  <a:pt x="7944" y="96"/>
                  <a:pt x="6082" y="1336"/>
                  <a:pt x="5386" y="4167"/>
                </a:cubicBezTo>
                <a:cubicBezTo>
                  <a:pt x="4619" y="3792"/>
                  <a:pt x="3915" y="3600"/>
                  <a:pt x="3279" y="3600"/>
                </a:cubicBezTo>
                <a:cubicBezTo>
                  <a:pt x="1805" y="3600"/>
                  <a:pt x="695" y="4633"/>
                  <a:pt x="1" y="6818"/>
                </a:cubicBezTo>
                <a:lnTo>
                  <a:pt x="23615" y="7108"/>
                </a:lnTo>
                <a:cubicBezTo>
                  <a:pt x="23974" y="5290"/>
                  <a:pt x="22569" y="3646"/>
                  <a:pt x="20568" y="3646"/>
                </a:cubicBezTo>
                <a:cubicBezTo>
                  <a:pt x="20380" y="3646"/>
                  <a:pt x="20187" y="3660"/>
                  <a:pt x="19990" y="3690"/>
                </a:cubicBezTo>
                <a:cubicBezTo>
                  <a:pt x="19746" y="1271"/>
                  <a:pt x="18319" y="0"/>
                  <a:pt x="16774" y="0"/>
                </a:cubicBezTo>
                <a:close/>
              </a:path>
            </a:pathLst>
          </a:custGeom>
          <a:solidFill>
            <a:srgbClr val="EFEFEF">
              <a:alpha val="8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2d12a332ecb_0_2"/>
          <p:cNvSpPr/>
          <p:nvPr/>
        </p:nvSpPr>
        <p:spPr>
          <a:xfrm>
            <a:off x="7480192" y="284226"/>
            <a:ext cx="1444978" cy="478193"/>
          </a:xfrm>
          <a:custGeom>
            <a:rect b="b" l="l" r="r" t="t"/>
            <a:pathLst>
              <a:path extrusionOk="0" h="9772" w="29527">
                <a:moveTo>
                  <a:pt x="17662" y="1"/>
                </a:moveTo>
                <a:cubicBezTo>
                  <a:pt x="15697" y="1"/>
                  <a:pt x="13694" y="1420"/>
                  <a:pt x="12665" y="4469"/>
                </a:cubicBezTo>
                <a:cubicBezTo>
                  <a:pt x="11783" y="3198"/>
                  <a:pt x="10819" y="2638"/>
                  <a:pt x="9956" y="2638"/>
                </a:cubicBezTo>
                <a:cubicBezTo>
                  <a:pt x="8752" y="2638"/>
                  <a:pt x="7747" y="3730"/>
                  <a:pt x="7445" y="5505"/>
                </a:cubicBezTo>
                <a:cubicBezTo>
                  <a:pt x="6807" y="4894"/>
                  <a:pt x="6154" y="4619"/>
                  <a:pt x="5580" y="4619"/>
                </a:cubicBezTo>
                <a:cubicBezTo>
                  <a:pt x="4421" y="4619"/>
                  <a:pt x="3578" y="5735"/>
                  <a:pt x="3800" y="7452"/>
                </a:cubicBezTo>
                <a:cubicBezTo>
                  <a:pt x="3301" y="7091"/>
                  <a:pt x="2803" y="6934"/>
                  <a:pt x="2343" y="6934"/>
                </a:cubicBezTo>
                <a:cubicBezTo>
                  <a:pt x="1008" y="6934"/>
                  <a:pt x="1" y="8261"/>
                  <a:pt x="278" y="9772"/>
                </a:cubicBezTo>
                <a:lnTo>
                  <a:pt x="29526" y="9772"/>
                </a:lnTo>
                <a:cubicBezTo>
                  <a:pt x="29526" y="6388"/>
                  <a:pt x="27059" y="4628"/>
                  <a:pt x="24884" y="4628"/>
                </a:cubicBezTo>
                <a:cubicBezTo>
                  <a:pt x="24090" y="4628"/>
                  <a:pt x="23335" y="4862"/>
                  <a:pt x="22753" y="5339"/>
                </a:cubicBezTo>
                <a:cubicBezTo>
                  <a:pt x="22143" y="1889"/>
                  <a:pt x="19928" y="1"/>
                  <a:pt x="176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1" name="Google Shape;801;g2d12a332ecb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1252" y="3080838"/>
            <a:ext cx="740150" cy="74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g2d12a332ecb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1850" y="3110102"/>
            <a:ext cx="681677" cy="681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g2d12a332ecb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6550" y="1677900"/>
            <a:ext cx="809550" cy="8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g2d12a332ecb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7400" y="1617387"/>
            <a:ext cx="930575" cy="9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"/>
          <p:cNvSpPr txBox="1"/>
          <p:nvPr>
            <p:ph type="title"/>
          </p:nvPr>
        </p:nvSpPr>
        <p:spPr>
          <a:xfrm>
            <a:off x="274243" y="238703"/>
            <a:ext cx="43287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How does each Device work?</a:t>
            </a:r>
            <a:endParaRPr/>
          </a:p>
        </p:txBody>
      </p:sp>
      <p:sp>
        <p:nvSpPr>
          <p:cNvPr id="810" name="Google Shape;810;p5"/>
          <p:cNvSpPr txBox="1"/>
          <p:nvPr>
            <p:ph idx="1" type="subTitle"/>
          </p:nvPr>
        </p:nvSpPr>
        <p:spPr>
          <a:xfrm>
            <a:off x="160950" y="1710175"/>
            <a:ext cx="4961400" cy="26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priola"/>
              <a:buChar char="-"/>
            </a:pPr>
            <a:r>
              <a:rPr lang="en"/>
              <a:t>The contains two sets of data collector with probes for pH, Dissolved Oxygen, Temperature, and conductivity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priola"/>
              <a:buChar char="-"/>
            </a:pPr>
            <a:r>
              <a:rPr lang="en"/>
              <a:t>The stationary device has a data collector on a garden stake so it can be put anywhere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priola"/>
              <a:buChar char="-"/>
            </a:pPr>
            <a:r>
              <a:rPr lang="en"/>
              <a:t>The buoy and the fixed device each has a battery and a solar for perpetual power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 </a:t>
            </a:r>
            <a:endParaRPr/>
          </a:p>
          <a:p>
            <a:pPr indent="-1524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priola"/>
              <a:buNone/>
            </a:pPr>
            <a:r>
              <a:t/>
            </a:r>
            <a:endParaRPr/>
          </a:p>
        </p:txBody>
      </p:sp>
      <p:grpSp>
        <p:nvGrpSpPr>
          <p:cNvPr id="811" name="Google Shape;811;p5"/>
          <p:cNvGrpSpPr/>
          <p:nvPr/>
        </p:nvGrpSpPr>
        <p:grpSpPr>
          <a:xfrm>
            <a:off x="5439381" y="909459"/>
            <a:ext cx="1562121" cy="581927"/>
            <a:chOff x="2389623" y="754051"/>
            <a:chExt cx="1562121" cy="581927"/>
          </a:xfrm>
        </p:grpSpPr>
        <p:sp>
          <p:nvSpPr>
            <p:cNvPr id="812" name="Google Shape;812;p5"/>
            <p:cNvSpPr/>
            <p:nvPr/>
          </p:nvSpPr>
          <p:spPr>
            <a:xfrm>
              <a:off x="2389623" y="932101"/>
              <a:ext cx="1220351" cy="403877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 flipH="1">
              <a:off x="3404461" y="754051"/>
              <a:ext cx="547283" cy="181124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14" name="Google Shape;8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679" y="72824"/>
            <a:ext cx="1596525" cy="3008549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5" name="Google Shape;8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2540" y="2342004"/>
            <a:ext cx="1975800" cy="1975770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"/>
          <p:cNvSpPr txBox="1"/>
          <p:nvPr>
            <p:ph type="title"/>
          </p:nvPr>
        </p:nvSpPr>
        <p:spPr>
          <a:xfrm>
            <a:off x="3453839" y="0"/>
            <a:ext cx="40548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Buoy </a:t>
            </a:r>
            <a:endParaRPr/>
          </a:p>
        </p:txBody>
      </p:sp>
      <p:sp>
        <p:nvSpPr>
          <p:cNvPr id="821" name="Google Shape;821;p6"/>
          <p:cNvSpPr txBox="1"/>
          <p:nvPr>
            <p:ph idx="1" type="subTitle"/>
          </p:nvPr>
        </p:nvSpPr>
        <p:spPr>
          <a:xfrm>
            <a:off x="184403" y="162554"/>
            <a:ext cx="4963331" cy="176984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priola"/>
              <a:buChar char="-"/>
            </a:pPr>
            <a:r>
              <a:rPr lang="en"/>
              <a:t>The Buoy is a device that floats on Lake Kilroy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priola"/>
              <a:buChar char="-"/>
            </a:pPr>
            <a:r>
              <a:rPr lang="en"/>
              <a:t>Has two sets of data collecting probes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priola"/>
              <a:buChar char="-"/>
            </a:pPr>
            <a:r>
              <a:rPr lang="en" sz="1800"/>
              <a:t>Surface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priola"/>
              <a:buChar char="-"/>
            </a:pPr>
            <a:r>
              <a:rPr lang="en" sz="1800"/>
              <a:t>Ten feet down</a:t>
            </a:r>
            <a:endParaRPr/>
          </a:p>
        </p:txBody>
      </p:sp>
      <p:grpSp>
        <p:nvGrpSpPr>
          <p:cNvPr id="822" name="Google Shape;822;p6"/>
          <p:cNvGrpSpPr/>
          <p:nvPr/>
        </p:nvGrpSpPr>
        <p:grpSpPr>
          <a:xfrm>
            <a:off x="-89182" y="2978281"/>
            <a:ext cx="1927921" cy="2193781"/>
            <a:chOff x="-89182" y="2978281"/>
            <a:chExt cx="1927921" cy="2193781"/>
          </a:xfrm>
        </p:grpSpPr>
        <p:sp>
          <p:nvSpPr>
            <p:cNvPr id="823" name="Google Shape;823;p6"/>
            <p:cNvSpPr/>
            <p:nvPr/>
          </p:nvSpPr>
          <p:spPr>
            <a:xfrm flipH="1">
              <a:off x="-13068" y="3766944"/>
              <a:ext cx="1851807" cy="1405118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4" name="Google Shape;824;p6"/>
            <p:cNvGrpSpPr/>
            <p:nvPr/>
          </p:nvGrpSpPr>
          <p:grpSpPr>
            <a:xfrm rot="685221">
              <a:off x="92319" y="3056791"/>
              <a:ext cx="986183" cy="1931904"/>
              <a:chOff x="3978000" y="1359750"/>
              <a:chExt cx="692200" cy="1356000"/>
            </a:xfrm>
          </p:grpSpPr>
          <p:sp>
            <p:nvSpPr>
              <p:cNvPr id="825" name="Google Shape;825;p6"/>
              <p:cNvSpPr/>
              <p:nvPr/>
            </p:nvSpPr>
            <p:spPr>
              <a:xfrm>
                <a:off x="3996350" y="1359750"/>
                <a:ext cx="206850" cy="477025"/>
              </a:xfrm>
              <a:custGeom>
                <a:rect b="b" l="l" r="r" t="t"/>
                <a:pathLst>
                  <a:path extrusionOk="0" h="19081" w="8274">
                    <a:moveTo>
                      <a:pt x="3837" y="0"/>
                    </a:moveTo>
                    <a:cubicBezTo>
                      <a:pt x="3837" y="1"/>
                      <a:pt x="2036" y="5271"/>
                      <a:pt x="1035" y="9541"/>
                    </a:cubicBezTo>
                    <a:cubicBezTo>
                      <a:pt x="1" y="13777"/>
                      <a:pt x="2603" y="19081"/>
                      <a:pt x="2603" y="19081"/>
                    </a:cubicBezTo>
                    <a:cubicBezTo>
                      <a:pt x="8273" y="7973"/>
                      <a:pt x="3837" y="1"/>
                      <a:pt x="3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6"/>
              <p:cNvSpPr/>
              <p:nvPr/>
            </p:nvSpPr>
            <p:spPr>
              <a:xfrm>
                <a:off x="4102275" y="1480675"/>
                <a:ext cx="159300" cy="813100"/>
              </a:xfrm>
              <a:custGeom>
                <a:rect b="b" l="l" r="r" t="t"/>
                <a:pathLst>
                  <a:path extrusionOk="0" h="32524" w="6372">
                    <a:moveTo>
                      <a:pt x="3336" y="0"/>
                    </a:moveTo>
                    <a:cubicBezTo>
                      <a:pt x="3336" y="1"/>
                      <a:pt x="3803" y="935"/>
                      <a:pt x="3736" y="4704"/>
                    </a:cubicBezTo>
                    <a:cubicBezTo>
                      <a:pt x="3669" y="8473"/>
                      <a:pt x="2402" y="11542"/>
                      <a:pt x="1234" y="16645"/>
                    </a:cubicBezTo>
                    <a:cubicBezTo>
                      <a:pt x="67" y="21749"/>
                      <a:pt x="0" y="26586"/>
                      <a:pt x="4403" y="32524"/>
                    </a:cubicBezTo>
                    <a:cubicBezTo>
                      <a:pt x="4403" y="32524"/>
                      <a:pt x="4337" y="31022"/>
                      <a:pt x="4070" y="28621"/>
                    </a:cubicBezTo>
                    <a:cubicBezTo>
                      <a:pt x="3803" y="26186"/>
                      <a:pt x="5271" y="20415"/>
                      <a:pt x="5838" y="12176"/>
                    </a:cubicBezTo>
                    <a:cubicBezTo>
                      <a:pt x="6371" y="3970"/>
                      <a:pt x="3336" y="1"/>
                      <a:pt x="33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6"/>
              <p:cNvSpPr/>
              <p:nvPr/>
            </p:nvSpPr>
            <p:spPr>
              <a:xfrm>
                <a:off x="3978000" y="2038575"/>
                <a:ext cx="466200" cy="391575"/>
              </a:xfrm>
              <a:custGeom>
                <a:rect b="b" l="l" r="r" t="t"/>
                <a:pathLst>
                  <a:path extrusionOk="0" h="15663" w="18648">
                    <a:moveTo>
                      <a:pt x="18322" y="15088"/>
                    </a:moveTo>
                    <a:cubicBezTo>
                      <a:pt x="18431" y="15139"/>
                      <a:pt x="18539" y="15191"/>
                      <a:pt x="18648" y="15244"/>
                    </a:cubicBezTo>
                    <a:cubicBezTo>
                      <a:pt x="18538" y="15190"/>
                      <a:pt x="18429" y="15138"/>
                      <a:pt x="18322" y="15088"/>
                    </a:cubicBezTo>
                    <a:close/>
                    <a:moveTo>
                      <a:pt x="1" y="0"/>
                    </a:moveTo>
                    <a:lnTo>
                      <a:pt x="1" y="0"/>
                    </a:lnTo>
                    <a:cubicBezTo>
                      <a:pt x="735" y="2936"/>
                      <a:pt x="1168" y="5938"/>
                      <a:pt x="1302" y="8973"/>
                    </a:cubicBezTo>
                    <a:cubicBezTo>
                      <a:pt x="1553" y="14117"/>
                      <a:pt x="4104" y="15663"/>
                      <a:pt x="7541" y="15663"/>
                    </a:cubicBezTo>
                    <a:cubicBezTo>
                      <a:pt x="7760" y="15663"/>
                      <a:pt x="7982" y="15657"/>
                      <a:pt x="8207" y="15645"/>
                    </a:cubicBezTo>
                    <a:cubicBezTo>
                      <a:pt x="10798" y="15507"/>
                      <a:pt x="12412" y="14203"/>
                      <a:pt x="14782" y="14203"/>
                    </a:cubicBezTo>
                    <a:cubicBezTo>
                      <a:pt x="15783" y="14203"/>
                      <a:pt x="16920" y="14436"/>
                      <a:pt x="18322" y="15088"/>
                    </a:cubicBezTo>
                    <a:lnTo>
                      <a:pt x="18322" y="15088"/>
                    </a:lnTo>
                    <a:cubicBezTo>
                      <a:pt x="16717" y="14331"/>
                      <a:pt x="15029" y="13751"/>
                      <a:pt x="13310" y="13376"/>
                    </a:cubicBezTo>
                    <a:cubicBezTo>
                      <a:pt x="10542" y="12809"/>
                      <a:pt x="5271" y="13910"/>
                      <a:pt x="4571" y="8973"/>
                    </a:cubicBezTo>
                    <a:cubicBezTo>
                      <a:pt x="3837" y="4037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6"/>
              <p:cNvSpPr/>
              <p:nvPr/>
            </p:nvSpPr>
            <p:spPr>
              <a:xfrm>
                <a:off x="4273225" y="1963525"/>
                <a:ext cx="321075" cy="575425"/>
              </a:xfrm>
              <a:custGeom>
                <a:rect b="b" l="l" r="r" t="t"/>
                <a:pathLst>
                  <a:path extrusionOk="0" h="23017" w="1284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668" y="3603"/>
                      <a:pt x="1401" y="8006"/>
                    </a:cubicBezTo>
                    <a:cubicBezTo>
                      <a:pt x="2135" y="12442"/>
                      <a:pt x="5738" y="13476"/>
                      <a:pt x="7939" y="15378"/>
                    </a:cubicBezTo>
                    <a:cubicBezTo>
                      <a:pt x="10174" y="17246"/>
                      <a:pt x="10541" y="19080"/>
                      <a:pt x="11175" y="20515"/>
                    </a:cubicBezTo>
                    <a:cubicBezTo>
                      <a:pt x="11609" y="21449"/>
                      <a:pt x="12142" y="22283"/>
                      <a:pt x="12843" y="23017"/>
                    </a:cubicBezTo>
                    <a:cubicBezTo>
                      <a:pt x="11275" y="18747"/>
                      <a:pt x="12476" y="13943"/>
                      <a:pt x="10241" y="11942"/>
                    </a:cubicBezTo>
                    <a:cubicBezTo>
                      <a:pt x="8039" y="9974"/>
                      <a:pt x="5037" y="8540"/>
                      <a:pt x="3269" y="4970"/>
                    </a:cubicBezTo>
                    <a:cubicBezTo>
                      <a:pt x="1502" y="1368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6"/>
              <p:cNvSpPr/>
              <p:nvPr/>
            </p:nvSpPr>
            <p:spPr>
              <a:xfrm>
                <a:off x="4038050" y="2497175"/>
                <a:ext cx="628800" cy="180200"/>
              </a:xfrm>
              <a:custGeom>
                <a:rect b="b" l="l" r="r" t="t"/>
                <a:pathLst>
                  <a:path extrusionOk="0" h="7208" w="25152">
                    <a:moveTo>
                      <a:pt x="3418" y="0"/>
                    </a:moveTo>
                    <a:cubicBezTo>
                      <a:pt x="2260" y="0"/>
                      <a:pt x="1107" y="208"/>
                      <a:pt x="1" y="603"/>
                    </a:cubicBezTo>
                    <a:cubicBezTo>
                      <a:pt x="92" y="601"/>
                      <a:pt x="183" y="599"/>
                      <a:pt x="274" y="599"/>
                    </a:cubicBezTo>
                    <a:cubicBezTo>
                      <a:pt x="2546" y="599"/>
                      <a:pt x="4740" y="1397"/>
                      <a:pt x="6472" y="2905"/>
                    </a:cubicBezTo>
                    <a:cubicBezTo>
                      <a:pt x="8918" y="5052"/>
                      <a:pt x="10744" y="6468"/>
                      <a:pt x="13321" y="6468"/>
                    </a:cubicBezTo>
                    <a:cubicBezTo>
                      <a:pt x="13907" y="6468"/>
                      <a:pt x="14532" y="6395"/>
                      <a:pt x="15212" y="6240"/>
                    </a:cubicBezTo>
                    <a:cubicBezTo>
                      <a:pt x="17832" y="5645"/>
                      <a:pt x="19585" y="4964"/>
                      <a:pt x="21090" y="4964"/>
                    </a:cubicBezTo>
                    <a:cubicBezTo>
                      <a:pt x="21692" y="4964"/>
                      <a:pt x="22255" y="5073"/>
                      <a:pt x="22817" y="5340"/>
                    </a:cubicBezTo>
                    <a:cubicBezTo>
                      <a:pt x="24478" y="6088"/>
                      <a:pt x="24991" y="6881"/>
                      <a:pt x="25117" y="7129"/>
                    </a:cubicBezTo>
                    <a:lnTo>
                      <a:pt x="25117" y="7129"/>
                    </a:lnTo>
                    <a:cubicBezTo>
                      <a:pt x="23466" y="3508"/>
                      <a:pt x="20008" y="2301"/>
                      <a:pt x="16214" y="2301"/>
                    </a:cubicBezTo>
                    <a:cubicBezTo>
                      <a:pt x="15674" y="2301"/>
                      <a:pt x="15127" y="2326"/>
                      <a:pt x="14578" y="2371"/>
                    </a:cubicBezTo>
                    <a:cubicBezTo>
                      <a:pt x="14141" y="2407"/>
                      <a:pt x="13735" y="2424"/>
                      <a:pt x="13357" y="2424"/>
                    </a:cubicBezTo>
                    <a:cubicBezTo>
                      <a:pt x="9898" y="2424"/>
                      <a:pt x="8692" y="1025"/>
                      <a:pt x="5805" y="303"/>
                    </a:cubicBezTo>
                    <a:cubicBezTo>
                      <a:pt x="5016" y="99"/>
                      <a:pt x="4216" y="0"/>
                      <a:pt x="3418" y="0"/>
                    </a:cubicBezTo>
                    <a:close/>
                    <a:moveTo>
                      <a:pt x="25117" y="7129"/>
                    </a:moveTo>
                    <a:cubicBezTo>
                      <a:pt x="25128" y="7155"/>
                      <a:pt x="25140" y="7182"/>
                      <a:pt x="25152" y="7208"/>
                    </a:cubicBezTo>
                    <a:cubicBezTo>
                      <a:pt x="25152" y="7208"/>
                      <a:pt x="25142" y="7180"/>
                      <a:pt x="25117" y="7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6"/>
              <p:cNvSpPr/>
              <p:nvPr/>
            </p:nvSpPr>
            <p:spPr>
              <a:xfrm>
                <a:off x="4033875" y="1359750"/>
                <a:ext cx="636325" cy="1356000"/>
              </a:xfrm>
              <a:custGeom>
                <a:rect b="b" l="l" r="r" t="t"/>
                <a:pathLst>
                  <a:path extrusionOk="0" fill="none" h="54240" w="25453">
                    <a:moveTo>
                      <a:pt x="25452" y="54239"/>
                    </a:moveTo>
                    <a:cubicBezTo>
                      <a:pt x="25452" y="49703"/>
                      <a:pt x="21483" y="45300"/>
                      <a:pt x="16413" y="42397"/>
                    </a:cubicBezTo>
                    <a:cubicBezTo>
                      <a:pt x="11342" y="39495"/>
                      <a:pt x="5505" y="38461"/>
                      <a:pt x="2736" y="31456"/>
                    </a:cubicBezTo>
                    <a:cubicBezTo>
                      <a:pt x="1" y="24418"/>
                      <a:pt x="701" y="22450"/>
                      <a:pt x="1168" y="18113"/>
                    </a:cubicBezTo>
                    <a:cubicBezTo>
                      <a:pt x="1635" y="13810"/>
                      <a:pt x="3136" y="4470"/>
                      <a:pt x="2336" y="0"/>
                    </a:cubicBez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6"/>
              <p:cNvSpPr/>
              <p:nvPr/>
            </p:nvSpPr>
            <p:spPr>
              <a:xfrm>
                <a:off x="4139800" y="1480675"/>
                <a:ext cx="91750" cy="813100"/>
              </a:xfrm>
              <a:custGeom>
                <a:rect b="b" l="l" r="r" t="t"/>
                <a:pathLst>
                  <a:path extrusionOk="0" fill="none" h="32524" w="3670">
                    <a:moveTo>
                      <a:pt x="1835" y="0"/>
                    </a:moveTo>
                    <a:cubicBezTo>
                      <a:pt x="3403" y="6171"/>
                      <a:pt x="3670" y="10908"/>
                      <a:pt x="1835" y="18013"/>
                    </a:cubicBezTo>
                    <a:cubicBezTo>
                      <a:pt x="0" y="25118"/>
                      <a:pt x="2369" y="30789"/>
                      <a:pt x="2902" y="32524"/>
                    </a:cubicBez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6"/>
              <p:cNvSpPr/>
              <p:nvPr/>
            </p:nvSpPr>
            <p:spPr>
              <a:xfrm>
                <a:off x="3978000" y="2037725"/>
                <a:ext cx="441175" cy="373625"/>
              </a:xfrm>
              <a:custGeom>
                <a:rect b="b" l="l" r="r" t="t"/>
                <a:pathLst>
                  <a:path extrusionOk="0" fill="none" h="14945" w="17647">
                    <a:moveTo>
                      <a:pt x="1" y="1"/>
                    </a:moveTo>
                    <a:cubicBezTo>
                      <a:pt x="2503" y="5305"/>
                      <a:pt x="2203" y="10875"/>
                      <a:pt x="4571" y="12910"/>
                    </a:cubicBezTo>
                    <a:cubicBezTo>
                      <a:pt x="6906" y="14945"/>
                      <a:pt x="14311" y="12677"/>
                      <a:pt x="17647" y="14711"/>
                    </a:cubicBez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6"/>
              <p:cNvSpPr/>
              <p:nvPr/>
            </p:nvSpPr>
            <p:spPr>
              <a:xfrm>
                <a:off x="4273225" y="1963525"/>
                <a:ext cx="320250" cy="575425"/>
              </a:xfrm>
              <a:custGeom>
                <a:rect b="b" l="l" r="r" t="t"/>
                <a:pathLst>
                  <a:path extrusionOk="0" fill="none" h="23017" w="12810">
                    <a:moveTo>
                      <a:pt x="0" y="0"/>
                    </a:moveTo>
                    <a:cubicBezTo>
                      <a:pt x="2135" y="5170"/>
                      <a:pt x="2335" y="9373"/>
                      <a:pt x="5838" y="11508"/>
                    </a:cubicBezTo>
                    <a:cubicBezTo>
                      <a:pt x="9340" y="13643"/>
                      <a:pt x="9707" y="13210"/>
                      <a:pt x="10541" y="16345"/>
                    </a:cubicBezTo>
                    <a:cubicBezTo>
                      <a:pt x="11175" y="18613"/>
                      <a:pt x="11942" y="20848"/>
                      <a:pt x="12810" y="23017"/>
                    </a:cubicBez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6"/>
              <p:cNvSpPr/>
              <p:nvPr/>
            </p:nvSpPr>
            <p:spPr>
              <a:xfrm>
                <a:off x="4038050" y="2504725"/>
                <a:ext cx="627975" cy="172650"/>
              </a:xfrm>
              <a:custGeom>
                <a:rect b="b" l="l" r="r" t="t"/>
                <a:pathLst>
                  <a:path extrusionOk="0" fill="none" h="6906" w="25119">
                    <a:moveTo>
                      <a:pt x="1" y="301"/>
                    </a:moveTo>
                    <a:cubicBezTo>
                      <a:pt x="5805" y="1"/>
                      <a:pt x="8207" y="3270"/>
                      <a:pt x="11776" y="4204"/>
                    </a:cubicBezTo>
                    <a:cubicBezTo>
                      <a:pt x="15312" y="5105"/>
                      <a:pt x="16646" y="3337"/>
                      <a:pt x="19281" y="3337"/>
                    </a:cubicBezTo>
                    <a:cubicBezTo>
                      <a:pt x="21916" y="3303"/>
                      <a:pt x="25119" y="6906"/>
                      <a:pt x="25119" y="6906"/>
                    </a:cubicBez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5" name="Google Shape;835;p6"/>
            <p:cNvGrpSpPr/>
            <p:nvPr/>
          </p:nvGrpSpPr>
          <p:grpSpPr>
            <a:xfrm flipH="1" rot="2736561">
              <a:off x="588257" y="3834408"/>
              <a:ext cx="989131" cy="1147296"/>
              <a:chOff x="4483725" y="3281075"/>
              <a:chExt cx="511225" cy="592950"/>
            </a:xfrm>
          </p:grpSpPr>
          <p:sp>
            <p:nvSpPr>
              <p:cNvPr id="836" name="Google Shape;836;p6"/>
              <p:cNvSpPr/>
              <p:nvPr/>
            </p:nvSpPr>
            <p:spPr>
              <a:xfrm>
                <a:off x="4483725" y="3362800"/>
                <a:ext cx="152650" cy="334425"/>
              </a:xfrm>
              <a:custGeom>
                <a:rect b="b" l="l" r="r" t="t"/>
                <a:pathLst>
                  <a:path extrusionOk="0" h="13377" w="6106">
                    <a:moveTo>
                      <a:pt x="1435" y="0"/>
                    </a:moveTo>
                    <a:cubicBezTo>
                      <a:pt x="1435" y="1"/>
                      <a:pt x="1" y="6005"/>
                      <a:pt x="2336" y="8373"/>
                    </a:cubicBezTo>
                    <a:cubicBezTo>
                      <a:pt x="3703" y="9774"/>
                      <a:pt x="4738" y="11509"/>
                      <a:pt x="5271" y="13377"/>
                    </a:cubicBezTo>
                    <a:cubicBezTo>
                      <a:pt x="5271" y="13377"/>
                      <a:pt x="6105" y="8540"/>
                      <a:pt x="5471" y="6338"/>
                    </a:cubicBezTo>
                    <a:cubicBezTo>
                      <a:pt x="4871" y="4170"/>
                      <a:pt x="2536" y="3836"/>
                      <a:pt x="1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6"/>
              <p:cNvSpPr/>
              <p:nvPr/>
            </p:nvSpPr>
            <p:spPr>
              <a:xfrm>
                <a:off x="4597150" y="3490375"/>
                <a:ext cx="371950" cy="345275"/>
              </a:xfrm>
              <a:custGeom>
                <a:rect b="b" l="l" r="r" t="t"/>
                <a:pathLst>
                  <a:path extrusionOk="0" h="13811" w="14878">
                    <a:moveTo>
                      <a:pt x="14878" y="1"/>
                    </a:moveTo>
                    <a:lnTo>
                      <a:pt x="14878" y="1"/>
                    </a:lnTo>
                    <a:cubicBezTo>
                      <a:pt x="13176" y="1836"/>
                      <a:pt x="11042" y="3170"/>
                      <a:pt x="8640" y="3870"/>
                    </a:cubicBezTo>
                    <a:cubicBezTo>
                      <a:pt x="4837" y="4938"/>
                      <a:pt x="4037" y="5538"/>
                      <a:pt x="3036" y="7706"/>
                    </a:cubicBezTo>
                    <a:cubicBezTo>
                      <a:pt x="2069" y="9841"/>
                      <a:pt x="0" y="13811"/>
                      <a:pt x="0" y="13811"/>
                    </a:cubicBezTo>
                    <a:cubicBezTo>
                      <a:pt x="2969" y="10642"/>
                      <a:pt x="3036" y="8974"/>
                      <a:pt x="5738" y="8274"/>
                    </a:cubicBezTo>
                    <a:cubicBezTo>
                      <a:pt x="8473" y="7573"/>
                      <a:pt x="11775" y="6472"/>
                      <a:pt x="13210" y="4571"/>
                    </a:cubicBezTo>
                    <a:cubicBezTo>
                      <a:pt x="14611" y="2636"/>
                      <a:pt x="14878" y="1"/>
                      <a:pt x="14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6"/>
              <p:cNvSpPr/>
              <p:nvPr/>
            </p:nvSpPr>
            <p:spPr>
              <a:xfrm>
                <a:off x="4663850" y="3281075"/>
                <a:ext cx="331100" cy="278550"/>
              </a:xfrm>
              <a:custGeom>
                <a:rect b="b" l="l" r="r" t="t"/>
                <a:pathLst>
                  <a:path extrusionOk="0" h="11142" w="13244">
                    <a:moveTo>
                      <a:pt x="13244" y="0"/>
                    </a:moveTo>
                    <a:cubicBezTo>
                      <a:pt x="13243" y="1"/>
                      <a:pt x="10642" y="2669"/>
                      <a:pt x="7173" y="3570"/>
                    </a:cubicBezTo>
                    <a:cubicBezTo>
                      <a:pt x="3704" y="4504"/>
                      <a:pt x="1469" y="6538"/>
                      <a:pt x="735" y="8373"/>
                    </a:cubicBezTo>
                    <a:cubicBezTo>
                      <a:pt x="1" y="10241"/>
                      <a:pt x="268" y="11142"/>
                      <a:pt x="268" y="11142"/>
                    </a:cubicBezTo>
                    <a:cubicBezTo>
                      <a:pt x="2603" y="9007"/>
                      <a:pt x="4671" y="9507"/>
                      <a:pt x="8507" y="6672"/>
                    </a:cubicBezTo>
                    <a:cubicBezTo>
                      <a:pt x="10742" y="5004"/>
                      <a:pt x="12410" y="2669"/>
                      <a:pt x="132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6"/>
              <p:cNvSpPr/>
              <p:nvPr/>
            </p:nvSpPr>
            <p:spPr>
              <a:xfrm>
                <a:off x="4576300" y="3281075"/>
                <a:ext cx="417825" cy="592950"/>
              </a:xfrm>
              <a:custGeom>
                <a:rect b="b" l="l" r="r" t="t"/>
                <a:pathLst>
                  <a:path extrusionOk="0" fill="none" h="23718" w="16713">
                    <a:moveTo>
                      <a:pt x="0" y="23717"/>
                    </a:moveTo>
                    <a:cubicBezTo>
                      <a:pt x="2369" y="20482"/>
                      <a:pt x="601" y="17713"/>
                      <a:pt x="2269" y="14144"/>
                    </a:cubicBezTo>
                    <a:cubicBezTo>
                      <a:pt x="3937" y="10608"/>
                      <a:pt x="5671" y="6905"/>
                      <a:pt x="9474" y="5604"/>
                    </a:cubicBezTo>
                    <a:cubicBezTo>
                      <a:pt x="13243" y="4337"/>
                      <a:pt x="16712" y="0"/>
                      <a:pt x="16712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6"/>
              <p:cNvSpPr/>
              <p:nvPr/>
            </p:nvSpPr>
            <p:spPr>
              <a:xfrm>
                <a:off x="4519600" y="3362800"/>
                <a:ext cx="95925" cy="334425"/>
              </a:xfrm>
              <a:custGeom>
                <a:rect b="b" l="l" r="r" t="t"/>
                <a:pathLst>
                  <a:path extrusionOk="0" fill="none" h="13377" w="3837">
                    <a:moveTo>
                      <a:pt x="0" y="0"/>
                    </a:moveTo>
                    <a:cubicBezTo>
                      <a:pt x="400" y="5404"/>
                      <a:pt x="2535" y="5905"/>
                      <a:pt x="3102" y="8606"/>
                    </a:cubicBezTo>
                    <a:cubicBezTo>
                      <a:pt x="3469" y="10174"/>
                      <a:pt x="3703" y="11775"/>
                      <a:pt x="3836" y="13377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6"/>
              <p:cNvSpPr/>
              <p:nvPr/>
            </p:nvSpPr>
            <p:spPr>
              <a:xfrm>
                <a:off x="4597150" y="3491225"/>
                <a:ext cx="371125" cy="345275"/>
              </a:xfrm>
              <a:custGeom>
                <a:rect b="b" l="l" r="r" t="t"/>
                <a:pathLst>
                  <a:path extrusionOk="0" fill="none" h="13811" w="14845">
                    <a:moveTo>
                      <a:pt x="14844" y="0"/>
                    </a:moveTo>
                    <a:cubicBezTo>
                      <a:pt x="12343" y="3970"/>
                      <a:pt x="9207" y="4637"/>
                      <a:pt x="6505" y="6238"/>
                    </a:cubicBezTo>
                    <a:cubicBezTo>
                      <a:pt x="3836" y="7839"/>
                      <a:pt x="2202" y="10141"/>
                      <a:pt x="0" y="1381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42" name="Google Shape;842;p6"/>
          <p:cNvSpPr txBox="1"/>
          <p:nvPr/>
        </p:nvSpPr>
        <p:spPr>
          <a:xfrm>
            <a:off x="255811" y="1028226"/>
            <a:ext cx="4963331" cy="176984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Capriola"/>
              <a:buChar char="-"/>
            </a:pPr>
            <a:r>
              <a:rPr b="0" i="0" lang="en" sz="16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Is used to study lake turnover </a:t>
            </a:r>
            <a:endParaRPr b="0" i="0" sz="18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  <p:pic>
        <p:nvPicPr>
          <p:cNvPr id="843" name="Google Shape;8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467" y="2250575"/>
            <a:ext cx="3620059" cy="2662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6"/>
          <p:cNvPicPr preferRelativeResize="0"/>
          <p:nvPr/>
        </p:nvPicPr>
        <p:blipFill rotWithShape="1">
          <a:blip r:embed="rId4">
            <a:alphaModFix/>
          </a:blip>
          <a:srcRect b="0" l="0" r="46625" t="0"/>
          <a:stretch/>
        </p:blipFill>
        <p:spPr>
          <a:xfrm>
            <a:off x="4862125" y="1349025"/>
            <a:ext cx="2993449" cy="3089025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" name="Google Shape;849;p7"/>
          <p:cNvGrpSpPr/>
          <p:nvPr/>
        </p:nvGrpSpPr>
        <p:grpSpPr>
          <a:xfrm>
            <a:off x="-3525" y="2571741"/>
            <a:ext cx="9158100" cy="2571785"/>
            <a:chOff x="-3525" y="2571741"/>
            <a:chExt cx="9158100" cy="2571785"/>
          </a:xfrm>
        </p:grpSpPr>
        <p:sp>
          <p:nvSpPr>
            <p:cNvPr id="850" name="Google Shape;850;p7"/>
            <p:cNvSpPr/>
            <p:nvPr/>
          </p:nvSpPr>
          <p:spPr>
            <a:xfrm>
              <a:off x="0" y="4257626"/>
              <a:ext cx="9144000" cy="885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1" name="Google Shape;851;p7"/>
            <p:cNvCxnSpPr/>
            <p:nvPr/>
          </p:nvCxnSpPr>
          <p:spPr>
            <a:xfrm>
              <a:off x="-3525" y="2571741"/>
              <a:ext cx="9158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52" name="Google Shape;852;p7"/>
            <p:cNvGrpSpPr/>
            <p:nvPr/>
          </p:nvGrpSpPr>
          <p:grpSpPr>
            <a:xfrm>
              <a:off x="232791" y="3164282"/>
              <a:ext cx="8714206" cy="1169875"/>
              <a:chOff x="232791" y="3164282"/>
              <a:chExt cx="8714206" cy="1169875"/>
            </a:xfrm>
          </p:grpSpPr>
          <p:sp>
            <p:nvSpPr>
              <p:cNvPr id="853" name="Google Shape;853;p7"/>
              <p:cNvSpPr/>
              <p:nvPr/>
            </p:nvSpPr>
            <p:spPr>
              <a:xfrm flipH="1" rot="7184">
                <a:off x="8376219" y="3164582"/>
                <a:ext cx="287101" cy="1221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7"/>
              <p:cNvSpPr/>
              <p:nvPr/>
            </p:nvSpPr>
            <p:spPr>
              <a:xfrm flipH="1" rot="4102">
                <a:off x="232855" y="4004301"/>
                <a:ext cx="251400" cy="1071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7"/>
              <p:cNvSpPr/>
              <p:nvPr/>
            </p:nvSpPr>
            <p:spPr>
              <a:xfrm flipH="1" rot="6095">
                <a:off x="484257" y="3821703"/>
                <a:ext cx="169200" cy="720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7"/>
              <p:cNvSpPr/>
              <p:nvPr/>
            </p:nvSpPr>
            <p:spPr>
              <a:xfrm flipH="1" rot="7184">
                <a:off x="8659769" y="4211757"/>
                <a:ext cx="287101" cy="1221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57" name="Google Shape;857;p7"/>
          <p:cNvSpPr txBox="1"/>
          <p:nvPr>
            <p:ph type="title"/>
          </p:nvPr>
        </p:nvSpPr>
        <p:spPr>
          <a:xfrm>
            <a:off x="20213" y="22175"/>
            <a:ext cx="5101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Stationary Device </a:t>
            </a:r>
            <a:endParaRPr/>
          </a:p>
        </p:txBody>
      </p:sp>
      <p:sp>
        <p:nvSpPr>
          <p:cNvPr id="858" name="Google Shape;858;p7"/>
          <p:cNvSpPr txBox="1"/>
          <p:nvPr>
            <p:ph idx="1" type="subTitle"/>
          </p:nvPr>
        </p:nvSpPr>
        <p:spPr>
          <a:xfrm>
            <a:off x="137323" y="491500"/>
            <a:ext cx="4931400" cy="27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A stationary device to have the same measurements as the buoy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Can be put in either the inlet or outlet of Lake Kilroy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Mobile and can be put anywhere for classes to use.</a:t>
            </a:r>
            <a:endParaRPr/>
          </a:p>
        </p:txBody>
      </p:sp>
      <p:sp>
        <p:nvSpPr>
          <p:cNvPr id="859" name="Google Shape;859;p7"/>
          <p:cNvSpPr/>
          <p:nvPr/>
        </p:nvSpPr>
        <p:spPr>
          <a:xfrm flipH="1">
            <a:off x="5128793" y="120705"/>
            <a:ext cx="1120402" cy="370799"/>
          </a:xfrm>
          <a:custGeom>
            <a:rect b="b" l="l" r="r" t="t"/>
            <a:pathLst>
              <a:path extrusionOk="0" h="9772" w="29527">
                <a:moveTo>
                  <a:pt x="17662" y="1"/>
                </a:moveTo>
                <a:cubicBezTo>
                  <a:pt x="15697" y="1"/>
                  <a:pt x="13694" y="1420"/>
                  <a:pt x="12665" y="4469"/>
                </a:cubicBezTo>
                <a:cubicBezTo>
                  <a:pt x="11783" y="3198"/>
                  <a:pt x="10819" y="2638"/>
                  <a:pt x="9956" y="2638"/>
                </a:cubicBezTo>
                <a:cubicBezTo>
                  <a:pt x="8752" y="2638"/>
                  <a:pt x="7747" y="3730"/>
                  <a:pt x="7445" y="5505"/>
                </a:cubicBezTo>
                <a:cubicBezTo>
                  <a:pt x="6807" y="4894"/>
                  <a:pt x="6154" y="4619"/>
                  <a:pt x="5580" y="4619"/>
                </a:cubicBezTo>
                <a:cubicBezTo>
                  <a:pt x="4421" y="4619"/>
                  <a:pt x="3578" y="5735"/>
                  <a:pt x="3800" y="7452"/>
                </a:cubicBezTo>
                <a:cubicBezTo>
                  <a:pt x="3301" y="7091"/>
                  <a:pt x="2803" y="6934"/>
                  <a:pt x="2343" y="6934"/>
                </a:cubicBezTo>
                <a:cubicBezTo>
                  <a:pt x="1008" y="6934"/>
                  <a:pt x="1" y="8261"/>
                  <a:pt x="278" y="9772"/>
                </a:cubicBezTo>
                <a:lnTo>
                  <a:pt x="29526" y="9772"/>
                </a:lnTo>
                <a:cubicBezTo>
                  <a:pt x="29526" y="6388"/>
                  <a:pt x="27059" y="4628"/>
                  <a:pt x="24884" y="4628"/>
                </a:cubicBezTo>
                <a:cubicBezTo>
                  <a:pt x="24090" y="4628"/>
                  <a:pt x="23335" y="4862"/>
                  <a:pt x="22753" y="5339"/>
                </a:cubicBezTo>
                <a:cubicBezTo>
                  <a:pt x="22143" y="1889"/>
                  <a:pt x="19928" y="1"/>
                  <a:pt x="176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7"/>
          <p:cNvSpPr/>
          <p:nvPr/>
        </p:nvSpPr>
        <p:spPr>
          <a:xfrm>
            <a:off x="4089900" y="385793"/>
            <a:ext cx="1444978" cy="478193"/>
          </a:xfrm>
          <a:custGeom>
            <a:rect b="b" l="l" r="r" t="t"/>
            <a:pathLst>
              <a:path extrusionOk="0" h="9772" w="29527">
                <a:moveTo>
                  <a:pt x="17662" y="1"/>
                </a:moveTo>
                <a:cubicBezTo>
                  <a:pt x="15697" y="1"/>
                  <a:pt x="13694" y="1420"/>
                  <a:pt x="12665" y="4469"/>
                </a:cubicBezTo>
                <a:cubicBezTo>
                  <a:pt x="11783" y="3198"/>
                  <a:pt x="10819" y="2638"/>
                  <a:pt x="9956" y="2638"/>
                </a:cubicBezTo>
                <a:cubicBezTo>
                  <a:pt x="8752" y="2638"/>
                  <a:pt x="7747" y="3730"/>
                  <a:pt x="7445" y="5505"/>
                </a:cubicBezTo>
                <a:cubicBezTo>
                  <a:pt x="6807" y="4894"/>
                  <a:pt x="6154" y="4619"/>
                  <a:pt x="5580" y="4619"/>
                </a:cubicBezTo>
                <a:cubicBezTo>
                  <a:pt x="4421" y="4619"/>
                  <a:pt x="3578" y="5735"/>
                  <a:pt x="3800" y="7452"/>
                </a:cubicBezTo>
                <a:cubicBezTo>
                  <a:pt x="3301" y="7091"/>
                  <a:pt x="2803" y="6934"/>
                  <a:pt x="2343" y="6934"/>
                </a:cubicBezTo>
                <a:cubicBezTo>
                  <a:pt x="1008" y="6934"/>
                  <a:pt x="1" y="8261"/>
                  <a:pt x="278" y="9772"/>
                </a:cubicBezTo>
                <a:lnTo>
                  <a:pt x="29526" y="9772"/>
                </a:lnTo>
                <a:cubicBezTo>
                  <a:pt x="29526" y="6388"/>
                  <a:pt x="27059" y="4628"/>
                  <a:pt x="24884" y="4628"/>
                </a:cubicBezTo>
                <a:cubicBezTo>
                  <a:pt x="24090" y="4628"/>
                  <a:pt x="23335" y="4862"/>
                  <a:pt x="22753" y="5339"/>
                </a:cubicBezTo>
                <a:cubicBezTo>
                  <a:pt x="22143" y="1889"/>
                  <a:pt x="19928" y="1"/>
                  <a:pt x="176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1" name="Google Shape;861;p7"/>
          <p:cNvGrpSpPr/>
          <p:nvPr/>
        </p:nvGrpSpPr>
        <p:grpSpPr>
          <a:xfrm>
            <a:off x="-3525" y="3947505"/>
            <a:ext cx="1277857" cy="1205420"/>
            <a:chOff x="-3525" y="3947505"/>
            <a:chExt cx="1277857" cy="1205420"/>
          </a:xfrm>
        </p:grpSpPr>
        <p:grpSp>
          <p:nvGrpSpPr>
            <p:cNvPr id="862" name="Google Shape;862;p7"/>
            <p:cNvGrpSpPr/>
            <p:nvPr/>
          </p:nvGrpSpPr>
          <p:grpSpPr>
            <a:xfrm flipH="1" rot="-3674922">
              <a:off x="252025" y="4286950"/>
              <a:ext cx="1077456" cy="512016"/>
              <a:chOff x="4925350" y="704275"/>
              <a:chExt cx="1077475" cy="512025"/>
            </a:xfrm>
          </p:grpSpPr>
          <p:sp>
            <p:nvSpPr>
              <p:cNvPr id="863" name="Google Shape;863;p7"/>
              <p:cNvSpPr/>
              <p:nvPr/>
            </p:nvSpPr>
            <p:spPr>
              <a:xfrm>
                <a:off x="4925350" y="743200"/>
                <a:ext cx="670500" cy="172925"/>
              </a:xfrm>
              <a:custGeom>
                <a:rect b="b" l="l" r="r" t="t"/>
                <a:pathLst>
                  <a:path extrusionOk="0" h="6917" w="26820">
                    <a:moveTo>
                      <a:pt x="13408" y="0"/>
                    </a:moveTo>
                    <a:cubicBezTo>
                      <a:pt x="6185" y="0"/>
                      <a:pt x="1" y="4481"/>
                      <a:pt x="1" y="4481"/>
                    </a:cubicBezTo>
                    <a:cubicBezTo>
                      <a:pt x="904" y="4638"/>
                      <a:pt x="1765" y="4704"/>
                      <a:pt x="2589" y="4704"/>
                    </a:cubicBezTo>
                    <a:cubicBezTo>
                      <a:pt x="6608" y="4704"/>
                      <a:pt x="9749" y="3155"/>
                      <a:pt x="12638" y="3155"/>
                    </a:cubicBezTo>
                    <a:cubicBezTo>
                      <a:pt x="13686" y="3155"/>
                      <a:pt x="14701" y="3359"/>
                      <a:pt x="15712" y="3914"/>
                    </a:cubicBezTo>
                    <a:cubicBezTo>
                      <a:pt x="20082" y="6316"/>
                      <a:pt x="26820" y="6916"/>
                      <a:pt x="26820" y="6916"/>
                    </a:cubicBezTo>
                    <a:cubicBezTo>
                      <a:pt x="26820" y="6916"/>
                      <a:pt x="22383" y="579"/>
                      <a:pt x="14644" y="45"/>
                    </a:cubicBezTo>
                    <a:cubicBezTo>
                      <a:pt x="14229" y="14"/>
                      <a:pt x="13817" y="0"/>
                      <a:pt x="134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7"/>
              <p:cNvSpPr/>
              <p:nvPr/>
            </p:nvSpPr>
            <p:spPr>
              <a:xfrm>
                <a:off x="5240575" y="942350"/>
                <a:ext cx="567925" cy="146325"/>
              </a:xfrm>
              <a:custGeom>
                <a:rect b="b" l="l" r="r" t="t"/>
                <a:pathLst>
                  <a:path extrusionOk="0" h="5853" w="22717">
                    <a:moveTo>
                      <a:pt x="17929" y="1"/>
                    </a:moveTo>
                    <a:cubicBezTo>
                      <a:pt x="15911" y="1"/>
                      <a:pt x="13527" y="302"/>
                      <a:pt x="11342" y="1352"/>
                    </a:cubicBezTo>
                    <a:cubicBezTo>
                      <a:pt x="5588" y="4132"/>
                      <a:pt x="1548" y="4364"/>
                      <a:pt x="361" y="4364"/>
                    </a:cubicBezTo>
                    <a:cubicBezTo>
                      <a:pt x="124" y="4364"/>
                      <a:pt x="1" y="4354"/>
                      <a:pt x="1" y="4354"/>
                    </a:cubicBezTo>
                    <a:lnTo>
                      <a:pt x="1" y="4354"/>
                    </a:lnTo>
                    <a:cubicBezTo>
                      <a:pt x="2237" y="5423"/>
                      <a:pt x="4500" y="5852"/>
                      <a:pt x="6647" y="5852"/>
                    </a:cubicBezTo>
                    <a:cubicBezTo>
                      <a:pt x="10265" y="5852"/>
                      <a:pt x="13551" y="4631"/>
                      <a:pt x="15812" y="3187"/>
                    </a:cubicBezTo>
                    <a:cubicBezTo>
                      <a:pt x="17880" y="1786"/>
                      <a:pt x="20248" y="918"/>
                      <a:pt x="22717" y="552"/>
                    </a:cubicBezTo>
                    <a:cubicBezTo>
                      <a:pt x="22717" y="552"/>
                      <a:pt x="20657" y="1"/>
                      <a:pt x="179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7"/>
              <p:cNvSpPr/>
              <p:nvPr/>
            </p:nvSpPr>
            <p:spPr>
              <a:xfrm>
                <a:off x="5482425" y="1051825"/>
                <a:ext cx="492875" cy="164475"/>
              </a:xfrm>
              <a:custGeom>
                <a:rect b="b" l="l" r="r" t="t"/>
                <a:pathLst>
                  <a:path extrusionOk="0" h="6579" w="19715">
                    <a:moveTo>
                      <a:pt x="14944" y="0"/>
                    </a:moveTo>
                    <a:cubicBezTo>
                      <a:pt x="12982" y="0"/>
                      <a:pt x="10528" y="740"/>
                      <a:pt x="8540" y="2344"/>
                    </a:cubicBezTo>
                    <a:cubicBezTo>
                      <a:pt x="5471" y="4845"/>
                      <a:pt x="0" y="4879"/>
                      <a:pt x="0" y="4879"/>
                    </a:cubicBezTo>
                    <a:cubicBezTo>
                      <a:pt x="0" y="4879"/>
                      <a:pt x="2899" y="6579"/>
                      <a:pt x="6353" y="6579"/>
                    </a:cubicBezTo>
                    <a:cubicBezTo>
                      <a:pt x="7172" y="6579"/>
                      <a:pt x="8023" y="6483"/>
                      <a:pt x="8873" y="6246"/>
                    </a:cubicBezTo>
                    <a:cubicBezTo>
                      <a:pt x="12727" y="5166"/>
                      <a:pt x="14306" y="2323"/>
                      <a:pt x="17994" y="2323"/>
                    </a:cubicBezTo>
                    <a:cubicBezTo>
                      <a:pt x="18521" y="2323"/>
                      <a:pt x="19090" y="2381"/>
                      <a:pt x="19714" y="2510"/>
                    </a:cubicBezTo>
                    <a:cubicBezTo>
                      <a:pt x="19714" y="2510"/>
                      <a:pt x="19314" y="1877"/>
                      <a:pt x="17613" y="676"/>
                    </a:cubicBezTo>
                    <a:cubicBezTo>
                      <a:pt x="16990" y="233"/>
                      <a:pt x="16044" y="0"/>
                      <a:pt x="149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7"/>
              <p:cNvSpPr/>
              <p:nvPr/>
            </p:nvSpPr>
            <p:spPr>
              <a:xfrm>
                <a:off x="5657550" y="704275"/>
                <a:ext cx="271875" cy="318600"/>
              </a:xfrm>
              <a:custGeom>
                <a:rect b="b" l="l" r="r" t="t"/>
                <a:pathLst>
                  <a:path extrusionOk="0" h="12744" w="10875">
                    <a:moveTo>
                      <a:pt x="0" y="1"/>
                    </a:moveTo>
                    <a:cubicBezTo>
                      <a:pt x="0" y="1"/>
                      <a:pt x="3503" y="1702"/>
                      <a:pt x="5104" y="4437"/>
                    </a:cubicBezTo>
                    <a:cubicBezTo>
                      <a:pt x="6705" y="7139"/>
                      <a:pt x="9941" y="12743"/>
                      <a:pt x="9941" y="12743"/>
                    </a:cubicBezTo>
                    <a:cubicBezTo>
                      <a:pt x="8273" y="8540"/>
                      <a:pt x="10875" y="7439"/>
                      <a:pt x="8840" y="3937"/>
                    </a:cubicBezTo>
                    <a:cubicBezTo>
                      <a:pt x="6805" y="434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7"/>
              <p:cNvSpPr/>
              <p:nvPr/>
            </p:nvSpPr>
            <p:spPr>
              <a:xfrm>
                <a:off x="4925350" y="750975"/>
                <a:ext cx="1077475" cy="422825"/>
              </a:xfrm>
              <a:custGeom>
                <a:rect b="b" l="l" r="r" t="t"/>
                <a:pathLst>
                  <a:path extrusionOk="0" fill="none" h="16913" w="43099">
                    <a:moveTo>
                      <a:pt x="43098" y="16913"/>
                    </a:moveTo>
                    <a:cubicBezTo>
                      <a:pt x="40963" y="11642"/>
                      <a:pt x="37027" y="7406"/>
                      <a:pt x="30356" y="7106"/>
                    </a:cubicBezTo>
                    <a:cubicBezTo>
                      <a:pt x="23718" y="6839"/>
                      <a:pt x="20549" y="3170"/>
                      <a:pt x="15145" y="1602"/>
                    </a:cubicBezTo>
                    <a:cubicBezTo>
                      <a:pt x="9741" y="1"/>
                      <a:pt x="1" y="4170"/>
                      <a:pt x="1" y="417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7"/>
              <p:cNvSpPr/>
              <p:nvPr/>
            </p:nvSpPr>
            <p:spPr>
              <a:xfrm>
                <a:off x="5240575" y="954450"/>
                <a:ext cx="567925" cy="117625"/>
              </a:xfrm>
              <a:custGeom>
                <a:rect b="b" l="l" r="r" t="t"/>
                <a:pathLst>
                  <a:path extrusionOk="0" fill="none" h="4705" w="22717">
                    <a:moveTo>
                      <a:pt x="1" y="3870"/>
                    </a:moveTo>
                    <a:cubicBezTo>
                      <a:pt x="8774" y="4704"/>
                      <a:pt x="12343" y="2803"/>
                      <a:pt x="14978" y="1402"/>
                    </a:cubicBezTo>
                    <a:cubicBezTo>
                      <a:pt x="17613" y="1"/>
                      <a:pt x="22717" y="68"/>
                      <a:pt x="22717" y="68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7"/>
              <p:cNvSpPr/>
              <p:nvPr/>
            </p:nvSpPr>
            <p:spPr>
              <a:xfrm>
                <a:off x="5656700" y="704275"/>
                <a:ext cx="249375" cy="319425"/>
              </a:xfrm>
              <a:custGeom>
                <a:rect b="b" l="l" r="r" t="t"/>
                <a:pathLst>
                  <a:path extrusionOk="0" fill="none" h="12777" w="9975">
                    <a:moveTo>
                      <a:pt x="1" y="1"/>
                    </a:moveTo>
                    <a:cubicBezTo>
                      <a:pt x="4037" y="768"/>
                      <a:pt x="7573" y="3470"/>
                      <a:pt x="8107" y="5972"/>
                    </a:cubicBezTo>
                    <a:cubicBezTo>
                      <a:pt x="8607" y="8240"/>
                      <a:pt x="9241" y="10542"/>
                      <a:pt x="9975" y="1277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7"/>
              <p:cNvSpPr/>
              <p:nvPr/>
            </p:nvSpPr>
            <p:spPr>
              <a:xfrm>
                <a:off x="5481575" y="1069550"/>
                <a:ext cx="492875" cy="134275"/>
              </a:xfrm>
              <a:custGeom>
                <a:rect b="b" l="l" r="r" t="t"/>
                <a:pathLst>
                  <a:path extrusionOk="0" fill="none" h="5371" w="19715">
                    <a:moveTo>
                      <a:pt x="1" y="4170"/>
                    </a:moveTo>
                    <a:cubicBezTo>
                      <a:pt x="5138" y="5371"/>
                      <a:pt x="8974" y="3636"/>
                      <a:pt x="12143" y="1801"/>
                    </a:cubicBezTo>
                    <a:cubicBezTo>
                      <a:pt x="15312" y="0"/>
                      <a:pt x="19715" y="1801"/>
                      <a:pt x="19715" y="180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1" name="Google Shape;871;p7"/>
            <p:cNvSpPr/>
            <p:nvPr/>
          </p:nvSpPr>
          <p:spPr>
            <a:xfrm flipH="1">
              <a:off x="-3525" y="4379650"/>
              <a:ext cx="1019100" cy="773275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p7"/>
          <p:cNvGrpSpPr/>
          <p:nvPr/>
        </p:nvGrpSpPr>
        <p:grpSpPr>
          <a:xfrm>
            <a:off x="8715765" y="2814665"/>
            <a:ext cx="280183" cy="626913"/>
            <a:chOff x="2721325" y="3835313"/>
            <a:chExt cx="520400" cy="1164400"/>
          </a:xfrm>
        </p:grpSpPr>
        <p:sp>
          <p:nvSpPr>
            <p:cNvPr id="873" name="Google Shape;873;p7"/>
            <p:cNvSpPr/>
            <p:nvPr/>
          </p:nvSpPr>
          <p:spPr>
            <a:xfrm>
              <a:off x="2873925" y="4089863"/>
              <a:ext cx="132625" cy="766400"/>
            </a:xfrm>
            <a:custGeom>
              <a:rect b="b" l="l" r="r" t="t"/>
              <a:pathLst>
                <a:path extrusionOk="0" fill="none" h="30656" w="5305">
                  <a:moveTo>
                    <a:pt x="1" y="30656"/>
                  </a:moveTo>
                  <a:cubicBezTo>
                    <a:pt x="1101" y="26653"/>
                    <a:pt x="4170" y="24818"/>
                    <a:pt x="4537" y="21149"/>
                  </a:cubicBezTo>
                  <a:cubicBezTo>
                    <a:pt x="4938" y="17513"/>
                    <a:pt x="3803" y="14778"/>
                    <a:pt x="4537" y="11275"/>
                  </a:cubicBezTo>
                  <a:cubicBezTo>
                    <a:pt x="5304" y="7773"/>
                    <a:pt x="5171" y="3336"/>
                    <a:pt x="3870" y="0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2867250" y="4025213"/>
              <a:ext cx="325275" cy="759000"/>
            </a:xfrm>
            <a:custGeom>
              <a:rect b="b" l="l" r="r" t="t"/>
              <a:pathLst>
                <a:path extrusionOk="0" h="30360" w="13011">
                  <a:moveTo>
                    <a:pt x="5200" y="0"/>
                  </a:moveTo>
                  <a:cubicBezTo>
                    <a:pt x="4945" y="0"/>
                    <a:pt x="4669" y="58"/>
                    <a:pt x="4371" y="185"/>
                  </a:cubicBezTo>
                  <a:cubicBezTo>
                    <a:pt x="1235" y="1519"/>
                    <a:pt x="1669" y="2653"/>
                    <a:pt x="1669" y="2653"/>
                  </a:cubicBezTo>
                  <a:cubicBezTo>
                    <a:pt x="1" y="6589"/>
                    <a:pt x="5138" y="8124"/>
                    <a:pt x="5138" y="8124"/>
                  </a:cubicBezTo>
                  <a:cubicBezTo>
                    <a:pt x="4401" y="10751"/>
                    <a:pt x="4864" y="12301"/>
                    <a:pt x="6883" y="12301"/>
                  </a:cubicBezTo>
                  <a:cubicBezTo>
                    <a:pt x="6966" y="12301"/>
                    <a:pt x="7051" y="12299"/>
                    <a:pt x="7139" y="12293"/>
                  </a:cubicBezTo>
                  <a:lnTo>
                    <a:pt x="7139" y="12293"/>
                  </a:lnTo>
                  <a:cubicBezTo>
                    <a:pt x="5772" y="13928"/>
                    <a:pt x="5838" y="15362"/>
                    <a:pt x="7706" y="16563"/>
                  </a:cubicBezTo>
                  <a:cubicBezTo>
                    <a:pt x="6405" y="18498"/>
                    <a:pt x="6305" y="20199"/>
                    <a:pt x="8273" y="21567"/>
                  </a:cubicBezTo>
                  <a:cubicBezTo>
                    <a:pt x="7006" y="22801"/>
                    <a:pt x="7006" y="24035"/>
                    <a:pt x="7840" y="25236"/>
                  </a:cubicBezTo>
                  <a:cubicBezTo>
                    <a:pt x="6505" y="25870"/>
                    <a:pt x="5938" y="26737"/>
                    <a:pt x="6606" y="27971"/>
                  </a:cubicBezTo>
                  <a:cubicBezTo>
                    <a:pt x="6606" y="27971"/>
                    <a:pt x="4838" y="30039"/>
                    <a:pt x="6038" y="30306"/>
                  </a:cubicBezTo>
                  <a:cubicBezTo>
                    <a:pt x="6222" y="30343"/>
                    <a:pt x="6393" y="30359"/>
                    <a:pt x="6551" y="30359"/>
                  </a:cubicBezTo>
                  <a:cubicBezTo>
                    <a:pt x="8574" y="30359"/>
                    <a:pt x="8574" y="27604"/>
                    <a:pt x="8574" y="27604"/>
                  </a:cubicBezTo>
                  <a:cubicBezTo>
                    <a:pt x="10475" y="27604"/>
                    <a:pt x="10975" y="25736"/>
                    <a:pt x="9674" y="24269"/>
                  </a:cubicBezTo>
                  <a:cubicBezTo>
                    <a:pt x="11276" y="23735"/>
                    <a:pt x="12276" y="21000"/>
                    <a:pt x="10275" y="19765"/>
                  </a:cubicBezTo>
                  <a:cubicBezTo>
                    <a:pt x="12476" y="19365"/>
                    <a:pt x="13010" y="16463"/>
                    <a:pt x="11075" y="15329"/>
                  </a:cubicBezTo>
                  <a:cubicBezTo>
                    <a:pt x="12677" y="12894"/>
                    <a:pt x="12843" y="10792"/>
                    <a:pt x="9975" y="9358"/>
                  </a:cubicBezTo>
                  <a:cubicBezTo>
                    <a:pt x="10508" y="7056"/>
                    <a:pt x="10108" y="5489"/>
                    <a:pt x="8140" y="5188"/>
                  </a:cubicBezTo>
                  <a:cubicBezTo>
                    <a:pt x="8140" y="5188"/>
                    <a:pt x="7621" y="0"/>
                    <a:pt x="5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2817225" y="4097363"/>
              <a:ext cx="215175" cy="902350"/>
            </a:xfrm>
            <a:custGeom>
              <a:rect b="b" l="l" r="r" t="t"/>
              <a:pathLst>
                <a:path extrusionOk="0" fill="none" h="36094" w="8607">
                  <a:moveTo>
                    <a:pt x="768" y="1"/>
                  </a:moveTo>
                  <a:cubicBezTo>
                    <a:pt x="1201" y="3770"/>
                    <a:pt x="4337" y="4704"/>
                    <a:pt x="6138" y="9441"/>
                  </a:cubicBezTo>
                  <a:cubicBezTo>
                    <a:pt x="7939" y="14178"/>
                    <a:pt x="8607" y="18714"/>
                    <a:pt x="6772" y="24318"/>
                  </a:cubicBezTo>
                  <a:cubicBezTo>
                    <a:pt x="4904" y="29922"/>
                    <a:pt x="5404" y="30156"/>
                    <a:pt x="4670" y="32090"/>
                  </a:cubicBezTo>
                  <a:cubicBezTo>
                    <a:pt x="3937" y="33992"/>
                    <a:pt x="2035" y="33758"/>
                    <a:pt x="0" y="36093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2952325" y="3954763"/>
              <a:ext cx="289400" cy="1044950"/>
            </a:xfrm>
            <a:custGeom>
              <a:rect b="b" l="l" r="r" t="t"/>
              <a:pathLst>
                <a:path extrusionOk="0" fill="none" h="41798" w="11576">
                  <a:moveTo>
                    <a:pt x="3870" y="1"/>
                  </a:moveTo>
                  <a:cubicBezTo>
                    <a:pt x="4737" y="3670"/>
                    <a:pt x="5971" y="7239"/>
                    <a:pt x="7939" y="9407"/>
                  </a:cubicBezTo>
                  <a:cubicBezTo>
                    <a:pt x="9907" y="11576"/>
                    <a:pt x="11575" y="17046"/>
                    <a:pt x="9774" y="22283"/>
                  </a:cubicBezTo>
                  <a:cubicBezTo>
                    <a:pt x="8006" y="27520"/>
                    <a:pt x="8073" y="28254"/>
                    <a:pt x="8006" y="30789"/>
                  </a:cubicBezTo>
                  <a:cubicBezTo>
                    <a:pt x="7939" y="33291"/>
                    <a:pt x="5471" y="34892"/>
                    <a:pt x="2902" y="37794"/>
                  </a:cubicBezTo>
                  <a:cubicBezTo>
                    <a:pt x="300" y="40696"/>
                    <a:pt x="0" y="41797"/>
                    <a:pt x="0" y="41797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2963150" y="4042338"/>
              <a:ext cx="168500" cy="873975"/>
            </a:xfrm>
            <a:custGeom>
              <a:rect b="b" l="l" r="r" t="t"/>
              <a:pathLst>
                <a:path extrusionOk="0" fill="none" h="34959" w="6740">
                  <a:moveTo>
                    <a:pt x="1402" y="0"/>
                  </a:moveTo>
                  <a:cubicBezTo>
                    <a:pt x="1402" y="4070"/>
                    <a:pt x="3270" y="5838"/>
                    <a:pt x="4838" y="9474"/>
                  </a:cubicBezTo>
                  <a:cubicBezTo>
                    <a:pt x="6405" y="13110"/>
                    <a:pt x="4804" y="15044"/>
                    <a:pt x="5105" y="18146"/>
                  </a:cubicBezTo>
                  <a:cubicBezTo>
                    <a:pt x="5405" y="21282"/>
                    <a:pt x="6739" y="25218"/>
                    <a:pt x="4838" y="29121"/>
                  </a:cubicBezTo>
                  <a:cubicBezTo>
                    <a:pt x="3737" y="31456"/>
                    <a:pt x="2069" y="33457"/>
                    <a:pt x="1" y="34958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2721325" y="3835313"/>
              <a:ext cx="418650" cy="333825"/>
            </a:xfrm>
            <a:custGeom>
              <a:rect b="b" l="l" r="r" t="t"/>
              <a:pathLst>
                <a:path extrusionOk="0" h="13353" w="16746">
                  <a:moveTo>
                    <a:pt x="8904" y="1"/>
                  </a:moveTo>
                  <a:cubicBezTo>
                    <a:pt x="6650" y="1"/>
                    <a:pt x="4335" y="907"/>
                    <a:pt x="2702" y="3044"/>
                  </a:cubicBezTo>
                  <a:cubicBezTo>
                    <a:pt x="0" y="6547"/>
                    <a:pt x="1301" y="12451"/>
                    <a:pt x="3036" y="13251"/>
                  </a:cubicBezTo>
                  <a:cubicBezTo>
                    <a:pt x="3174" y="13319"/>
                    <a:pt x="3411" y="13352"/>
                    <a:pt x="3723" y="13352"/>
                  </a:cubicBezTo>
                  <a:cubicBezTo>
                    <a:pt x="5894" y="13352"/>
                    <a:pt x="11744" y="11718"/>
                    <a:pt x="14077" y="8248"/>
                  </a:cubicBezTo>
                  <a:cubicBezTo>
                    <a:pt x="16746" y="4312"/>
                    <a:pt x="16145" y="2777"/>
                    <a:pt x="13043" y="1076"/>
                  </a:cubicBezTo>
                  <a:cubicBezTo>
                    <a:pt x="11829" y="390"/>
                    <a:pt x="10379" y="1"/>
                    <a:pt x="89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9" name="Google Shape;879;p7"/>
          <p:cNvGrpSpPr/>
          <p:nvPr/>
        </p:nvGrpSpPr>
        <p:grpSpPr>
          <a:xfrm flipH="1">
            <a:off x="1809900" y="4757938"/>
            <a:ext cx="483950" cy="295550"/>
            <a:chOff x="-1677100" y="665488"/>
            <a:chExt cx="483950" cy="295550"/>
          </a:xfrm>
        </p:grpSpPr>
        <p:sp>
          <p:nvSpPr>
            <p:cNvPr id="880" name="Google Shape;880;p7"/>
            <p:cNvSpPr/>
            <p:nvPr/>
          </p:nvSpPr>
          <p:spPr>
            <a:xfrm>
              <a:off x="-1619325" y="675488"/>
              <a:ext cx="268550" cy="261600"/>
            </a:xfrm>
            <a:custGeom>
              <a:rect b="b" l="l" r="r" t="t"/>
              <a:pathLst>
                <a:path extrusionOk="0" h="10464" w="10742">
                  <a:moveTo>
                    <a:pt x="8264" y="1"/>
                  </a:moveTo>
                  <a:cubicBezTo>
                    <a:pt x="7319" y="1"/>
                    <a:pt x="3441" y="26"/>
                    <a:pt x="1836" y="435"/>
                  </a:cubicBezTo>
                  <a:cubicBezTo>
                    <a:pt x="1" y="902"/>
                    <a:pt x="1469" y="1802"/>
                    <a:pt x="6772" y="2570"/>
                  </a:cubicBezTo>
                  <a:lnTo>
                    <a:pt x="7840" y="5405"/>
                  </a:lnTo>
                  <a:cubicBezTo>
                    <a:pt x="7840" y="5405"/>
                    <a:pt x="4871" y="10108"/>
                    <a:pt x="5905" y="10442"/>
                  </a:cubicBezTo>
                  <a:cubicBezTo>
                    <a:pt x="5947" y="10457"/>
                    <a:pt x="5993" y="10464"/>
                    <a:pt x="6043" y="10464"/>
                  </a:cubicBezTo>
                  <a:cubicBezTo>
                    <a:pt x="7239" y="10464"/>
                    <a:pt x="10742" y="6439"/>
                    <a:pt x="10742" y="6439"/>
                  </a:cubicBezTo>
                  <a:lnTo>
                    <a:pt x="8474" y="1"/>
                  </a:lnTo>
                  <a:cubicBezTo>
                    <a:pt x="8474" y="1"/>
                    <a:pt x="8399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7"/>
            <p:cNvSpPr/>
            <p:nvPr/>
          </p:nvSpPr>
          <p:spPr>
            <a:xfrm>
              <a:off x="-1677100" y="820688"/>
              <a:ext cx="98675" cy="53325"/>
            </a:xfrm>
            <a:custGeom>
              <a:rect b="b" l="l" r="r" t="t"/>
              <a:pathLst>
                <a:path extrusionOk="0" h="2133" w="3947">
                  <a:moveTo>
                    <a:pt x="682" y="1"/>
                  </a:moveTo>
                  <a:cubicBezTo>
                    <a:pt x="273" y="1"/>
                    <a:pt x="0" y="92"/>
                    <a:pt x="10" y="231"/>
                  </a:cubicBezTo>
                  <a:cubicBezTo>
                    <a:pt x="77" y="731"/>
                    <a:pt x="3946" y="2132"/>
                    <a:pt x="3946" y="2132"/>
                  </a:cubicBezTo>
                  <a:cubicBezTo>
                    <a:pt x="3384" y="514"/>
                    <a:pt x="1650" y="1"/>
                    <a:pt x="6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-1643500" y="873988"/>
              <a:ext cx="72575" cy="87050"/>
            </a:xfrm>
            <a:custGeom>
              <a:rect b="b" l="l" r="r" t="t"/>
              <a:pathLst>
                <a:path extrusionOk="0" h="3482" w="2903">
                  <a:moveTo>
                    <a:pt x="2602" y="0"/>
                  </a:moveTo>
                  <a:cubicBezTo>
                    <a:pt x="2602" y="0"/>
                    <a:pt x="1" y="3102"/>
                    <a:pt x="267" y="3436"/>
                  </a:cubicBezTo>
                  <a:cubicBezTo>
                    <a:pt x="291" y="3466"/>
                    <a:pt x="337" y="3481"/>
                    <a:pt x="400" y="3481"/>
                  </a:cubicBezTo>
                  <a:cubicBezTo>
                    <a:pt x="963" y="3481"/>
                    <a:pt x="2902" y="2280"/>
                    <a:pt x="2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-1607650" y="665488"/>
              <a:ext cx="414500" cy="213650"/>
            </a:xfrm>
            <a:custGeom>
              <a:rect b="b" l="l" r="r" t="t"/>
              <a:pathLst>
                <a:path extrusionOk="0" h="8546" w="16580">
                  <a:moveTo>
                    <a:pt x="10508" y="1"/>
                  </a:moveTo>
                  <a:cubicBezTo>
                    <a:pt x="5972" y="34"/>
                    <a:pt x="1" y="4304"/>
                    <a:pt x="1168" y="8340"/>
                  </a:cubicBezTo>
                  <a:cubicBezTo>
                    <a:pt x="2040" y="8477"/>
                    <a:pt x="2917" y="8545"/>
                    <a:pt x="3792" y="8545"/>
                  </a:cubicBezTo>
                  <a:cubicBezTo>
                    <a:pt x="5899" y="8545"/>
                    <a:pt x="7995" y="8151"/>
                    <a:pt x="9975" y="7373"/>
                  </a:cubicBezTo>
                  <a:cubicBezTo>
                    <a:pt x="14578" y="5505"/>
                    <a:pt x="16579" y="3036"/>
                    <a:pt x="16579" y="3036"/>
                  </a:cubicBezTo>
                  <a:cubicBezTo>
                    <a:pt x="16579" y="3036"/>
                    <a:pt x="15012" y="1"/>
                    <a:pt x="10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7"/>
            <p:cNvSpPr/>
            <p:nvPr/>
          </p:nvSpPr>
          <p:spPr>
            <a:xfrm>
              <a:off x="-1396650" y="740563"/>
              <a:ext cx="78400" cy="90900"/>
            </a:xfrm>
            <a:custGeom>
              <a:rect b="b" l="l" r="r" t="t"/>
              <a:pathLst>
                <a:path extrusionOk="0" fill="none" h="3636" w="3136">
                  <a:moveTo>
                    <a:pt x="3136" y="3636"/>
                  </a:moveTo>
                  <a:cubicBezTo>
                    <a:pt x="0" y="2569"/>
                    <a:pt x="134" y="0"/>
                    <a:pt x="134" y="0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7"/>
            <p:cNvSpPr/>
            <p:nvPr/>
          </p:nvSpPr>
          <p:spPr>
            <a:xfrm>
              <a:off x="-1342450" y="730538"/>
              <a:ext cx="32550" cy="31725"/>
            </a:xfrm>
            <a:custGeom>
              <a:rect b="b" l="l" r="r" t="t"/>
              <a:pathLst>
                <a:path extrusionOk="0" h="1269" w="1302">
                  <a:moveTo>
                    <a:pt x="601" y="1"/>
                  </a:moveTo>
                  <a:cubicBezTo>
                    <a:pt x="267" y="34"/>
                    <a:pt x="0" y="334"/>
                    <a:pt x="34" y="668"/>
                  </a:cubicBezTo>
                  <a:cubicBezTo>
                    <a:pt x="34" y="1001"/>
                    <a:pt x="334" y="1268"/>
                    <a:pt x="668" y="1268"/>
                  </a:cubicBezTo>
                  <a:cubicBezTo>
                    <a:pt x="1035" y="1235"/>
                    <a:pt x="1301" y="935"/>
                    <a:pt x="1268" y="601"/>
                  </a:cubicBezTo>
                  <a:cubicBezTo>
                    <a:pt x="1235" y="268"/>
                    <a:pt x="9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7"/>
            <p:cNvSpPr/>
            <p:nvPr/>
          </p:nvSpPr>
          <p:spPr>
            <a:xfrm>
              <a:off x="-1334100" y="738888"/>
              <a:ext cx="8350" cy="8350"/>
            </a:xfrm>
            <a:custGeom>
              <a:rect b="b" l="l" r="r" t="t"/>
              <a:pathLst>
                <a:path extrusionOk="0" h="334" w="334">
                  <a:moveTo>
                    <a:pt x="133" y="0"/>
                  </a:moveTo>
                  <a:cubicBezTo>
                    <a:pt x="67" y="0"/>
                    <a:pt x="0" y="100"/>
                    <a:pt x="0" y="167"/>
                  </a:cubicBezTo>
                  <a:cubicBezTo>
                    <a:pt x="0" y="267"/>
                    <a:pt x="67" y="334"/>
                    <a:pt x="167" y="334"/>
                  </a:cubicBezTo>
                  <a:cubicBezTo>
                    <a:pt x="267" y="334"/>
                    <a:pt x="334" y="267"/>
                    <a:pt x="334" y="167"/>
                  </a:cubicBezTo>
                  <a:cubicBezTo>
                    <a:pt x="334" y="67"/>
                    <a:pt x="234" y="0"/>
                    <a:pt x="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7" name="Google Shape;887;p7"/>
          <p:cNvSpPr/>
          <p:nvPr/>
        </p:nvSpPr>
        <p:spPr>
          <a:xfrm flipH="1" rot="6095">
            <a:off x="6694982" y="4869728"/>
            <a:ext cx="169200" cy="720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7"/>
          <p:cNvSpPr/>
          <p:nvPr/>
        </p:nvSpPr>
        <p:spPr>
          <a:xfrm flipH="1" rot="6308">
            <a:off x="6246259" y="4758252"/>
            <a:ext cx="327001" cy="13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9" name="Google Shape;889;p7"/>
          <p:cNvGrpSpPr/>
          <p:nvPr/>
        </p:nvGrpSpPr>
        <p:grpSpPr>
          <a:xfrm>
            <a:off x="8125175" y="3780600"/>
            <a:ext cx="1019100" cy="1372325"/>
            <a:chOff x="8125175" y="3780600"/>
            <a:chExt cx="1019100" cy="1372325"/>
          </a:xfrm>
        </p:grpSpPr>
        <p:sp>
          <p:nvSpPr>
            <p:cNvPr id="890" name="Google Shape;890;p7"/>
            <p:cNvSpPr/>
            <p:nvPr/>
          </p:nvSpPr>
          <p:spPr>
            <a:xfrm>
              <a:off x="8125175" y="4379650"/>
              <a:ext cx="1019100" cy="773275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1" name="Google Shape;891;p7"/>
            <p:cNvGrpSpPr/>
            <p:nvPr/>
          </p:nvGrpSpPr>
          <p:grpSpPr>
            <a:xfrm>
              <a:off x="8288300" y="3780600"/>
              <a:ext cx="692200" cy="1356000"/>
              <a:chOff x="3978000" y="1359750"/>
              <a:chExt cx="692200" cy="1356000"/>
            </a:xfrm>
          </p:grpSpPr>
          <p:sp>
            <p:nvSpPr>
              <p:cNvPr id="892" name="Google Shape;892;p7"/>
              <p:cNvSpPr/>
              <p:nvPr/>
            </p:nvSpPr>
            <p:spPr>
              <a:xfrm>
                <a:off x="3996350" y="1359750"/>
                <a:ext cx="206850" cy="477025"/>
              </a:xfrm>
              <a:custGeom>
                <a:rect b="b" l="l" r="r" t="t"/>
                <a:pathLst>
                  <a:path extrusionOk="0" h="19081" w="8274">
                    <a:moveTo>
                      <a:pt x="3837" y="0"/>
                    </a:moveTo>
                    <a:cubicBezTo>
                      <a:pt x="3837" y="1"/>
                      <a:pt x="2036" y="5271"/>
                      <a:pt x="1035" y="9541"/>
                    </a:cubicBezTo>
                    <a:cubicBezTo>
                      <a:pt x="1" y="13777"/>
                      <a:pt x="2603" y="19081"/>
                      <a:pt x="2603" y="19081"/>
                    </a:cubicBezTo>
                    <a:cubicBezTo>
                      <a:pt x="8273" y="7973"/>
                      <a:pt x="3837" y="1"/>
                      <a:pt x="3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4102275" y="1480675"/>
                <a:ext cx="159300" cy="813100"/>
              </a:xfrm>
              <a:custGeom>
                <a:rect b="b" l="l" r="r" t="t"/>
                <a:pathLst>
                  <a:path extrusionOk="0" h="32524" w="6372">
                    <a:moveTo>
                      <a:pt x="3336" y="0"/>
                    </a:moveTo>
                    <a:cubicBezTo>
                      <a:pt x="3336" y="1"/>
                      <a:pt x="3803" y="935"/>
                      <a:pt x="3736" y="4704"/>
                    </a:cubicBezTo>
                    <a:cubicBezTo>
                      <a:pt x="3669" y="8473"/>
                      <a:pt x="2402" y="11542"/>
                      <a:pt x="1234" y="16645"/>
                    </a:cubicBezTo>
                    <a:cubicBezTo>
                      <a:pt x="67" y="21749"/>
                      <a:pt x="0" y="26586"/>
                      <a:pt x="4403" y="32524"/>
                    </a:cubicBezTo>
                    <a:cubicBezTo>
                      <a:pt x="4403" y="32524"/>
                      <a:pt x="4337" y="31022"/>
                      <a:pt x="4070" y="28621"/>
                    </a:cubicBezTo>
                    <a:cubicBezTo>
                      <a:pt x="3803" y="26186"/>
                      <a:pt x="5271" y="20415"/>
                      <a:pt x="5838" y="12176"/>
                    </a:cubicBezTo>
                    <a:cubicBezTo>
                      <a:pt x="6371" y="3970"/>
                      <a:pt x="3336" y="1"/>
                      <a:pt x="33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>
                <a:off x="3978000" y="2038575"/>
                <a:ext cx="466200" cy="391575"/>
              </a:xfrm>
              <a:custGeom>
                <a:rect b="b" l="l" r="r" t="t"/>
                <a:pathLst>
                  <a:path extrusionOk="0" h="15663" w="18648">
                    <a:moveTo>
                      <a:pt x="18322" y="15088"/>
                    </a:moveTo>
                    <a:cubicBezTo>
                      <a:pt x="18431" y="15139"/>
                      <a:pt x="18539" y="15191"/>
                      <a:pt x="18648" y="15244"/>
                    </a:cubicBezTo>
                    <a:cubicBezTo>
                      <a:pt x="18538" y="15190"/>
                      <a:pt x="18429" y="15138"/>
                      <a:pt x="18322" y="15088"/>
                    </a:cubicBezTo>
                    <a:close/>
                    <a:moveTo>
                      <a:pt x="1" y="0"/>
                    </a:moveTo>
                    <a:lnTo>
                      <a:pt x="1" y="0"/>
                    </a:lnTo>
                    <a:cubicBezTo>
                      <a:pt x="735" y="2936"/>
                      <a:pt x="1168" y="5938"/>
                      <a:pt x="1302" y="8973"/>
                    </a:cubicBezTo>
                    <a:cubicBezTo>
                      <a:pt x="1553" y="14117"/>
                      <a:pt x="4104" y="15663"/>
                      <a:pt x="7541" y="15663"/>
                    </a:cubicBezTo>
                    <a:cubicBezTo>
                      <a:pt x="7760" y="15663"/>
                      <a:pt x="7982" y="15657"/>
                      <a:pt x="8207" y="15645"/>
                    </a:cubicBezTo>
                    <a:cubicBezTo>
                      <a:pt x="10798" y="15507"/>
                      <a:pt x="12412" y="14203"/>
                      <a:pt x="14782" y="14203"/>
                    </a:cubicBezTo>
                    <a:cubicBezTo>
                      <a:pt x="15783" y="14203"/>
                      <a:pt x="16920" y="14436"/>
                      <a:pt x="18322" y="15088"/>
                    </a:cubicBezTo>
                    <a:lnTo>
                      <a:pt x="18322" y="15088"/>
                    </a:lnTo>
                    <a:cubicBezTo>
                      <a:pt x="16717" y="14331"/>
                      <a:pt x="15029" y="13751"/>
                      <a:pt x="13310" y="13376"/>
                    </a:cubicBezTo>
                    <a:cubicBezTo>
                      <a:pt x="10542" y="12809"/>
                      <a:pt x="5271" y="13910"/>
                      <a:pt x="4571" y="8973"/>
                    </a:cubicBezTo>
                    <a:cubicBezTo>
                      <a:pt x="3837" y="4037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>
                <a:off x="4273225" y="1963525"/>
                <a:ext cx="321075" cy="575425"/>
              </a:xfrm>
              <a:custGeom>
                <a:rect b="b" l="l" r="r" t="t"/>
                <a:pathLst>
                  <a:path extrusionOk="0" h="23017" w="1284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668" y="3603"/>
                      <a:pt x="1401" y="8006"/>
                    </a:cubicBezTo>
                    <a:cubicBezTo>
                      <a:pt x="2135" y="12442"/>
                      <a:pt x="5738" y="13476"/>
                      <a:pt x="7939" y="15378"/>
                    </a:cubicBezTo>
                    <a:cubicBezTo>
                      <a:pt x="10174" y="17246"/>
                      <a:pt x="10541" y="19080"/>
                      <a:pt x="11175" y="20515"/>
                    </a:cubicBezTo>
                    <a:cubicBezTo>
                      <a:pt x="11609" y="21449"/>
                      <a:pt x="12142" y="22283"/>
                      <a:pt x="12843" y="23017"/>
                    </a:cubicBezTo>
                    <a:cubicBezTo>
                      <a:pt x="11275" y="18747"/>
                      <a:pt x="12476" y="13943"/>
                      <a:pt x="10241" y="11942"/>
                    </a:cubicBezTo>
                    <a:cubicBezTo>
                      <a:pt x="8039" y="9974"/>
                      <a:pt x="5037" y="8540"/>
                      <a:pt x="3269" y="4970"/>
                    </a:cubicBezTo>
                    <a:cubicBezTo>
                      <a:pt x="1502" y="1368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>
                <a:off x="4038050" y="2497175"/>
                <a:ext cx="628800" cy="180200"/>
              </a:xfrm>
              <a:custGeom>
                <a:rect b="b" l="l" r="r" t="t"/>
                <a:pathLst>
                  <a:path extrusionOk="0" h="7208" w="25152">
                    <a:moveTo>
                      <a:pt x="3418" y="0"/>
                    </a:moveTo>
                    <a:cubicBezTo>
                      <a:pt x="2260" y="0"/>
                      <a:pt x="1107" y="208"/>
                      <a:pt x="1" y="603"/>
                    </a:cubicBezTo>
                    <a:cubicBezTo>
                      <a:pt x="92" y="601"/>
                      <a:pt x="183" y="599"/>
                      <a:pt x="274" y="599"/>
                    </a:cubicBezTo>
                    <a:cubicBezTo>
                      <a:pt x="2546" y="599"/>
                      <a:pt x="4740" y="1397"/>
                      <a:pt x="6472" y="2905"/>
                    </a:cubicBezTo>
                    <a:cubicBezTo>
                      <a:pt x="8918" y="5052"/>
                      <a:pt x="10744" y="6468"/>
                      <a:pt x="13321" y="6468"/>
                    </a:cubicBezTo>
                    <a:cubicBezTo>
                      <a:pt x="13907" y="6468"/>
                      <a:pt x="14532" y="6395"/>
                      <a:pt x="15212" y="6240"/>
                    </a:cubicBezTo>
                    <a:cubicBezTo>
                      <a:pt x="17832" y="5645"/>
                      <a:pt x="19585" y="4964"/>
                      <a:pt x="21090" y="4964"/>
                    </a:cubicBezTo>
                    <a:cubicBezTo>
                      <a:pt x="21692" y="4964"/>
                      <a:pt x="22255" y="5073"/>
                      <a:pt x="22817" y="5340"/>
                    </a:cubicBezTo>
                    <a:cubicBezTo>
                      <a:pt x="24478" y="6088"/>
                      <a:pt x="24991" y="6881"/>
                      <a:pt x="25117" y="7129"/>
                    </a:cubicBezTo>
                    <a:lnTo>
                      <a:pt x="25117" y="7129"/>
                    </a:lnTo>
                    <a:cubicBezTo>
                      <a:pt x="23466" y="3508"/>
                      <a:pt x="20008" y="2301"/>
                      <a:pt x="16214" y="2301"/>
                    </a:cubicBezTo>
                    <a:cubicBezTo>
                      <a:pt x="15674" y="2301"/>
                      <a:pt x="15127" y="2326"/>
                      <a:pt x="14578" y="2371"/>
                    </a:cubicBezTo>
                    <a:cubicBezTo>
                      <a:pt x="14141" y="2407"/>
                      <a:pt x="13735" y="2424"/>
                      <a:pt x="13357" y="2424"/>
                    </a:cubicBezTo>
                    <a:cubicBezTo>
                      <a:pt x="9898" y="2424"/>
                      <a:pt x="8692" y="1025"/>
                      <a:pt x="5805" y="303"/>
                    </a:cubicBezTo>
                    <a:cubicBezTo>
                      <a:pt x="5016" y="99"/>
                      <a:pt x="4216" y="0"/>
                      <a:pt x="3418" y="0"/>
                    </a:cubicBezTo>
                    <a:close/>
                    <a:moveTo>
                      <a:pt x="25117" y="7129"/>
                    </a:moveTo>
                    <a:cubicBezTo>
                      <a:pt x="25128" y="7155"/>
                      <a:pt x="25140" y="7182"/>
                      <a:pt x="25152" y="7208"/>
                    </a:cubicBezTo>
                    <a:cubicBezTo>
                      <a:pt x="25152" y="7208"/>
                      <a:pt x="25142" y="7180"/>
                      <a:pt x="25117" y="7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4033875" y="1359750"/>
                <a:ext cx="636325" cy="1356000"/>
              </a:xfrm>
              <a:custGeom>
                <a:rect b="b" l="l" r="r" t="t"/>
                <a:pathLst>
                  <a:path extrusionOk="0" fill="none" h="54240" w="25453">
                    <a:moveTo>
                      <a:pt x="25452" y="54239"/>
                    </a:moveTo>
                    <a:cubicBezTo>
                      <a:pt x="25452" y="49703"/>
                      <a:pt x="21483" y="45300"/>
                      <a:pt x="16413" y="42397"/>
                    </a:cubicBezTo>
                    <a:cubicBezTo>
                      <a:pt x="11342" y="39495"/>
                      <a:pt x="5505" y="38461"/>
                      <a:pt x="2736" y="31456"/>
                    </a:cubicBezTo>
                    <a:cubicBezTo>
                      <a:pt x="1" y="24418"/>
                      <a:pt x="701" y="22450"/>
                      <a:pt x="1168" y="18113"/>
                    </a:cubicBezTo>
                    <a:cubicBezTo>
                      <a:pt x="1635" y="13810"/>
                      <a:pt x="3136" y="4470"/>
                      <a:pt x="2336" y="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4139800" y="1480675"/>
                <a:ext cx="91750" cy="813100"/>
              </a:xfrm>
              <a:custGeom>
                <a:rect b="b" l="l" r="r" t="t"/>
                <a:pathLst>
                  <a:path extrusionOk="0" fill="none" h="32524" w="3670">
                    <a:moveTo>
                      <a:pt x="1835" y="0"/>
                    </a:moveTo>
                    <a:cubicBezTo>
                      <a:pt x="3403" y="6171"/>
                      <a:pt x="3670" y="10908"/>
                      <a:pt x="1835" y="18013"/>
                    </a:cubicBezTo>
                    <a:cubicBezTo>
                      <a:pt x="0" y="25118"/>
                      <a:pt x="2369" y="30789"/>
                      <a:pt x="2902" y="32524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3978000" y="2037725"/>
                <a:ext cx="441175" cy="373625"/>
              </a:xfrm>
              <a:custGeom>
                <a:rect b="b" l="l" r="r" t="t"/>
                <a:pathLst>
                  <a:path extrusionOk="0" fill="none" h="14945" w="17647">
                    <a:moveTo>
                      <a:pt x="1" y="1"/>
                    </a:moveTo>
                    <a:cubicBezTo>
                      <a:pt x="2503" y="5305"/>
                      <a:pt x="2203" y="10875"/>
                      <a:pt x="4571" y="12910"/>
                    </a:cubicBezTo>
                    <a:cubicBezTo>
                      <a:pt x="6906" y="14945"/>
                      <a:pt x="14311" y="12677"/>
                      <a:pt x="17647" y="1471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4273225" y="1963525"/>
                <a:ext cx="320250" cy="575425"/>
              </a:xfrm>
              <a:custGeom>
                <a:rect b="b" l="l" r="r" t="t"/>
                <a:pathLst>
                  <a:path extrusionOk="0" fill="none" h="23017" w="12810">
                    <a:moveTo>
                      <a:pt x="0" y="0"/>
                    </a:moveTo>
                    <a:cubicBezTo>
                      <a:pt x="2135" y="5170"/>
                      <a:pt x="2335" y="9373"/>
                      <a:pt x="5838" y="11508"/>
                    </a:cubicBezTo>
                    <a:cubicBezTo>
                      <a:pt x="9340" y="13643"/>
                      <a:pt x="9707" y="13210"/>
                      <a:pt x="10541" y="16345"/>
                    </a:cubicBezTo>
                    <a:cubicBezTo>
                      <a:pt x="11175" y="18613"/>
                      <a:pt x="11942" y="20848"/>
                      <a:pt x="12810" y="2301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4038050" y="2504725"/>
                <a:ext cx="627975" cy="172650"/>
              </a:xfrm>
              <a:custGeom>
                <a:rect b="b" l="l" r="r" t="t"/>
                <a:pathLst>
                  <a:path extrusionOk="0" fill="none" h="6906" w="25119">
                    <a:moveTo>
                      <a:pt x="1" y="301"/>
                    </a:moveTo>
                    <a:cubicBezTo>
                      <a:pt x="5805" y="1"/>
                      <a:pt x="8207" y="3270"/>
                      <a:pt x="11776" y="4204"/>
                    </a:cubicBezTo>
                    <a:cubicBezTo>
                      <a:pt x="15312" y="5105"/>
                      <a:pt x="16646" y="3337"/>
                      <a:pt x="19281" y="3337"/>
                    </a:cubicBezTo>
                    <a:cubicBezTo>
                      <a:pt x="21916" y="3303"/>
                      <a:pt x="25119" y="6906"/>
                      <a:pt x="25119" y="690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02" name="Google Shape;902;p7"/>
          <p:cNvGrpSpPr/>
          <p:nvPr/>
        </p:nvGrpSpPr>
        <p:grpSpPr>
          <a:xfrm>
            <a:off x="3914450" y="3201688"/>
            <a:ext cx="483950" cy="295550"/>
            <a:chOff x="-1677100" y="665488"/>
            <a:chExt cx="483950" cy="295550"/>
          </a:xfrm>
        </p:grpSpPr>
        <p:sp>
          <p:nvSpPr>
            <p:cNvPr id="903" name="Google Shape;903;p7"/>
            <p:cNvSpPr/>
            <p:nvPr/>
          </p:nvSpPr>
          <p:spPr>
            <a:xfrm>
              <a:off x="-1619325" y="675488"/>
              <a:ext cx="268550" cy="261600"/>
            </a:xfrm>
            <a:custGeom>
              <a:rect b="b" l="l" r="r" t="t"/>
              <a:pathLst>
                <a:path extrusionOk="0" h="10464" w="10742">
                  <a:moveTo>
                    <a:pt x="8264" y="1"/>
                  </a:moveTo>
                  <a:cubicBezTo>
                    <a:pt x="7319" y="1"/>
                    <a:pt x="3441" y="26"/>
                    <a:pt x="1836" y="435"/>
                  </a:cubicBezTo>
                  <a:cubicBezTo>
                    <a:pt x="1" y="902"/>
                    <a:pt x="1469" y="1802"/>
                    <a:pt x="6772" y="2570"/>
                  </a:cubicBezTo>
                  <a:lnTo>
                    <a:pt x="7840" y="5405"/>
                  </a:lnTo>
                  <a:cubicBezTo>
                    <a:pt x="7840" y="5405"/>
                    <a:pt x="4871" y="10108"/>
                    <a:pt x="5905" y="10442"/>
                  </a:cubicBezTo>
                  <a:cubicBezTo>
                    <a:pt x="5947" y="10457"/>
                    <a:pt x="5993" y="10464"/>
                    <a:pt x="6043" y="10464"/>
                  </a:cubicBezTo>
                  <a:cubicBezTo>
                    <a:pt x="7239" y="10464"/>
                    <a:pt x="10742" y="6439"/>
                    <a:pt x="10742" y="6439"/>
                  </a:cubicBezTo>
                  <a:lnTo>
                    <a:pt x="8474" y="1"/>
                  </a:lnTo>
                  <a:cubicBezTo>
                    <a:pt x="8474" y="1"/>
                    <a:pt x="8399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7"/>
            <p:cNvSpPr/>
            <p:nvPr/>
          </p:nvSpPr>
          <p:spPr>
            <a:xfrm>
              <a:off x="-1677100" y="820688"/>
              <a:ext cx="98675" cy="53325"/>
            </a:xfrm>
            <a:custGeom>
              <a:rect b="b" l="l" r="r" t="t"/>
              <a:pathLst>
                <a:path extrusionOk="0" h="2133" w="3947">
                  <a:moveTo>
                    <a:pt x="682" y="1"/>
                  </a:moveTo>
                  <a:cubicBezTo>
                    <a:pt x="273" y="1"/>
                    <a:pt x="0" y="92"/>
                    <a:pt x="10" y="231"/>
                  </a:cubicBezTo>
                  <a:cubicBezTo>
                    <a:pt x="77" y="731"/>
                    <a:pt x="3946" y="2132"/>
                    <a:pt x="3946" y="2132"/>
                  </a:cubicBezTo>
                  <a:cubicBezTo>
                    <a:pt x="3384" y="514"/>
                    <a:pt x="1650" y="1"/>
                    <a:pt x="6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7"/>
            <p:cNvSpPr/>
            <p:nvPr/>
          </p:nvSpPr>
          <p:spPr>
            <a:xfrm>
              <a:off x="-1643500" y="873988"/>
              <a:ext cx="72575" cy="87050"/>
            </a:xfrm>
            <a:custGeom>
              <a:rect b="b" l="l" r="r" t="t"/>
              <a:pathLst>
                <a:path extrusionOk="0" h="3482" w="2903">
                  <a:moveTo>
                    <a:pt x="2602" y="0"/>
                  </a:moveTo>
                  <a:cubicBezTo>
                    <a:pt x="2602" y="0"/>
                    <a:pt x="1" y="3102"/>
                    <a:pt x="267" y="3436"/>
                  </a:cubicBezTo>
                  <a:cubicBezTo>
                    <a:pt x="291" y="3466"/>
                    <a:pt x="337" y="3481"/>
                    <a:pt x="400" y="3481"/>
                  </a:cubicBezTo>
                  <a:cubicBezTo>
                    <a:pt x="963" y="3481"/>
                    <a:pt x="2902" y="2280"/>
                    <a:pt x="2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7"/>
            <p:cNvSpPr/>
            <p:nvPr/>
          </p:nvSpPr>
          <p:spPr>
            <a:xfrm>
              <a:off x="-1607650" y="665488"/>
              <a:ext cx="414500" cy="213650"/>
            </a:xfrm>
            <a:custGeom>
              <a:rect b="b" l="l" r="r" t="t"/>
              <a:pathLst>
                <a:path extrusionOk="0" h="8546" w="16580">
                  <a:moveTo>
                    <a:pt x="10508" y="1"/>
                  </a:moveTo>
                  <a:cubicBezTo>
                    <a:pt x="5972" y="34"/>
                    <a:pt x="1" y="4304"/>
                    <a:pt x="1168" y="8340"/>
                  </a:cubicBezTo>
                  <a:cubicBezTo>
                    <a:pt x="2040" y="8477"/>
                    <a:pt x="2917" y="8545"/>
                    <a:pt x="3792" y="8545"/>
                  </a:cubicBezTo>
                  <a:cubicBezTo>
                    <a:pt x="5899" y="8545"/>
                    <a:pt x="7995" y="8151"/>
                    <a:pt x="9975" y="7373"/>
                  </a:cubicBezTo>
                  <a:cubicBezTo>
                    <a:pt x="14578" y="5505"/>
                    <a:pt x="16579" y="3036"/>
                    <a:pt x="16579" y="3036"/>
                  </a:cubicBezTo>
                  <a:cubicBezTo>
                    <a:pt x="16579" y="3036"/>
                    <a:pt x="15012" y="1"/>
                    <a:pt x="10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7"/>
            <p:cNvSpPr/>
            <p:nvPr/>
          </p:nvSpPr>
          <p:spPr>
            <a:xfrm>
              <a:off x="-1396650" y="740563"/>
              <a:ext cx="78400" cy="90900"/>
            </a:xfrm>
            <a:custGeom>
              <a:rect b="b" l="l" r="r" t="t"/>
              <a:pathLst>
                <a:path extrusionOk="0" fill="none" h="3636" w="3136">
                  <a:moveTo>
                    <a:pt x="3136" y="3636"/>
                  </a:moveTo>
                  <a:cubicBezTo>
                    <a:pt x="0" y="2569"/>
                    <a:pt x="134" y="0"/>
                    <a:pt x="134" y="0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7"/>
            <p:cNvSpPr/>
            <p:nvPr/>
          </p:nvSpPr>
          <p:spPr>
            <a:xfrm>
              <a:off x="-1342450" y="730538"/>
              <a:ext cx="32550" cy="31725"/>
            </a:xfrm>
            <a:custGeom>
              <a:rect b="b" l="l" r="r" t="t"/>
              <a:pathLst>
                <a:path extrusionOk="0" h="1269" w="1302">
                  <a:moveTo>
                    <a:pt x="601" y="1"/>
                  </a:moveTo>
                  <a:cubicBezTo>
                    <a:pt x="267" y="34"/>
                    <a:pt x="0" y="334"/>
                    <a:pt x="34" y="668"/>
                  </a:cubicBezTo>
                  <a:cubicBezTo>
                    <a:pt x="34" y="1001"/>
                    <a:pt x="334" y="1268"/>
                    <a:pt x="668" y="1268"/>
                  </a:cubicBezTo>
                  <a:cubicBezTo>
                    <a:pt x="1035" y="1235"/>
                    <a:pt x="1301" y="935"/>
                    <a:pt x="1268" y="601"/>
                  </a:cubicBezTo>
                  <a:cubicBezTo>
                    <a:pt x="1235" y="268"/>
                    <a:pt x="9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7"/>
            <p:cNvSpPr/>
            <p:nvPr/>
          </p:nvSpPr>
          <p:spPr>
            <a:xfrm>
              <a:off x="-1334100" y="738888"/>
              <a:ext cx="8350" cy="8350"/>
            </a:xfrm>
            <a:custGeom>
              <a:rect b="b" l="l" r="r" t="t"/>
              <a:pathLst>
                <a:path extrusionOk="0" h="334" w="334">
                  <a:moveTo>
                    <a:pt x="133" y="0"/>
                  </a:moveTo>
                  <a:cubicBezTo>
                    <a:pt x="67" y="0"/>
                    <a:pt x="0" y="100"/>
                    <a:pt x="0" y="167"/>
                  </a:cubicBezTo>
                  <a:cubicBezTo>
                    <a:pt x="0" y="267"/>
                    <a:pt x="67" y="334"/>
                    <a:pt x="167" y="334"/>
                  </a:cubicBezTo>
                  <a:cubicBezTo>
                    <a:pt x="267" y="334"/>
                    <a:pt x="334" y="267"/>
                    <a:pt x="334" y="167"/>
                  </a:cubicBezTo>
                  <a:cubicBezTo>
                    <a:pt x="334" y="67"/>
                    <a:pt x="234" y="0"/>
                    <a:pt x="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0" name="Google Shape;910;p7"/>
          <p:cNvGrpSpPr/>
          <p:nvPr/>
        </p:nvGrpSpPr>
        <p:grpSpPr>
          <a:xfrm>
            <a:off x="2941354" y="4068463"/>
            <a:ext cx="3261294" cy="1106033"/>
            <a:chOff x="2675363" y="4068463"/>
            <a:chExt cx="3261294" cy="1106033"/>
          </a:xfrm>
        </p:grpSpPr>
        <p:grpSp>
          <p:nvGrpSpPr>
            <p:cNvPr id="911" name="Google Shape;911;p7"/>
            <p:cNvGrpSpPr/>
            <p:nvPr/>
          </p:nvGrpSpPr>
          <p:grpSpPr>
            <a:xfrm>
              <a:off x="2675363" y="4632568"/>
              <a:ext cx="1627676" cy="478232"/>
              <a:chOff x="8674525" y="3553425"/>
              <a:chExt cx="2514950" cy="738925"/>
            </a:xfrm>
          </p:grpSpPr>
          <p:sp>
            <p:nvSpPr>
              <p:cNvPr id="912" name="Google Shape;912;p7"/>
              <p:cNvSpPr/>
              <p:nvPr/>
            </p:nvSpPr>
            <p:spPr>
              <a:xfrm>
                <a:off x="9513875" y="3562600"/>
                <a:ext cx="1199925" cy="590600"/>
              </a:xfrm>
              <a:custGeom>
                <a:rect b="b" l="l" r="r" t="t"/>
                <a:pathLst>
                  <a:path extrusionOk="0" h="23624" w="47997">
                    <a:moveTo>
                      <a:pt x="14770" y="0"/>
                    </a:moveTo>
                    <a:cubicBezTo>
                      <a:pt x="8133" y="0"/>
                      <a:pt x="0" y="3063"/>
                      <a:pt x="3041" y="5363"/>
                    </a:cubicBezTo>
                    <a:cubicBezTo>
                      <a:pt x="3763" y="5910"/>
                      <a:pt x="4686" y="6108"/>
                      <a:pt x="5732" y="6108"/>
                    </a:cubicBezTo>
                    <a:cubicBezTo>
                      <a:pt x="8462" y="6108"/>
                      <a:pt x="12028" y="4761"/>
                      <a:pt x="15051" y="4761"/>
                    </a:cubicBezTo>
                    <a:cubicBezTo>
                      <a:pt x="16102" y="4761"/>
                      <a:pt x="17088" y="4924"/>
                      <a:pt x="17950" y="5363"/>
                    </a:cubicBezTo>
                    <a:cubicBezTo>
                      <a:pt x="22238" y="7550"/>
                      <a:pt x="22636" y="11554"/>
                      <a:pt x="28514" y="12633"/>
                    </a:cubicBezTo>
                    <a:cubicBezTo>
                      <a:pt x="29468" y="12804"/>
                      <a:pt x="30368" y="12868"/>
                      <a:pt x="31222" y="12868"/>
                    </a:cubicBezTo>
                    <a:cubicBezTo>
                      <a:pt x="33844" y="12868"/>
                      <a:pt x="36024" y="12261"/>
                      <a:pt x="37966" y="12261"/>
                    </a:cubicBezTo>
                    <a:cubicBezTo>
                      <a:pt x="39287" y="12261"/>
                      <a:pt x="40498" y="12542"/>
                      <a:pt x="41663" y="13485"/>
                    </a:cubicBezTo>
                    <a:cubicBezTo>
                      <a:pt x="43821" y="15218"/>
                      <a:pt x="44191" y="18398"/>
                      <a:pt x="47996" y="23624"/>
                    </a:cubicBezTo>
                    <a:cubicBezTo>
                      <a:pt x="45809" y="17717"/>
                      <a:pt x="46292" y="11554"/>
                      <a:pt x="40470" y="9027"/>
                    </a:cubicBezTo>
                    <a:cubicBezTo>
                      <a:pt x="38993" y="8378"/>
                      <a:pt x="37874" y="8152"/>
                      <a:pt x="36946" y="8152"/>
                    </a:cubicBezTo>
                    <a:cubicBezTo>
                      <a:pt x="34808" y="8152"/>
                      <a:pt x="33683" y="9352"/>
                      <a:pt x="31523" y="9352"/>
                    </a:cubicBezTo>
                    <a:cubicBezTo>
                      <a:pt x="30926" y="9352"/>
                      <a:pt x="30250" y="9261"/>
                      <a:pt x="29452" y="9027"/>
                    </a:cubicBezTo>
                    <a:cubicBezTo>
                      <a:pt x="24482" y="7550"/>
                      <a:pt x="23033" y="592"/>
                      <a:pt x="16218" y="53"/>
                    </a:cubicBezTo>
                    <a:cubicBezTo>
                      <a:pt x="15747" y="17"/>
                      <a:pt x="15262" y="0"/>
                      <a:pt x="147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9858975" y="4039550"/>
                <a:ext cx="854825" cy="249475"/>
              </a:xfrm>
              <a:custGeom>
                <a:rect b="b" l="l" r="r" t="t"/>
                <a:pathLst>
                  <a:path extrusionOk="0" h="9979" w="34193">
                    <a:moveTo>
                      <a:pt x="18678" y="1"/>
                    </a:moveTo>
                    <a:cubicBezTo>
                      <a:pt x="15005" y="1"/>
                      <a:pt x="10976" y="836"/>
                      <a:pt x="6816" y="3211"/>
                    </a:cubicBezTo>
                    <a:cubicBezTo>
                      <a:pt x="1205" y="6388"/>
                      <a:pt x="0" y="9978"/>
                      <a:pt x="3787" y="9978"/>
                    </a:cubicBezTo>
                    <a:cubicBezTo>
                      <a:pt x="4333" y="9978"/>
                      <a:pt x="4982" y="9904"/>
                      <a:pt x="5736" y="9743"/>
                    </a:cubicBezTo>
                    <a:cubicBezTo>
                      <a:pt x="11757" y="8465"/>
                      <a:pt x="12836" y="5966"/>
                      <a:pt x="16698" y="4546"/>
                    </a:cubicBezTo>
                    <a:cubicBezTo>
                      <a:pt x="18889" y="3746"/>
                      <a:pt x="20269" y="3073"/>
                      <a:pt x="23247" y="3073"/>
                    </a:cubicBezTo>
                    <a:cubicBezTo>
                      <a:pt x="25558" y="3073"/>
                      <a:pt x="28831" y="3478"/>
                      <a:pt x="34192" y="4546"/>
                    </a:cubicBezTo>
                    <a:cubicBezTo>
                      <a:pt x="34192" y="4546"/>
                      <a:pt x="29307" y="1734"/>
                      <a:pt x="24309" y="627"/>
                    </a:cubicBezTo>
                    <a:cubicBezTo>
                      <a:pt x="22561" y="247"/>
                      <a:pt x="20672" y="1"/>
                      <a:pt x="186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8899075" y="3553425"/>
                <a:ext cx="1327675" cy="473200"/>
              </a:xfrm>
              <a:custGeom>
                <a:rect b="b" l="l" r="r" t="t"/>
                <a:pathLst>
                  <a:path extrusionOk="0" h="18928" w="53107">
                    <a:moveTo>
                      <a:pt x="7686" y="1"/>
                    </a:moveTo>
                    <a:cubicBezTo>
                      <a:pt x="6786" y="1"/>
                      <a:pt x="5921" y="116"/>
                      <a:pt x="5112" y="363"/>
                    </a:cubicBezTo>
                    <a:cubicBezTo>
                      <a:pt x="0" y="1925"/>
                      <a:pt x="6220" y="5247"/>
                      <a:pt x="14853" y="8542"/>
                    </a:cubicBezTo>
                    <a:cubicBezTo>
                      <a:pt x="23458" y="11836"/>
                      <a:pt x="23856" y="16351"/>
                      <a:pt x="28967" y="18368"/>
                    </a:cubicBezTo>
                    <a:cubicBezTo>
                      <a:pt x="29993" y="18766"/>
                      <a:pt x="31059" y="18928"/>
                      <a:pt x="32150" y="18928"/>
                    </a:cubicBezTo>
                    <a:cubicBezTo>
                      <a:pt x="36497" y="18928"/>
                      <a:pt x="41233" y="16368"/>
                      <a:pt x="45297" y="16096"/>
                    </a:cubicBezTo>
                    <a:cubicBezTo>
                      <a:pt x="46911" y="15988"/>
                      <a:pt x="48285" y="15951"/>
                      <a:pt x="49408" y="15951"/>
                    </a:cubicBezTo>
                    <a:cubicBezTo>
                      <a:pt x="51843" y="15951"/>
                      <a:pt x="53106" y="16124"/>
                      <a:pt x="53106" y="16124"/>
                    </a:cubicBezTo>
                    <a:cubicBezTo>
                      <a:pt x="50460" y="15050"/>
                      <a:pt x="47877" y="14687"/>
                      <a:pt x="45244" y="14687"/>
                    </a:cubicBezTo>
                    <a:cubicBezTo>
                      <a:pt x="42310" y="14687"/>
                      <a:pt x="39313" y="15137"/>
                      <a:pt x="36095" y="15556"/>
                    </a:cubicBezTo>
                    <a:cubicBezTo>
                      <a:pt x="35628" y="15617"/>
                      <a:pt x="35173" y="15646"/>
                      <a:pt x="34731" y="15646"/>
                    </a:cubicBezTo>
                    <a:cubicBezTo>
                      <a:pt x="29400" y="15646"/>
                      <a:pt x="25827" y="11398"/>
                      <a:pt x="21868" y="7150"/>
                    </a:cubicBezTo>
                    <a:cubicBezTo>
                      <a:pt x="18258" y="3254"/>
                      <a:pt x="12475" y="1"/>
                      <a:pt x="76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8674525" y="3842775"/>
                <a:ext cx="853600" cy="238150"/>
              </a:xfrm>
              <a:custGeom>
                <a:rect b="b" l="l" r="r" t="t"/>
                <a:pathLst>
                  <a:path extrusionOk="0" h="9526" w="34144">
                    <a:moveTo>
                      <a:pt x="9414" y="1"/>
                    </a:moveTo>
                    <a:cubicBezTo>
                      <a:pt x="4875" y="1"/>
                      <a:pt x="954" y="1081"/>
                      <a:pt x="378" y="3585"/>
                    </a:cubicBezTo>
                    <a:cubicBezTo>
                      <a:pt x="1" y="5220"/>
                      <a:pt x="978" y="5718"/>
                      <a:pt x="2724" y="5718"/>
                    </a:cubicBezTo>
                    <a:cubicBezTo>
                      <a:pt x="5441" y="5718"/>
                      <a:pt x="10020" y="4511"/>
                      <a:pt x="14252" y="4511"/>
                    </a:cubicBezTo>
                    <a:cubicBezTo>
                      <a:pt x="14475" y="4511"/>
                      <a:pt x="14697" y="4515"/>
                      <a:pt x="14918" y="4522"/>
                    </a:cubicBezTo>
                    <a:cubicBezTo>
                      <a:pt x="21795" y="4745"/>
                      <a:pt x="26597" y="9526"/>
                      <a:pt x="33714" y="9526"/>
                    </a:cubicBezTo>
                    <a:cubicBezTo>
                      <a:pt x="33857" y="9526"/>
                      <a:pt x="34000" y="9524"/>
                      <a:pt x="34144" y="9520"/>
                    </a:cubicBezTo>
                    <a:cubicBezTo>
                      <a:pt x="27697" y="6794"/>
                      <a:pt x="26135" y="3982"/>
                      <a:pt x="19206" y="1568"/>
                    </a:cubicBezTo>
                    <a:cubicBezTo>
                      <a:pt x="16308" y="567"/>
                      <a:pt x="12699" y="1"/>
                      <a:pt x="94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9589875" y="3583775"/>
                <a:ext cx="1123925" cy="694375"/>
              </a:xfrm>
              <a:custGeom>
                <a:rect b="b" l="l" r="r" t="t"/>
                <a:pathLst>
                  <a:path extrusionOk="0" fill="none" h="27775" w="44957">
                    <a:moveTo>
                      <a:pt x="1" y="4516"/>
                    </a:moveTo>
                    <a:cubicBezTo>
                      <a:pt x="11275" y="910"/>
                      <a:pt x="14967" y="1"/>
                      <a:pt x="19283" y="5027"/>
                    </a:cubicBezTo>
                    <a:cubicBezTo>
                      <a:pt x="23600" y="10026"/>
                      <a:pt x="26014" y="11304"/>
                      <a:pt x="31722" y="9742"/>
                    </a:cubicBezTo>
                    <a:cubicBezTo>
                      <a:pt x="37402" y="8151"/>
                      <a:pt x="40639" y="10821"/>
                      <a:pt x="41946" y="14882"/>
                    </a:cubicBezTo>
                    <a:cubicBezTo>
                      <a:pt x="43224" y="18971"/>
                      <a:pt x="44956" y="22777"/>
                      <a:pt x="44956" y="22777"/>
                    </a:cubicBezTo>
                    <a:cubicBezTo>
                      <a:pt x="44956" y="22777"/>
                      <a:pt x="37913" y="18687"/>
                      <a:pt x="31097" y="19880"/>
                    </a:cubicBezTo>
                    <a:cubicBezTo>
                      <a:pt x="24282" y="21073"/>
                      <a:pt x="16216" y="25361"/>
                      <a:pt x="12780" y="2777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>
                <a:off x="8980725" y="3598700"/>
                <a:ext cx="1246025" cy="411100"/>
              </a:xfrm>
              <a:custGeom>
                <a:rect b="b" l="l" r="r" t="t"/>
                <a:pathLst>
                  <a:path extrusionOk="0" fill="none" h="16444" w="49841">
                    <a:moveTo>
                      <a:pt x="0" y="0"/>
                    </a:moveTo>
                    <a:cubicBezTo>
                      <a:pt x="8577" y="511"/>
                      <a:pt x="14086" y="2783"/>
                      <a:pt x="18488" y="7668"/>
                    </a:cubicBezTo>
                    <a:cubicBezTo>
                      <a:pt x="22890" y="12553"/>
                      <a:pt x="25332" y="16443"/>
                      <a:pt x="31182" y="15534"/>
                    </a:cubicBezTo>
                    <a:cubicBezTo>
                      <a:pt x="37033" y="14626"/>
                      <a:pt x="44984" y="12638"/>
                      <a:pt x="49840" y="1428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>
                <a:off x="8682525" y="3877700"/>
                <a:ext cx="817925" cy="196700"/>
              </a:xfrm>
              <a:custGeom>
                <a:rect b="b" l="l" r="r" t="t"/>
                <a:pathLst>
                  <a:path extrusionOk="0" fill="none" h="7868" w="32717">
                    <a:moveTo>
                      <a:pt x="1" y="3125"/>
                    </a:moveTo>
                    <a:cubicBezTo>
                      <a:pt x="8577" y="86"/>
                      <a:pt x="16501" y="1"/>
                      <a:pt x="22095" y="2898"/>
                    </a:cubicBezTo>
                    <a:cubicBezTo>
                      <a:pt x="27718" y="5794"/>
                      <a:pt x="29024" y="7498"/>
                      <a:pt x="32716" y="786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9408125" y="3898300"/>
                <a:ext cx="1781350" cy="394050"/>
              </a:xfrm>
              <a:custGeom>
                <a:rect b="b" l="l" r="r" t="t"/>
                <a:pathLst>
                  <a:path extrusionOk="0" fill="none" h="15762" w="71254">
                    <a:moveTo>
                      <a:pt x="0" y="5084"/>
                    </a:moveTo>
                    <a:cubicBezTo>
                      <a:pt x="9088" y="10962"/>
                      <a:pt x="15961" y="7753"/>
                      <a:pt x="25503" y="3863"/>
                    </a:cubicBezTo>
                    <a:cubicBezTo>
                      <a:pt x="35016" y="1"/>
                      <a:pt x="41832" y="4062"/>
                      <a:pt x="48932" y="8321"/>
                    </a:cubicBezTo>
                    <a:cubicBezTo>
                      <a:pt x="56032" y="12553"/>
                      <a:pt x="62961" y="15762"/>
                      <a:pt x="71253" y="15364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0" name="Google Shape;920;p7"/>
            <p:cNvGrpSpPr/>
            <p:nvPr/>
          </p:nvGrpSpPr>
          <p:grpSpPr>
            <a:xfrm>
              <a:off x="4630154" y="4406150"/>
              <a:ext cx="1306503" cy="768346"/>
              <a:chOff x="11944150" y="3369375"/>
              <a:chExt cx="1586525" cy="933025"/>
            </a:xfrm>
          </p:grpSpPr>
          <p:sp>
            <p:nvSpPr>
              <p:cNvPr id="921" name="Google Shape;921;p7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8" name="Google Shape;928;p7"/>
            <p:cNvGrpSpPr/>
            <p:nvPr/>
          </p:nvGrpSpPr>
          <p:grpSpPr>
            <a:xfrm flipH="1" rot="899892">
              <a:off x="3194363" y="4224421"/>
              <a:ext cx="1306427" cy="768301"/>
              <a:chOff x="11944150" y="3369375"/>
              <a:chExt cx="1586525" cy="933025"/>
            </a:xfrm>
          </p:grpSpPr>
          <p:sp>
            <p:nvSpPr>
              <p:cNvPr id="929" name="Google Shape;929;p7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36" name="Google Shape;936;p7"/>
          <p:cNvGrpSpPr/>
          <p:nvPr/>
        </p:nvGrpSpPr>
        <p:grpSpPr>
          <a:xfrm rot="-260469">
            <a:off x="1029523" y="3379302"/>
            <a:ext cx="442031" cy="203389"/>
            <a:chOff x="3029000" y="3167975"/>
            <a:chExt cx="442000" cy="203375"/>
          </a:xfrm>
        </p:grpSpPr>
        <p:sp>
          <p:nvSpPr>
            <p:cNvPr id="937" name="Google Shape;937;p7"/>
            <p:cNvSpPr/>
            <p:nvPr/>
          </p:nvSpPr>
          <p:spPr>
            <a:xfrm>
              <a:off x="3134900" y="3167975"/>
              <a:ext cx="189500" cy="203375"/>
            </a:xfrm>
            <a:custGeom>
              <a:rect b="b" l="l" r="r" t="t"/>
              <a:pathLst>
                <a:path extrusionOk="0" h="8135" w="7580">
                  <a:moveTo>
                    <a:pt x="4307" y="1"/>
                  </a:moveTo>
                  <a:cubicBezTo>
                    <a:pt x="3145" y="1"/>
                    <a:pt x="1903" y="214"/>
                    <a:pt x="1235" y="724"/>
                  </a:cubicBezTo>
                  <a:cubicBezTo>
                    <a:pt x="1" y="1691"/>
                    <a:pt x="201" y="6661"/>
                    <a:pt x="1869" y="7262"/>
                  </a:cubicBezTo>
                  <a:cubicBezTo>
                    <a:pt x="3134" y="7717"/>
                    <a:pt x="4841" y="8134"/>
                    <a:pt x="5621" y="8134"/>
                  </a:cubicBezTo>
                  <a:cubicBezTo>
                    <a:pt x="5868" y="8134"/>
                    <a:pt x="6022" y="8092"/>
                    <a:pt x="6039" y="7996"/>
                  </a:cubicBezTo>
                  <a:cubicBezTo>
                    <a:pt x="6139" y="7595"/>
                    <a:pt x="3370" y="6028"/>
                    <a:pt x="3370" y="6028"/>
                  </a:cubicBezTo>
                  <a:lnTo>
                    <a:pt x="3537" y="1558"/>
                  </a:lnTo>
                  <a:cubicBezTo>
                    <a:pt x="3945" y="1618"/>
                    <a:pt x="4333" y="1645"/>
                    <a:pt x="4692" y="1645"/>
                  </a:cubicBezTo>
                  <a:cubicBezTo>
                    <a:pt x="6505" y="1645"/>
                    <a:pt x="7580" y="958"/>
                    <a:pt x="6772" y="457"/>
                  </a:cubicBezTo>
                  <a:cubicBezTo>
                    <a:pt x="6330" y="173"/>
                    <a:pt x="5351" y="1"/>
                    <a:pt x="43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7"/>
            <p:cNvSpPr/>
            <p:nvPr/>
          </p:nvSpPr>
          <p:spPr>
            <a:xfrm>
              <a:off x="3351725" y="3228375"/>
              <a:ext cx="106775" cy="64450"/>
            </a:xfrm>
            <a:custGeom>
              <a:rect b="b" l="l" r="r" t="t"/>
              <a:pathLst>
                <a:path extrusionOk="0" h="2578" w="4271">
                  <a:moveTo>
                    <a:pt x="3786" y="1"/>
                  </a:moveTo>
                  <a:cubicBezTo>
                    <a:pt x="2892" y="1"/>
                    <a:pt x="228" y="818"/>
                    <a:pt x="1" y="2577"/>
                  </a:cubicBezTo>
                  <a:cubicBezTo>
                    <a:pt x="1" y="2577"/>
                    <a:pt x="4270" y="376"/>
                    <a:pt x="4070" y="76"/>
                  </a:cubicBezTo>
                  <a:cubicBezTo>
                    <a:pt x="4045" y="26"/>
                    <a:pt x="3943" y="1"/>
                    <a:pt x="37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7"/>
            <p:cNvSpPr/>
            <p:nvPr/>
          </p:nvSpPr>
          <p:spPr>
            <a:xfrm>
              <a:off x="3346125" y="3292800"/>
              <a:ext cx="124875" cy="55525"/>
            </a:xfrm>
            <a:custGeom>
              <a:rect b="b" l="l" r="r" t="t"/>
              <a:pathLst>
                <a:path extrusionOk="0" h="2221" w="4995">
                  <a:moveTo>
                    <a:pt x="225" y="0"/>
                  </a:moveTo>
                  <a:lnTo>
                    <a:pt x="225" y="0"/>
                  </a:lnTo>
                  <a:cubicBezTo>
                    <a:pt x="0" y="366"/>
                    <a:pt x="1880" y="2220"/>
                    <a:pt x="3495" y="2220"/>
                  </a:cubicBezTo>
                  <a:cubicBezTo>
                    <a:pt x="3798" y="2220"/>
                    <a:pt x="4092" y="2155"/>
                    <a:pt x="4361" y="2002"/>
                  </a:cubicBezTo>
                  <a:cubicBezTo>
                    <a:pt x="4995" y="1668"/>
                    <a:pt x="225" y="1"/>
                    <a:pt x="2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7"/>
            <p:cNvSpPr/>
            <p:nvPr/>
          </p:nvSpPr>
          <p:spPr>
            <a:xfrm>
              <a:off x="3029000" y="3184850"/>
              <a:ext cx="334850" cy="165025"/>
            </a:xfrm>
            <a:custGeom>
              <a:rect b="b" l="l" r="r" t="t"/>
              <a:pathLst>
                <a:path extrusionOk="0" h="6601" w="13394">
                  <a:moveTo>
                    <a:pt x="5827" y="0"/>
                  </a:moveTo>
                  <a:cubicBezTo>
                    <a:pt x="5708" y="0"/>
                    <a:pt x="5589" y="5"/>
                    <a:pt x="5471" y="15"/>
                  </a:cubicBezTo>
                  <a:cubicBezTo>
                    <a:pt x="2002" y="316"/>
                    <a:pt x="1" y="4585"/>
                    <a:pt x="167" y="5286"/>
                  </a:cubicBezTo>
                  <a:cubicBezTo>
                    <a:pt x="262" y="5682"/>
                    <a:pt x="2308" y="6601"/>
                    <a:pt x="5208" y="6601"/>
                  </a:cubicBezTo>
                  <a:cubicBezTo>
                    <a:pt x="7437" y="6601"/>
                    <a:pt x="10170" y="6058"/>
                    <a:pt x="12910" y="4318"/>
                  </a:cubicBezTo>
                  <a:cubicBezTo>
                    <a:pt x="13393" y="3996"/>
                    <a:pt x="9238" y="0"/>
                    <a:pt x="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7"/>
            <p:cNvSpPr/>
            <p:nvPr/>
          </p:nvSpPr>
          <p:spPr>
            <a:xfrm>
              <a:off x="3164925" y="3257775"/>
              <a:ext cx="20875" cy="92600"/>
            </a:xfrm>
            <a:custGeom>
              <a:rect b="b" l="l" r="r" t="t"/>
              <a:pathLst>
                <a:path extrusionOk="0" fill="none" h="3704" w="835">
                  <a:moveTo>
                    <a:pt x="1" y="0"/>
                  </a:moveTo>
                  <a:cubicBezTo>
                    <a:pt x="835" y="1535"/>
                    <a:pt x="468" y="3169"/>
                    <a:pt x="34" y="370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7"/>
            <p:cNvSpPr/>
            <p:nvPr/>
          </p:nvSpPr>
          <p:spPr>
            <a:xfrm>
              <a:off x="3081550" y="3257050"/>
              <a:ext cx="28375" cy="25675"/>
            </a:xfrm>
            <a:custGeom>
              <a:rect b="b" l="l" r="r" t="t"/>
              <a:pathLst>
                <a:path extrusionOk="0" h="1027" w="1135">
                  <a:moveTo>
                    <a:pt x="563" y="0"/>
                  </a:moveTo>
                  <a:cubicBezTo>
                    <a:pt x="508" y="0"/>
                    <a:pt x="454" y="9"/>
                    <a:pt x="400" y="29"/>
                  </a:cubicBezTo>
                  <a:cubicBezTo>
                    <a:pt x="133" y="130"/>
                    <a:pt x="0" y="396"/>
                    <a:pt x="100" y="663"/>
                  </a:cubicBezTo>
                  <a:cubicBezTo>
                    <a:pt x="153" y="877"/>
                    <a:pt x="356" y="1026"/>
                    <a:pt x="572" y="1026"/>
                  </a:cubicBezTo>
                  <a:cubicBezTo>
                    <a:pt x="626" y="1026"/>
                    <a:pt x="681" y="1017"/>
                    <a:pt x="734" y="997"/>
                  </a:cubicBezTo>
                  <a:cubicBezTo>
                    <a:pt x="1001" y="897"/>
                    <a:pt x="1134" y="630"/>
                    <a:pt x="1067" y="363"/>
                  </a:cubicBezTo>
                  <a:cubicBezTo>
                    <a:pt x="987" y="150"/>
                    <a:pt x="779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7"/>
            <p:cNvSpPr/>
            <p:nvPr/>
          </p:nvSpPr>
          <p:spPr>
            <a:xfrm>
              <a:off x="3088200" y="3264950"/>
              <a:ext cx="7550" cy="7025"/>
            </a:xfrm>
            <a:custGeom>
              <a:rect b="b" l="l" r="r" t="t"/>
              <a:pathLst>
                <a:path extrusionOk="0" h="281" w="302">
                  <a:moveTo>
                    <a:pt x="159" y="1"/>
                  </a:moveTo>
                  <a:cubicBezTo>
                    <a:pt x="139" y="1"/>
                    <a:pt x="119" y="5"/>
                    <a:pt x="101" y="14"/>
                  </a:cubicBezTo>
                  <a:cubicBezTo>
                    <a:pt x="34" y="14"/>
                    <a:pt x="1" y="114"/>
                    <a:pt x="34" y="180"/>
                  </a:cubicBezTo>
                  <a:cubicBezTo>
                    <a:pt x="34" y="247"/>
                    <a:pt x="134" y="281"/>
                    <a:pt x="201" y="281"/>
                  </a:cubicBezTo>
                  <a:cubicBezTo>
                    <a:pt x="268" y="247"/>
                    <a:pt x="301" y="147"/>
                    <a:pt x="268" y="80"/>
                  </a:cubicBezTo>
                  <a:cubicBezTo>
                    <a:pt x="268" y="32"/>
                    <a:pt x="214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44" name="Google Shape;94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0903" y="1036400"/>
            <a:ext cx="3302707" cy="2571774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186" y="2701601"/>
            <a:ext cx="7093624" cy="2072652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50" name="Google Shape;950;p8"/>
          <p:cNvGrpSpPr/>
          <p:nvPr/>
        </p:nvGrpSpPr>
        <p:grpSpPr>
          <a:xfrm>
            <a:off x="-491561" y="1435622"/>
            <a:ext cx="3598734" cy="2963953"/>
            <a:chOff x="277189" y="1492272"/>
            <a:chExt cx="3598734" cy="2963953"/>
          </a:xfrm>
        </p:grpSpPr>
        <p:sp>
          <p:nvSpPr>
            <p:cNvPr id="951" name="Google Shape;951;p8"/>
            <p:cNvSpPr/>
            <p:nvPr/>
          </p:nvSpPr>
          <p:spPr>
            <a:xfrm flipH="1" rot="-399723">
              <a:off x="3532601" y="1511290"/>
              <a:ext cx="336170" cy="142856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8"/>
            <p:cNvSpPr/>
            <p:nvPr/>
          </p:nvSpPr>
          <p:spPr>
            <a:xfrm flipH="1" rot="1511552">
              <a:off x="286260" y="2626811"/>
              <a:ext cx="212845" cy="90184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8"/>
            <p:cNvSpPr/>
            <p:nvPr/>
          </p:nvSpPr>
          <p:spPr>
            <a:xfrm flipH="1" rot="1511552">
              <a:off x="924364" y="4324908"/>
              <a:ext cx="212845" cy="90312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4" name="Google Shape;954;p8"/>
            <p:cNvGrpSpPr/>
            <p:nvPr/>
          </p:nvGrpSpPr>
          <p:grpSpPr>
            <a:xfrm flipH="1">
              <a:off x="3184250" y="2908738"/>
              <a:ext cx="483950" cy="295550"/>
              <a:chOff x="-1677100" y="665488"/>
              <a:chExt cx="483950" cy="295550"/>
            </a:xfrm>
          </p:grpSpPr>
          <p:sp>
            <p:nvSpPr>
              <p:cNvPr id="955" name="Google Shape;955;p8"/>
              <p:cNvSpPr/>
              <p:nvPr/>
            </p:nvSpPr>
            <p:spPr>
              <a:xfrm>
                <a:off x="-1619325" y="675488"/>
                <a:ext cx="268550" cy="261600"/>
              </a:xfrm>
              <a:custGeom>
                <a:rect b="b" l="l" r="r" t="t"/>
                <a:pathLst>
                  <a:path extrusionOk="0" h="10464" w="10742">
                    <a:moveTo>
                      <a:pt x="8264" y="1"/>
                    </a:moveTo>
                    <a:cubicBezTo>
                      <a:pt x="7319" y="1"/>
                      <a:pt x="3441" y="26"/>
                      <a:pt x="1836" y="435"/>
                    </a:cubicBezTo>
                    <a:cubicBezTo>
                      <a:pt x="1" y="902"/>
                      <a:pt x="1469" y="1802"/>
                      <a:pt x="6772" y="2570"/>
                    </a:cubicBezTo>
                    <a:lnTo>
                      <a:pt x="7840" y="5405"/>
                    </a:lnTo>
                    <a:cubicBezTo>
                      <a:pt x="7840" y="5405"/>
                      <a:pt x="4871" y="10108"/>
                      <a:pt x="5905" y="10442"/>
                    </a:cubicBezTo>
                    <a:cubicBezTo>
                      <a:pt x="5947" y="10457"/>
                      <a:pt x="5993" y="10464"/>
                      <a:pt x="6043" y="10464"/>
                    </a:cubicBezTo>
                    <a:cubicBezTo>
                      <a:pt x="7239" y="10464"/>
                      <a:pt x="10742" y="6439"/>
                      <a:pt x="10742" y="6439"/>
                    </a:cubicBezTo>
                    <a:lnTo>
                      <a:pt x="8474" y="1"/>
                    </a:lnTo>
                    <a:cubicBezTo>
                      <a:pt x="8474" y="1"/>
                      <a:pt x="8399" y="1"/>
                      <a:pt x="82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8"/>
              <p:cNvSpPr/>
              <p:nvPr/>
            </p:nvSpPr>
            <p:spPr>
              <a:xfrm>
                <a:off x="-1677100" y="820688"/>
                <a:ext cx="98675" cy="53325"/>
              </a:xfrm>
              <a:custGeom>
                <a:rect b="b" l="l" r="r" t="t"/>
                <a:pathLst>
                  <a:path extrusionOk="0" h="2133" w="3947">
                    <a:moveTo>
                      <a:pt x="682" y="1"/>
                    </a:moveTo>
                    <a:cubicBezTo>
                      <a:pt x="273" y="1"/>
                      <a:pt x="0" y="92"/>
                      <a:pt x="10" y="231"/>
                    </a:cubicBezTo>
                    <a:cubicBezTo>
                      <a:pt x="77" y="731"/>
                      <a:pt x="3946" y="2132"/>
                      <a:pt x="3946" y="2132"/>
                    </a:cubicBezTo>
                    <a:cubicBezTo>
                      <a:pt x="3384" y="514"/>
                      <a:pt x="1650" y="1"/>
                      <a:pt x="6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8"/>
              <p:cNvSpPr/>
              <p:nvPr/>
            </p:nvSpPr>
            <p:spPr>
              <a:xfrm>
                <a:off x="-1643500" y="873988"/>
                <a:ext cx="72575" cy="87050"/>
              </a:xfrm>
              <a:custGeom>
                <a:rect b="b" l="l" r="r" t="t"/>
                <a:pathLst>
                  <a:path extrusionOk="0" h="3482" w="2903">
                    <a:moveTo>
                      <a:pt x="2602" y="0"/>
                    </a:moveTo>
                    <a:cubicBezTo>
                      <a:pt x="2602" y="0"/>
                      <a:pt x="1" y="3102"/>
                      <a:pt x="267" y="3436"/>
                    </a:cubicBezTo>
                    <a:cubicBezTo>
                      <a:pt x="291" y="3466"/>
                      <a:pt x="337" y="3481"/>
                      <a:pt x="400" y="3481"/>
                    </a:cubicBezTo>
                    <a:cubicBezTo>
                      <a:pt x="963" y="3481"/>
                      <a:pt x="2902" y="2280"/>
                      <a:pt x="26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8"/>
              <p:cNvSpPr/>
              <p:nvPr/>
            </p:nvSpPr>
            <p:spPr>
              <a:xfrm>
                <a:off x="-1607650" y="665488"/>
                <a:ext cx="414500" cy="213650"/>
              </a:xfrm>
              <a:custGeom>
                <a:rect b="b" l="l" r="r" t="t"/>
                <a:pathLst>
                  <a:path extrusionOk="0" h="8546" w="16580">
                    <a:moveTo>
                      <a:pt x="10508" y="1"/>
                    </a:moveTo>
                    <a:cubicBezTo>
                      <a:pt x="5972" y="34"/>
                      <a:pt x="1" y="4304"/>
                      <a:pt x="1168" y="8340"/>
                    </a:cubicBezTo>
                    <a:cubicBezTo>
                      <a:pt x="2040" y="8477"/>
                      <a:pt x="2917" y="8545"/>
                      <a:pt x="3792" y="8545"/>
                    </a:cubicBezTo>
                    <a:cubicBezTo>
                      <a:pt x="5899" y="8545"/>
                      <a:pt x="7995" y="8151"/>
                      <a:pt x="9975" y="7373"/>
                    </a:cubicBezTo>
                    <a:cubicBezTo>
                      <a:pt x="14578" y="5505"/>
                      <a:pt x="16579" y="3036"/>
                      <a:pt x="16579" y="3036"/>
                    </a:cubicBezTo>
                    <a:cubicBezTo>
                      <a:pt x="16579" y="3036"/>
                      <a:pt x="15012" y="1"/>
                      <a:pt x="105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8"/>
              <p:cNvSpPr/>
              <p:nvPr/>
            </p:nvSpPr>
            <p:spPr>
              <a:xfrm>
                <a:off x="-1396650" y="740563"/>
                <a:ext cx="78400" cy="90900"/>
              </a:xfrm>
              <a:custGeom>
                <a:rect b="b" l="l" r="r" t="t"/>
                <a:pathLst>
                  <a:path extrusionOk="0" fill="none" h="3636" w="3136">
                    <a:moveTo>
                      <a:pt x="3136" y="3636"/>
                    </a:moveTo>
                    <a:cubicBezTo>
                      <a:pt x="0" y="2569"/>
                      <a:pt x="134" y="0"/>
                      <a:pt x="134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8"/>
              <p:cNvSpPr/>
              <p:nvPr/>
            </p:nvSpPr>
            <p:spPr>
              <a:xfrm>
                <a:off x="-1342450" y="730538"/>
                <a:ext cx="32550" cy="31725"/>
              </a:xfrm>
              <a:custGeom>
                <a:rect b="b" l="l" r="r" t="t"/>
                <a:pathLst>
                  <a:path extrusionOk="0" h="1269" w="1302">
                    <a:moveTo>
                      <a:pt x="601" y="1"/>
                    </a:moveTo>
                    <a:cubicBezTo>
                      <a:pt x="267" y="34"/>
                      <a:pt x="0" y="334"/>
                      <a:pt x="34" y="668"/>
                    </a:cubicBezTo>
                    <a:cubicBezTo>
                      <a:pt x="34" y="1001"/>
                      <a:pt x="334" y="1268"/>
                      <a:pt x="668" y="1268"/>
                    </a:cubicBezTo>
                    <a:cubicBezTo>
                      <a:pt x="1035" y="1235"/>
                      <a:pt x="1301" y="935"/>
                      <a:pt x="1268" y="601"/>
                    </a:cubicBezTo>
                    <a:cubicBezTo>
                      <a:pt x="1235" y="268"/>
                      <a:pt x="968" y="1"/>
                      <a:pt x="6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8"/>
              <p:cNvSpPr/>
              <p:nvPr/>
            </p:nvSpPr>
            <p:spPr>
              <a:xfrm>
                <a:off x="-1334100" y="738888"/>
                <a:ext cx="8350" cy="8350"/>
              </a:xfrm>
              <a:custGeom>
                <a:rect b="b" l="l" r="r" t="t"/>
                <a:pathLst>
                  <a:path extrusionOk="0" h="334" w="334">
                    <a:moveTo>
                      <a:pt x="133" y="0"/>
                    </a:moveTo>
                    <a:cubicBezTo>
                      <a:pt x="67" y="0"/>
                      <a:pt x="0" y="100"/>
                      <a:pt x="0" y="167"/>
                    </a:cubicBezTo>
                    <a:cubicBezTo>
                      <a:pt x="0" y="267"/>
                      <a:pt x="67" y="334"/>
                      <a:pt x="167" y="334"/>
                    </a:cubicBezTo>
                    <a:cubicBezTo>
                      <a:pt x="267" y="334"/>
                      <a:pt x="334" y="267"/>
                      <a:pt x="334" y="167"/>
                    </a:cubicBezTo>
                    <a:cubicBezTo>
                      <a:pt x="334" y="67"/>
                      <a:pt x="234" y="0"/>
                      <a:pt x="1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2" name="Google Shape;962;p8"/>
          <p:cNvSpPr txBox="1"/>
          <p:nvPr>
            <p:ph type="title"/>
          </p:nvPr>
        </p:nvSpPr>
        <p:spPr>
          <a:xfrm>
            <a:off x="713225" y="804575"/>
            <a:ext cx="3732600" cy="122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Cloud Water Collection</a:t>
            </a:r>
            <a:endParaRPr/>
          </a:p>
        </p:txBody>
      </p:sp>
      <p:sp>
        <p:nvSpPr>
          <p:cNvPr id="963" name="Google Shape;963;p8"/>
          <p:cNvSpPr txBox="1"/>
          <p:nvPr>
            <p:ph idx="1" type="subTitle"/>
          </p:nvPr>
        </p:nvSpPr>
        <p:spPr>
          <a:xfrm>
            <a:off x="3781770" y="894720"/>
            <a:ext cx="4018200" cy="1691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Each Device uses an Atlas Scientific Kit to measure the water quality.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The Kit connects to a WIFI extender that pushes the school WIFI out to the lake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It then connects to Thingspeak where anyone can access it</a:t>
            </a:r>
            <a:endParaRPr/>
          </a:p>
        </p:txBody>
      </p:sp>
      <p:grpSp>
        <p:nvGrpSpPr>
          <p:cNvPr id="964" name="Google Shape;964;p8"/>
          <p:cNvGrpSpPr/>
          <p:nvPr/>
        </p:nvGrpSpPr>
        <p:grpSpPr>
          <a:xfrm flipH="1" rot="1721072">
            <a:off x="7153296" y="3415387"/>
            <a:ext cx="442012" cy="203381"/>
            <a:chOff x="3029000" y="3167975"/>
            <a:chExt cx="442000" cy="203375"/>
          </a:xfrm>
        </p:grpSpPr>
        <p:sp>
          <p:nvSpPr>
            <p:cNvPr id="965" name="Google Shape;965;p8"/>
            <p:cNvSpPr/>
            <p:nvPr/>
          </p:nvSpPr>
          <p:spPr>
            <a:xfrm>
              <a:off x="3134900" y="3167975"/>
              <a:ext cx="189500" cy="203375"/>
            </a:xfrm>
            <a:custGeom>
              <a:rect b="b" l="l" r="r" t="t"/>
              <a:pathLst>
                <a:path extrusionOk="0" h="8135" w="7580">
                  <a:moveTo>
                    <a:pt x="4307" y="1"/>
                  </a:moveTo>
                  <a:cubicBezTo>
                    <a:pt x="3145" y="1"/>
                    <a:pt x="1903" y="214"/>
                    <a:pt x="1235" y="724"/>
                  </a:cubicBezTo>
                  <a:cubicBezTo>
                    <a:pt x="1" y="1691"/>
                    <a:pt x="201" y="6661"/>
                    <a:pt x="1869" y="7262"/>
                  </a:cubicBezTo>
                  <a:cubicBezTo>
                    <a:pt x="3134" y="7717"/>
                    <a:pt x="4841" y="8134"/>
                    <a:pt x="5621" y="8134"/>
                  </a:cubicBezTo>
                  <a:cubicBezTo>
                    <a:pt x="5868" y="8134"/>
                    <a:pt x="6022" y="8092"/>
                    <a:pt x="6039" y="7996"/>
                  </a:cubicBezTo>
                  <a:cubicBezTo>
                    <a:pt x="6139" y="7595"/>
                    <a:pt x="3370" y="6028"/>
                    <a:pt x="3370" y="6028"/>
                  </a:cubicBezTo>
                  <a:lnTo>
                    <a:pt x="3537" y="1558"/>
                  </a:lnTo>
                  <a:cubicBezTo>
                    <a:pt x="3945" y="1618"/>
                    <a:pt x="4333" y="1645"/>
                    <a:pt x="4692" y="1645"/>
                  </a:cubicBezTo>
                  <a:cubicBezTo>
                    <a:pt x="6505" y="1645"/>
                    <a:pt x="7580" y="958"/>
                    <a:pt x="6772" y="457"/>
                  </a:cubicBezTo>
                  <a:cubicBezTo>
                    <a:pt x="6330" y="173"/>
                    <a:pt x="5351" y="1"/>
                    <a:pt x="43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3351725" y="3228375"/>
              <a:ext cx="106775" cy="64450"/>
            </a:xfrm>
            <a:custGeom>
              <a:rect b="b" l="l" r="r" t="t"/>
              <a:pathLst>
                <a:path extrusionOk="0" h="2578" w="4271">
                  <a:moveTo>
                    <a:pt x="3786" y="1"/>
                  </a:moveTo>
                  <a:cubicBezTo>
                    <a:pt x="2892" y="1"/>
                    <a:pt x="228" y="818"/>
                    <a:pt x="1" y="2577"/>
                  </a:cubicBezTo>
                  <a:cubicBezTo>
                    <a:pt x="1" y="2577"/>
                    <a:pt x="4270" y="376"/>
                    <a:pt x="4070" y="76"/>
                  </a:cubicBezTo>
                  <a:cubicBezTo>
                    <a:pt x="4045" y="26"/>
                    <a:pt x="3943" y="1"/>
                    <a:pt x="37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3346125" y="3292800"/>
              <a:ext cx="124875" cy="55525"/>
            </a:xfrm>
            <a:custGeom>
              <a:rect b="b" l="l" r="r" t="t"/>
              <a:pathLst>
                <a:path extrusionOk="0" h="2221" w="4995">
                  <a:moveTo>
                    <a:pt x="225" y="0"/>
                  </a:moveTo>
                  <a:lnTo>
                    <a:pt x="225" y="0"/>
                  </a:lnTo>
                  <a:cubicBezTo>
                    <a:pt x="0" y="366"/>
                    <a:pt x="1880" y="2220"/>
                    <a:pt x="3495" y="2220"/>
                  </a:cubicBezTo>
                  <a:cubicBezTo>
                    <a:pt x="3798" y="2220"/>
                    <a:pt x="4092" y="2155"/>
                    <a:pt x="4361" y="2002"/>
                  </a:cubicBezTo>
                  <a:cubicBezTo>
                    <a:pt x="4995" y="1668"/>
                    <a:pt x="225" y="1"/>
                    <a:pt x="2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3029000" y="3184850"/>
              <a:ext cx="334850" cy="165025"/>
            </a:xfrm>
            <a:custGeom>
              <a:rect b="b" l="l" r="r" t="t"/>
              <a:pathLst>
                <a:path extrusionOk="0" h="6601" w="13394">
                  <a:moveTo>
                    <a:pt x="5827" y="0"/>
                  </a:moveTo>
                  <a:cubicBezTo>
                    <a:pt x="5708" y="0"/>
                    <a:pt x="5589" y="5"/>
                    <a:pt x="5471" y="15"/>
                  </a:cubicBezTo>
                  <a:cubicBezTo>
                    <a:pt x="2002" y="316"/>
                    <a:pt x="1" y="4585"/>
                    <a:pt x="167" y="5286"/>
                  </a:cubicBezTo>
                  <a:cubicBezTo>
                    <a:pt x="262" y="5682"/>
                    <a:pt x="2308" y="6601"/>
                    <a:pt x="5208" y="6601"/>
                  </a:cubicBezTo>
                  <a:cubicBezTo>
                    <a:pt x="7437" y="6601"/>
                    <a:pt x="10170" y="6058"/>
                    <a:pt x="12910" y="4318"/>
                  </a:cubicBezTo>
                  <a:cubicBezTo>
                    <a:pt x="13393" y="3996"/>
                    <a:pt x="9238" y="0"/>
                    <a:pt x="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3164925" y="3257775"/>
              <a:ext cx="20875" cy="92600"/>
            </a:xfrm>
            <a:custGeom>
              <a:rect b="b" l="l" r="r" t="t"/>
              <a:pathLst>
                <a:path extrusionOk="0" fill="none" h="3704" w="835">
                  <a:moveTo>
                    <a:pt x="1" y="0"/>
                  </a:moveTo>
                  <a:cubicBezTo>
                    <a:pt x="835" y="1535"/>
                    <a:pt x="468" y="3169"/>
                    <a:pt x="34" y="370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3081550" y="3257050"/>
              <a:ext cx="28375" cy="25675"/>
            </a:xfrm>
            <a:custGeom>
              <a:rect b="b" l="l" r="r" t="t"/>
              <a:pathLst>
                <a:path extrusionOk="0" h="1027" w="1135">
                  <a:moveTo>
                    <a:pt x="563" y="0"/>
                  </a:moveTo>
                  <a:cubicBezTo>
                    <a:pt x="508" y="0"/>
                    <a:pt x="454" y="9"/>
                    <a:pt x="400" y="29"/>
                  </a:cubicBezTo>
                  <a:cubicBezTo>
                    <a:pt x="133" y="130"/>
                    <a:pt x="0" y="396"/>
                    <a:pt x="100" y="663"/>
                  </a:cubicBezTo>
                  <a:cubicBezTo>
                    <a:pt x="153" y="877"/>
                    <a:pt x="356" y="1026"/>
                    <a:pt x="572" y="1026"/>
                  </a:cubicBezTo>
                  <a:cubicBezTo>
                    <a:pt x="626" y="1026"/>
                    <a:pt x="681" y="1017"/>
                    <a:pt x="734" y="997"/>
                  </a:cubicBezTo>
                  <a:cubicBezTo>
                    <a:pt x="1001" y="897"/>
                    <a:pt x="1134" y="630"/>
                    <a:pt x="1067" y="363"/>
                  </a:cubicBezTo>
                  <a:cubicBezTo>
                    <a:pt x="987" y="150"/>
                    <a:pt x="779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3088200" y="3264950"/>
              <a:ext cx="7550" cy="7025"/>
            </a:xfrm>
            <a:custGeom>
              <a:rect b="b" l="l" r="r" t="t"/>
              <a:pathLst>
                <a:path extrusionOk="0" h="281" w="302">
                  <a:moveTo>
                    <a:pt x="159" y="1"/>
                  </a:moveTo>
                  <a:cubicBezTo>
                    <a:pt x="139" y="1"/>
                    <a:pt x="119" y="5"/>
                    <a:pt x="101" y="14"/>
                  </a:cubicBezTo>
                  <a:cubicBezTo>
                    <a:pt x="34" y="14"/>
                    <a:pt x="1" y="114"/>
                    <a:pt x="34" y="180"/>
                  </a:cubicBezTo>
                  <a:cubicBezTo>
                    <a:pt x="34" y="247"/>
                    <a:pt x="134" y="281"/>
                    <a:pt x="201" y="281"/>
                  </a:cubicBezTo>
                  <a:cubicBezTo>
                    <a:pt x="268" y="247"/>
                    <a:pt x="301" y="147"/>
                    <a:pt x="268" y="80"/>
                  </a:cubicBezTo>
                  <a:cubicBezTo>
                    <a:pt x="268" y="32"/>
                    <a:pt x="214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2" name="Google Shape;972;p8"/>
          <p:cNvSpPr txBox="1"/>
          <p:nvPr/>
        </p:nvSpPr>
        <p:spPr>
          <a:xfrm>
            <a:off x="3689405" y="4890052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0275" y="121375"/>
            <a:ext cx="2436650" cy="4343125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screenshot of a computer&#10;&#10;Description automatically generated" id="978" name="Google Shape;9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25" y="121375"/>
            <a:ext cx="4082651" cy="2461276"/>
          </a:xfrm>
          <a:prstGeom prst="rect">
            <a:avLst/>
          </a:prstGeom>
          <a:noFill/>
          <a:ln cap="flat" cmpd="sng" w="76200">
            <a:solidFill>
              <a:srgbClr val="435D7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9" name="Google Shape;97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64425" y="1836275"/>
            <a:ext cx="4033274" cy="2547325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10"/>
          <p:cNvGrpSpPr/>
          <p:nvPr/>
        </p:nvGrpSpPr>
        <p:grpSpPr>
          <a:xfrm>
            <a:off x="-2494556" y="1853318"/>
            <a:ext cx="12244556" cy="4249597"/>
            <a:chOff x="-2494556" y="1853318"/>
            <a:chExt cx="12244556" cy="4249597"/>
          </a:xfrm>
        </p:grpSpPr>
        <p:grpSp>
          <p:nvGrpSpPr>
            <p:cNvPr id="985" name="Google Shape;985;p10"/>
            <p:cNvGrpSpPr/>
            <p:nvPr/>
          </p:nvGrpSpPr>
          <p:grpSpPr>
            <a:xfrm>
              <a:off x="-2494556" y="1853318"/>
              <a:ext cx="12244556" cy="4249597"/>
              <a:chOff x="-2494556" y="2063618"/>
              <a:chExt cx="12244556" cy="4249597"/>
            </a:xfrm>
          </p:grpSpPr>
          <p:sp>
            <p:nvSpPr>
              <p:cNvPr id="986" name="Google Shape;986;p10"/>
              <p:cNvSpPr/>
              <p:nvPr/>
            </p:nvSpPr>
            <p:spPr>
              <a:xfrm flipH="1">
                <a:off x="-2118938" y="3408175"/>
                <a:ext cx="11432389" cy="2706423"/>
              </a:xfrm>
              <a:custGeom>
                <a:rect b="b" l="l" r="r" t="t"/>
                <a:pathLst>
                  <a:path extrusionOk="0" h="118807" w="266241">
                    <a:moveTo>
                      <a:pt x="154365" y="1"/>
                    </a:moveTo>
                    <a:cubicBezTo>
                      <a:pt x="152139" y="1"/>
                      <a:pt x="146252" y="786"/>
                      <a:pt x="146482" y="9131"/>
                    </a:cubicBezTo>
                    <a:cubicBezTo>
                      <a:pt x="146795" y="19383"/>
                      <a:pt x="144097" y="64679"/>
                      <a:pt x="123934" y="70387"/>
                    </a:cubicBezTo>
                    <a:cubicBezTo>
                      <a:pt x="121198" y="71162"/>
                      <a:pt x="118479" y="71533"/>
                      <a:pt x="115745" y="71533"/>
                    </a:cubicBezTo>
                    <a:cubicBezTo>
                      <a:pt x="98352" y="71533"/>
                      <a:pt x="80339" y="56527"/>
                      <a:pt x="53590" y="35201"/>
                    </a:cubicBezTo>
                    <a:cubicBezTo>
                      <a:pt x="38292" y="23030"/>
                      <a:pt x="25036" y="19949"/>
                      <a:pt x="15536" y="19949"/>
                    </a:cubicBezTo>
                    <a:cubicBezTo>
                      <a:pt x="5795" y="19949"/>
                      <a:pt x="1" y="23188"/>
                      <a:pt x="1" y="23188"/>
                    </a:cubicBezTo>
                    <a:lnTo>
                      <a:pt x="1" y="118807"/>
                    </a:lnTo>
                    <a:lnTo>
                      <a:pt x="266241" y="118807"/>
                    </a:lnTo>
                    <a:lnTo>
                      <a:pt x="266241" y="17480"/>
                    </a:lnTo>
                    <a:cubicBezTo>
                      <a:pt x="259973" y="11593"/>
                      <a:pt x="252402" y="9104"/>
                      <a:pt x="244734" y="9104"/>
                    </a:cubicBezTo>
                    <a:cubicBezTo>
                      <a:pt x="230061" y="9104"/>
                      <a:pt x="215038" y="18216"/>
                      <a:pt x="208137" y="30060"/>
                    </a:cubicBezTo>
                    <a:cubicBezTo>
                      <a:pt x="200466" y="43189"/>
                      <a:pt x="189560" y="52750"/>
                      <a:pt x="180173" y="52750"/>
                    </a:cubicBezTo>
                    <a:cubicBezTo>
                      <a:pt x="176666" y="52750"/>
                      <a:pt x="173371" y="51416"/>
                      <a:pt x="170536" y="48435"/>
                    </a:cubicBezTo>
                    <a:cubicBezTo>
                      <a:pt x="161392" y="38836"/>
                      <a:pt x="160994" y="22932"/>
                      <a:pt x="161534" y="11062"/>
                    </a:cubicBezTo>
                    <a:lnTo>
                      <a:pt x="155201" y="43"/>
                    </a:lnTo>
                    <a:cubicBezTo>
                      <a:pt x="155201" y="43"/>
                      <a:pt x="154882" y="1"/>
                      <a:pt x="154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10"/>
              <p:cNvSpPr/>
              <p:nvPr/>
            </p:nvSpPr>
            <p:spPr>
              <a:xfrm flipH="1">
                <a:off x="-2089258" y="3842465"/>
                <a:ext cx="3643760" cy="1239528"/>
              </a:xfrm>
              <a:custGeom>
                <a:rect b="b" l="l" r="r" t="t"/>
                <a:pathLst>
                  <a:path extrusionOk="0" fill="none" h="54413" w="84857">
                    <a:moveTo>
                      <a:pt x="0" y="54412"/>
                    </a:moveTo>
                    <a:cubicBezTo>
                      <a:pt x="18090" y="46092"/>
                      <a:pt x="19596" y="12041"/>
                      <a:pt x="44019" y="6021"/>
                    </a:cubicBezTo>
                    <a:cubicBezTo>
                      <a:pt x="68413" y="0"/>
                      <a:pt x="84856" y="16443"/>
                      <a:pt x="84856" y="16443"/>
                    </a:cubicBezTo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10"/>
              <p:cNvSpPr/>
              <p:nvPr/>
            </p:nvSpPr>
            <p:spPr>
              <a:xfrm flipH="1">
                <a:off x="2099172" y="3534647"/>
                <a:ext cx="4907183" cy="2441036"/>
              </a:xfrm>
              <a:custGeom>
                <a:rect b="b" l="l" r="r" t="t"/>
                <a:pathLst>
                  <a:path extrusionOk="0" h="107157" w="114280">
                    <a:moveTo>
                      <a:pt x="95762" y="0"/>
                    </a:moveTo>
                    <a:cubicBezTo>
                      <a:pt x="95762" y="1"/>
                      <a:pt x="98488" y="26071"/>
                      <a:pt x="90366" y="48307"/>
                    </a:cubicBezTo>
                    <a:cubicBezTo>
                      <a:pt x="82761" y="69155"/>
                      <a:pt x="64074" y="83380"/>
                      <a:pt x="33584" y="83380"/>
                    </a:cubicBezTo>
                    <a:cubicBezTo>
                      <a:pt x="31513" y="83380"/>
                      <a:pt x="29387" y="83314"/>
                      <a:pt x="27207" y="83181"/>
                    </a:cubicBezTo>
                    <a:cubicBezTo>
                      <a:pt x="15904" y="82471"/>
                      <a:pt x="7299" y="80483"/>
                      <a:pt x="1" y="78552"/>
                    </a:cubicBezTo>
                    <a:lnTo>
                      <a:pt x="1" y="78552"/>
                    </a:lnTo>
                    <a:cubicBezTo>
                      <a:pt x="28400" y="87696"/>
                      <a:pt x="41349" y="102407"/>
                      <a:pt x="64182" y="106638"/>
                    </a:cubicBezTo>
                    <a:cubicBezTo>
                      <a:pt x="66069" y="106985"/>
                      <a:pt x="67989" y="107157"/>
                      <a:pt x="69920" y="107157"/>
                    </a:cubicBezTo>
                    <a:cubicBezTo>
                      <a:pt x="91388" y="107157"/>
                      <a:pt x="114280" y="85926"/>
                      <a:pt x="109251" y="47938"/>
                    </a:cubicBezTo>
                    <a:cubicBezTo>
                      <a:pt x="104196" y="29563"/>
                      <a:pt x="103571" y="1704"/>
                      <a:pt x="103571" y="1704"/>
                    </a:cubicBezTo>
                    <a:lnTo>
                      <a:pt x="95762" y="0"/>
                    </a:lnTo>
                    <a:close/>
                  </a:path>
                </a:pathLst>
              </a:custGeom>
              <a:solidFill>
                <a:srgbClr val="324766">
                  <a:alpha val="20000"/>
                </a:srgbClr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10"/>
              <p:cNvSpPr/>
              <p:nvPr/>
            </p:nvSpPr>
            <p:spPr>
              <a:xfrm flipH="1">
                <a:off x="-2494556" y="3533987"/>
                <a:ext cx="12244556" cy="2779228"/>
              </a:xfrm>
              <a:custGeom>
                <a:rect b="b" l="l" r="r" t="t"/>
                <a:pathLst>
                  <a:path extrusionOk="0" fill="none" h="122003" w="285155">
                    <a:moveTo>
                      <a:pt x="276408" y="35102"/>
                    </a:moveTo>
                    <a:cubicBezTo>
                      <a:pt x="251985" y="28485"/>
                      <a:pt x="239347" y="44729"/>
                      <a:pt x="221910" y="57651"/>
                    </a:cubicBezTo>
                    <a:cubicBezTo>
                      <a:pt x="204473" y="70572"/>
                      <a:pt x="185219" y="73270"/>
                      <a:pt x="176813" y="57651"/>
                    </a:cubicBezTo>
                    <a:cubicBezTo>
                      <a:pt x="168378" y="42031"/>
                      <a:pt x="167469" y="1705"/>
                      <a:pt x="167469" y="1705"/>
                    </a:cubicBezTo>
                    <a:lnTo>
                      <a:pt x="159660" y="1"/>
                    </a:lnTo>
                    <a:cubicBezTo>
                      <a:pt x="159660" y="1"/>
                      <a:pt x="162386" y="26071"/>
                      <a:pt x="154264" y="48336"/>
                    </a:cubicBezTo>
                    <a:cubicBezTo>
                      <a:pt x="146142" y="70572"/>
                      <a:pt x="125382" y="85311"/>
                      <a:pt x="91105" y="83210"/>
                    </a:cubicBezTo>
                    <a:cubicBezTo>
                      <a:pt x="56827" y="81108"/>
                      <a:pt x="47512" y="66965"/>
                      <a:pt x="23742" y="79915"/>
                    </a:cubicBezTo>
                    <a:cubicBezTo>
                      <a:pt x="1" y="92865"/>
                      <a:pt x="1506" y="109393"/>
                      <a:pt x="1506" y="109393"/>
                    </a:cubicBezTo>
                    <a:lnTo>
                      <a:pt x="15620" y="122002"/>
                    </a:lnTo>
                    <a:lnTo>
                      <a:pt x="261016" y="116607"/>
                    </a:lnTo>
                    <a:cubicBezTo>
                      <a:pt x="261016" y="116607"/>
                      <a:pt x="285155" y="117203"/>
                      <a:pt x="285155" y="113284"/>
                    </a:cubicBezTo>
                    <a:cubicBezTo>
                      <a:pt x="285155" y="109365"/>
                      <a:pt x="276408" y="35102"/>
                      <a:pt x="276408" y="3510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0" name="Google Shape;990;p10"/>
              <p:cNvGrpSpPr/>
              <p:nvPr/>
            </p:nvGrpSpPr>
            <p:grpSpPr>
              <a:xfrm flipH="1">
                <a:off x="53" y="2063618"/>
                <a:ext cx="3150839" cy="1724075"/>
                <a:chOff x="10639920" y="2231872"/>
                <a:chExt cx="2473381" cy="1431718"/>
              </a:xfrm>
            </p:grpSpPr>
            <p:sp>
              <p:nvSpPr>
                <p:cNvPr id="991" name="Google Shape;991;p10"/>
                <p:cNvSpPr/>
                <p:nvPr/>
              </p:nvSpPr>
              <p:spPr>
                <a:xfrm>
                  <a:off x="12718201" y="2769558"/>
                  <a:ext cx="395100" cy="5439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p10"/>
                <p:cNvSpPr/>
                <p:nvPr/>
              </p:nvSpPr>
              <p:spPr>
                <a:xfrm flipH="1" rot="-1137740">
                  <a:off x="12278340" y="3205153"/>
                  <a:ext cx="304733" cy="191063"/>
                </a:xfrm>
                <a:custGeom>
                  <a:rect b="b" l="l" r="r" t="t"/>
                  <a:pathLst>
                    <a:path extrusionOk="0" fill="none" h="4503" w="7182">
                      <a:moveTo>
                        <a:pt x="581" y="4503"/>
                      </a:moveTo>
                      <a:cubicBezTo>
                        <a:pt x="830" y="2349"/>
                        <a:pt x="1" y="1"/>
                        <a:pt x="1" y="1"/>
                      </a:cubicBezTo>
                      <a:cubicBezTo>
                        <a:pt x="1" y="1"/>
                        <a:pt x="4862" y="968"/>
                        <a:pt x="7182" y="2597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3" name="Google Shape;993;p10"/>
                <p:cNvSpPr/>
                <p:nvPr/>
              </p:nvSpPr>
              <p:spPr>
                <a:xfrm flipH="1">
                  <a:off x="10741641" y="2769541"/>
                  <a:ext cx="1935996" cy="881271"/>
                </a:xfrm>
                <a:custGeom>
                  <a:rect b="b" l="l" r="r" t="t"/>
                  <a:pathLst>
                    <a:path extrusionOk="0" h="20770" w="45628">
                      <a:moveTo>
                        <a:pt x="0" y="0"/>
                      </a:moveTo>
                      <a:lnTo>
                        <a:pt x="0" y="12733"/>
                      </a:lnTo>
                      <a:lnTo>
                        <a:pt x="30161" y="12733"/>
                      </a:lnTo>
                      <a:cubicBezTo>
                        <a:pt x="31652" y="12733"/>
                        <a:pt x="32895" y="13948"/>
                        <a:pt x="32895" y="15467"/>
                      </a:cubicBezTo>
                      <a:lnTo>
                        <a:pt x="32895" y="20770"/>
                      </a:lnTo>
                      <a:lnTo>
                        <a:pt x="45628" y="20770"/>
                      </a:lnTo>
                      <a:lnTo>
                        <a:pt x="45628" y="7457"/>
                      </a:lnTo>
                      <a:cubicBezTo>
                        <a:pt x="45628" y="3342"/>
                        <a:pt x="42286" y="0"/>
                        <a:pt x="3817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4" name="Google Shape;994;p10"/>
                <p:cNvSpPr/>
                <p:nvPr/>
              </p:nvSpPr>
              <p:spPr>
                <a:xfrm>
                  <a:off x="10639920" y="3529490"/>
                  <a:ext cx="724800" cy="1341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10"/>
                <p:cNvSpPr/>
                <p:nvPr/>
              </p:nvSpPr>
              <p:spPr>
                <a:xfrm flipH="1">
                  <a:off x="12147127" y="2373297"/>
                  <a:ext cx="158275" cy="308629"/>
                </a:xfrm>
                <a:custGeom>
                  <a:rect b="b" l="l" r="r" t="t"/>
                  <a:pathLst>
                    <a:path extrusionOk="0" h="8425" w="3978">
                      <a:moveTo>
                        <a:pt x="0" y="0"/>
                      </a:moveTo>
                      <a:lnTo>
                        <a:pt x="0" y="8424"/>
                      </a:lnTo>
                      <a:lnTo>
                        <a:pt x="3977" y="8424"/>
                      </a:lnTo>
                      <a:lnTo>
                        <a:pt x="397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10"/>
                <p:cNvSpPr/>
                <p:nvPr/>
              </p:nvSpPr>
              <p:spPr>
                <a:xfrm>
                  <a:off x="11747781" y="2231872"/>
                  <a:ext cx="957000" cy="14130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7" name="Google Shape;997;p10"/>
                <p:cNvSpPr/>
                <p:nvPr/>
              </p:nvSpPr>
              <p:spPr>
                <a:xfrm>
                  <a:off x="11722113" y="2681350"/>
                  <a:ext cx="1008300" cy="712800"/>
                </a:xfrm>
                <a:prstGeom prst="roundRect">
                  <a:avLst>
                    <a:gd fmla="val 8761" name="adj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98" name="Google Shape;998;p10"/>
              <p:cNvSpPr/>
              <p:nvPr/>
            </p:nvSpPr>
            <p:spPr>
              <a:xfrm>
                <a:off x="3313525" y="4191575"/>
                <a:ext cx="209450" cy="171325"/>
              </a:xfrm>
              <a:custGeom>
                <a:rect b="b" l="l" r="r" t="t"/>
                <a:pathLst>
                  <a:path extrusionOk="0" h="6853" w="8378">
                    <a:moveTo>
                      <a:pt x="2218" y="0"/>
                    </a:moveTo>
                    <a:cubicBezTo>
                      <a:pt x="1659" y="0"/>
                      <a:pt x="1189" y="167"/>
                      <a:pt x="881" y="516"/>
                    </a:cubicBezTo>
                    <a:cubicBezTo>
                      <a:pt x="0" y="1510"/>
                      <a:pt x="767" y="3639"/>
                      <a:pt x="2613" y="5230"/>
                    </a:cubicBezTo>
                    <a:cubicBezTo>
                      <a:pt x="3793" y="6281"/>
                      <a:pt x="5129" y="6853"/>
                      <a:pt x="6161" y="6853"/>
                    </a:cubicBezTo>
                    <a:cubicBezTo>
                      <a:pt x="6719" y="6853"/>
                      <a:pt x="7189" y="6686"/>
                      <a:pt x="7498" y="6337"/>
                    </a:cubicBezTo>
                    <a:cubicBezTo>
                      <a:pt x="8378" y="5343"/>
                      <a:pt x="7611" y="3213"/>
                      <a:pt x="5794" y="1623"/>
                    </a:cubicBezTo>
                    <a:cubicBezTo>
                      <a:pt x="4595" y="572"/>
                      <a:pt x="3253" y="0"/>
                      <a:pt x="22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10"/>
              <p:cNvSpPr/>
              <p:nvPr/>
            </p:nvSpPr>
            <p:spPr>
              <a:xfrm>
                <a:off x="3177900" y="3787700"/>
                <a:ext cx="484250" cy="345225"/>
              </a:xfrm>
              <a:custGeom>
                <a:rect b="b" l="l" r="r" t="t"/>
                <a:pathLst>
                  <a:path extrusionOk="0" h="13809" w="19370">
                    <a:moveTo>
                      <a:pt x="1" y="0"/>
                    </a:moveTo>
                    <a:cubicBezTo>
                      <a:pt x="1" y="1"/>
                      <a:pt x="654" y="4289"/>
                      <a:pt x="5340" y="9344"/>
                    </a:cubicBezTo>
                    <a:cubicBezTo>
                      <a:pt x="7951" y="12145"/>
                      <a:pt x="11718" y="13808"/>
                      <a:pt x="14634" y="13808"/>
                    </a:cubicBezTo>
                    <a:cubicBezTo>
                      <a:pt x="16952" y="13808"/>
                      <a:pt x="18733" y="12758"/>
                      <a:pt x="18971" y="10394"/>
                    </a:cubicBezTo>
                    <a:cubicBezTo>
                      <a:pt x="19369" y="6390"/>
                      <a:pt x="6135" y="3749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10"/>
              <p:cNvSpPr/>
              <p:nvPr/>
            </p:nvSpPr>
            <p:spPr>
              <a:xfrm>
                <a:off x="3157325" y="4019850"/>
                <a:ext cx="142725" cy="181775"/>
              </a:xfrm>
              <a:custGeom>
                <a:rect b="b" l="l" r="r" t="t"/>
                <a:pathLst>
                  <a:path extrusionOk="0" fill="none" h="7271" w="5709">
                    <a:moveTo>
                      <a:pt x="5141" y="2898"/>
                    </a:moveTo>
                    <a:cubicBezTo>
                      <a:pt x="5709" y="4687"/>
                      <a:pt x="5141" y="6476"/>
                      <a:pt x="3863" y="6873"/>
                    </a:cubicBezTo>
                    <a:cubicBezTo>
                      <a:pt x="2613" y="7271"/>
                      <a:pt x="1108" y="6135"/>
                      <a:pt x="540" y="4346"/>
                    </a:cubicBezTo>
                    <a:cubicBezTo>
                      <a:pt x="0" y="2557"/>
                      <a:pt x="568" y="796"/>
                      <a:pt x="1818" y="398"/>
                    </a:cubicBezTo>
                    <a:cubicBezTo>
                      <a:pt x="3096" y="1"/>
                      <a:pt x="4573" y="1108"/>
                      <a:pt x="5141" y="2898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10"/>
              <p:cNvSpPr/>
              <p:nvPr/>
            </p:nvSpPr>
            <p:spPr>
              <a:xfrm rot="1224511">
                <a:off x="1999011" y="3790681"/>
                <a:ext cx="235717" cy="206343"/>
              </a:xfrm>
              <a:custGeom>
                <a:rect b="b" l="l" r="r" t="t"/>
                <a:pathLst>
                  <a:path extrusionOk="0" h="8254" w="9429">
                    <a:moveTo>
                      <a:pt x="6963" y="0"/>
                    </a:moveTo>
                    <a:cubicBezTo>
                      <a:pt x="5729" y="0"/>
                      <a:pt x="4114" y="776"/>
                      <a:pt x="2727" y="2144"/>
                    </a:cubicBezTo>
                    <a:cubicBezTo>
                      <a:pt x="739" y="4160"/>
                      <a:pt x="0" y="6659"/>
                      <a:pt x="1079" y="7738"/>
                    </a:cubicBezTo>
                    <a:cubicBezTo>
                      <a:pt x="1429" y="8088"/>
                      <a:pt x="1916" y="8253"/>
                      <a:pt x="2483" y="8253"/>
                    </a:cubicBezTo>
                    <a:cubicBezTo>
                      <a:pt x="3715" y="8253"/>
                      <a:pt x="5322" y="7472"/>
                      <a:pt x="6702" y="6091"/>
                    </a:cubicBezTo>
                    <a:cubicBezTo>
                      <a:pt x="8690" y="4103"/>
                      <a:pt x="9429" y="1604"/>
                      <a:pt x="8350" y="497"/>
                    </a:cubicBezTo>
                    <a:cubicBezTo>
                      <a:pt x="8004" y="160"/>
                      <a:pt x="7523" y="0"/>
                      <a:pt x="69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10"/>
              <p:cNvSpPr/>
              <p:nvPr/>
            </p:nvSpPr>
            <p:spPr>
              <a:xfrm rot="1224511">
                <a:off x="1622474" y="4002063"/>
                <a:ext cx="287541" cy="369638"/>
              </a:xfrm>
              <a:custGeom>
                <a:rect b="b" l="l" r="r" t="t"/>
                <a:pathLst>
                  <a:path extrusionOk="0" h="14786" w="11502">
                    <a:moveTo>
                      <a:pt x="11502" y="1"/>
                    </a:moveTo>
                    <a:lnTo>
                      <a:pt x="11502" y="1"/>
                    </a:lnTo>
                    <a:cubicBezTo>
                      <a:pt x="11501" y="1"/>
                      <a:pt x="4800" y="5567"/>
                      <a:pt x="2698" y="7924"/>
                    </a:cubicBezTo>
                    <a:cubicBezTo>
                      <a:pt x="625" y="10310"/>
                      <a:pt x="0" y="13150"/>
                      <a:pt x="1278" y="14286"/>
                    </a:cubicBezTo>
                    <a:cubicBezTo>
                      <a:pt x="1663" y="14621"/>
                      <a:pt x="2192" y="14785"/>
                      <a:pt x="2793" y="14785"/>
                    </a:cubicBezTo>
                    <a:cubicBezTo>
                      <a:pt x="4230" y="14785"/>
                      <a:pt x="6082" y="13844"/>
                      <a:pt x="7384" y="12042"/>
                    </a:cubicBezTo>
                    <a:cubicBezTo>
                      <a:pt x="11132" y="6902"/>
                      <a:pt x="11502" y="1"/>
                      <a:pt x="115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10"/>
              <p:cNvSpPr/>
              <p:nvPr/>
            </p:nvSpPr>
            <p:spPr>
              <a:xfrm rot="1224511">
                <a:off x="2005950" y="3923726"/>
                <a:ext cx="150520" cy="221543"/>
              </a:xfrm>
              <a:custGeom>
                <a:rect b="b" l="l" r="r" t="t"/>
                <a:pathLst>
                  <a:path extrusionOk="0" fill="none" h="8862" w="6021">
                    <a:moveTo>
                      <a:pt x="4288" y="398"/>
                    </a:moveTo>
                    <a:cubicBezTo>
                      <a:pt x="5538" y="796"/>
                      <a:pt x="6021" y="2926"/>
                      <a:pt x="5311" y="5169"/>
                    </a:cubicBezTo>
                    <a:cubicBezTo>
                      <a:pt x="4601" y="7384"/>
                      <a:pt x="3010" y="8861"/>
                      <a:pt x="1732" y="8463"/>
                    </a:cubicBezTo>
                    <a:cubicBezTo>
                      <a:pt x="483" y="8066"/>
                      <a:pt x="0" y="5936"/>
                      <a:pt x="710" y="3721"/>
                    </a:cubicBezTo>
                    <a:cubicBezTo>
                      <a:pt x="1420" y="1477"/>
                      <a:pt x="3010" y="1"/>
                      <a:pt x="4288" y="398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10"/>
              <p:cNvSpPr/>
              <p:nvPr/>
            </p:nvSpPr>
            <p:spPr>
              <a:xfrm>
                <a:off x="1558182" y="4281250"/>
                <a:ext cx="751900" cy="355000"/>
              </a:xfrm>
              <a:custGeom>
                <a:rect b="b" l="l" r="r" t="t"/>
                <a:pathLst>
                  <a:path extrusionOk="0" fill="none" h="14200" w="30076">
                    <a:moveTo>
                      <a:pt x="30075" y="1"/>
                    </a:moveTo>
                    <a:cubicBezTo>
                      <a:pt x="21641" y="8691"/>
                      <a:pt x="13689" y="5993"/>
                      <a:pt x="7242" y="4743"/>
                    </a:cubicBezTo>
                    <a:cubicBezTo>
                      <a:pt x="796" y="3494"/>
                      <a:pt x="1" y="14200"/>
                      <a:pt x="12297" y="12723"/>
                    </a:cubicBezTo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10"/>
              <p:cNvSpPr/>
              <p:nvPr/>
            </p:nvSpPr>
            <p:spPr>
              <a:xfrm>
                <a:off x="8364738" y="3980525"/>
                <a:ext cx="132075" cy="107925"/>
              </a:xfrm>
              <a:custGeom>
                <a:rect b="b" l="l" r="r" t="t"/>
                <a:pathLst>
                  <a:path extrusionOk="0" fill="none" h="4317" w="5283">
                    <a:moveTo>
                      <a:pt x="3408" y="568"/>
                    </a:moveTo>
                    <a:cubicBezTo>
                      <a:pt x="4629" y="1164"/>
                      <a:pt x="5283" y="2357"/>
                      <a:pt x="4857" y="3209"/>
                    </a:cubicBezTo>
                    <a:cubicBezTo>
                      <a:pt x="4431" y="4090"/>
                      <a:pt x="3096" y="4317"/>
                      <a:pt x="1875" y="3720"/>
                    </a:cubicBezTo>
                    <a:cubicBezTo>
                      <a:pt x="654" y="3124"/>
                      <a:pt x="0" y="1931"/>
                      <a:pt x="426" y="1079"/>
                    </a:cubicBezTo>
                    <a:cubicBezTo>
                      <a:pt x="824" y="199"/>
                      <a:pt x="2159" y="0"/>
                      <a:pt x="3408" y="568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10"/>
              <p:cNvSpPr/>
              <p:nvPr/>
            </p:nvSpPr>
            <p:spPr>
              <a:xfrm>
                <a:off x="1880863" y="4752950"/>
                <a:ext cx="106525" cy="87350"/>
              </a:xfrm>
              <a:custGeom>
                <a:rect b="b" l="l" r="r" t="t"/>
                <a:pathLst>
                  <a:path extrusionOk="0" fill="none" h="3494" w="4261">
                    <a:moveTo>
                      <a:pt x="2727" y="483"/>
                    </a:moveTo>
                    <a:cubicBezTo>
                      <a:pt x="3721" y="966"/>
                      <a:pt x="4261" y="1931"/>
                      <a:pt x="3920" y="2613"/>
                    </a:cubicBezTo>
                    <a:cubicBezTo>
                      <a:pt x="3579" y="3323"/>
                      <a:pt x="2500" y="3493"/>
                      <a:pt x="1506" y="3010"/>
                    </a:cubicBezTo>
                    <a:cubicBezTo>
                      <a:pt x="512" y="2556"/>
                      <a:pt x="1" y="1590"/>
                      <a:pt x="341" y="880"/>
                    </a:cubicBezTo>
                    <a:cubicBezTo>
                      <a:pt x="682" y="199"/>
                      <a:pt x="1761" y="0"/>
                      <a:pt x="2727" y="483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10"/>
              <p:cNvSpPr/>
              <p:nvPr/>
            </p:nvSpPr>
            <p:spPr>
              <a:xfrm>
                <a:off x="8616100" y="4720000"/>
                <a:ext cx="85925" cy="70325"/>
              </a:xfrm>
              <a:custGeom>
                <a:rect b="b" l="l" r="r" t="t"/>
                <a:pathLst>
                  <a:path extrusionOk="0" fill="none" h="2813" w="3437">
                    <a:moveTo>
                      <a:pt x="2216" y="399"/>
                    </a:moveTo>
                    <a:cubicBezTo>
                      <a:pt x="3011" y="796"/>
                      <a:pt x="3437" y="1563"/>
                      <a:pt x="3153" y="2102"/>
                    </a:cubicBezTo>
                    <a:cubicBezTo>
                      <a:pt x="2869" y="2670"/>
                      <a:pt x="2017" y="2812"/>
                      <a:pt x="1222" y="2443"/>
                    </a:cubicBezTo>
                    <a:cubicBezTo>
                      <a:pt x="427" y="2046"/>
                      <a:pt x="1" y="1279"/>
                      <a:pt x="256" y="711"/>
                    </a:cubicBezTo>
                    <a:cubicBezTo>
                      <a:pt x="540" y="143"/>
                      <a:pt x="1392" y="1"/>
                      <a:pt x="2216" y="399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10"/>
              <p:cNvSpPr/>
              <p:nvPr/>
            </p:nvSpPr>
            <p:spPr>
              <a:xfrm>
                <a:off x="3870300" y="5482050"/>
                <a:ext cx="100150" cy="83100"/>
              </a:xfrm>
              <a:custGeom>
                <a:rect b="b" l="l" r="r" t="t"/>
                <a:pathLst>
                  <a:path extrusionOk="0" fill="none" h="3324" w="4006">
                    <a:moveTo>
                      <a:pt x="3664" y="796"/>
                    </a:moveTo>
                    <a:cubicBezTo>
                      <a:pt x="4005" y="1449"/>
                      <a:pt x="3522" y="2386"/>
                      <a:pt x="2614" y="2869"/>
                    </a:cubicBezTo>
                    <a:cubicBezTo>
                      <a:pt x="1705" y="3323"/>
                      <a:pt x="683" y="3181"/>
                      <a:pt x="342" y="2556"/>
                    </a:cubicBezTo>
                    <a:cubicBezTo>
                      <a:pt x="1" y="1903"/>
                      <a:pt x="455" y="966"/>
                      <a:pt x="1393" y="483"/>
                    </a:cubicBezTo>
                    <a:cubicBezTo>
                      <a:pt x="2301" y="1"/>
                      <a:pt x="3324" y="143"/>
                      <a:pt x="3664" y="796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10"/>
              <p:cNvSpPr/>
              <p:nvPr/>
            </p:nvSpPr>
            <p:spPr>
              <a:xfrm>
                <a:off x="2518825" y="4762650"/>
                <a:ext cx="181775" cy="138475"/>
              </a:xfrm>
              <a:custGeom>
                <a:rect b="b" l="l" r="r" t="t"/>
                <a:pathLst>
                  <a:path extrusionOk="0" fill="none" h="5539" w="7271">
                    <a:moveTo>
                      <a:pt x="6986" y="2046"/>
                    </a:moveTo>
                    <a:cubicBezTo>
                      <a:pt x="7270" y="3352"/>
                      <a:pt x="5992" y="4743"/>
                      <a:pt x="4146" y="5141"/>
                    </a:cubicBezTo>
                    <a:cubicBezTo>
                      <a:pt x="2301" y="5539"/>
                      <a:pt x="568" y="4829"/>
                      <a:pt x="284" y="3522"/>
                    </a:cubicBezTo>
                    <a:cubicBezTo>
                      <a:pt x="0" y="2188"/>
                      <a:pt x="1250" y="796"/>
                      <a:pt x="3096" y="398"/>
                    </a:cubicBezTo>
                    <a:cubicBezTo>
                      <a:pt x="4970" y="1"/>
                      <a:pt x="6702" y="739"/>
                      <a:pt x="6986" y="2046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10"/>
              <p:cNvSpPr/>
              <p:nvPr/>
            </p:nvSpPr>
            <p:spPr>
              <a:xfrm>
                <a:off x="6581600" y="4768338"/>
                <a:ext cx="113625" cy="127100"/>
              </a:xfrm>
              <a:custGeom>
                <a:rect b="b" l="l" r="r" t="t"/>
                <a:pathLst>
                  <a:path extrusionOk="0" fill="none" h="5084" w="4545">
                    <a:moveTo>
                      <a:pt x="3778" y="568"/>
                    </a:moveTo>
                    <a:cubicBezTo>
                      <a:pt x="4544" y="1165"/>
                      <a:pt x="4487" y="2499"/>
                      <a:pt x="3664" y="3607"/>
                    </a:cubicBezTo>
                    <a:cubicBezTo>
                      <a:pt x="2840" y="4686"/>
                      <a:pt x="1534" y="5084"/>
                      <a:pt x="767" y="4487"/>
                    </a:cubicBezTo>
                    <a:cubicBezTo>
                      <a:pt x="0" y="3919"/>
                      <a:pt x="57" y="2556"/>
                      <a:pt x="881" y="1477"/>
                    </a:cubicBezTo>
                    <a:cubicBezTo>
                      <a:pt x="1704" y="398"/>
                      <a:pt x="3011" y="0"/>
                      <a:pt x="3778" y="568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10"/>
              <p:cNvSpPr/>
              <p:nvPr/>
            </p:nvSpPr>
            <p:spPr>
              <a:xfrm>
                <a:off x="5498950" y="5228050"/>
                <a:ext cx="74550" cy="58950"/>
              </a:xfrm>
              <a:custGeom>
                <a:rect b="b" l="l" r="r" t="t"/>
                <a:pathLst>
                  <a:path extrusionOk="0" fill="none" h="2358" w="2982">
                    <a:moveTo>
                      <a:pt x="2812" y="768"/>
                    </a:moveTo>
                    <a:cubicBezTo>
                      <a:pt x="2982" y="1279"/>
                      <a:pt x="2528" y="1903"/>
                      <a:pt x="1789" y="2131"/>
                    </a:cubicBezTo>
                    <a:cubicBezTo>
                      <a:pt x="1051" y="2358"/>
                      <a:pt x="312" y="2131"/>
                      <a:pt x="142" y="1619"/>
                    </a:cubicBezTo>
                    <a:cubicBezTo>
                      <a:pt x="0" y="1080"/>
                      <a:pt x="454" y="484"/>
                      <a:pt x="1193" y="256"/>
                    </a:cubicBezTo>
                    <a:cubicBezTo>
                      <a:pt x="1931" y="1"/>
                      <a:pt x="2641" y="256"/>
                      <a:pt x="2812" y="768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10"/>
              <p:cNvSpPr/>
              <p:nvPr/>
            </p:nvSpPr>
            <p:spPr>
              <a:xfrm>
                <a:off x="3021300" y="5040225"/>
                <a:ext cx="108650" cy="76700"/>
              </a:xfrm>
              <a:custGeom>
                <a:rect b="b" l="l" r="r" t="t"/>
                <a:pathLst>
                  <a:path extrusionOk="0" fill="none" h="3068" w="4346">
                    <a:moveTo>
                      <a:pt x="4345" y="1534"/>
                    </a:moveTo>
                    <a:cubicBezTo>
                      <a:pt x="4345" y="2386"/>
                      <a:pt x="3380" y="3067"/>
                      <a:pt x="2187" y="3067"/>
                    </a:cubicBezTo>
                    <a:cubicBezTo>
                      <a:pt x="966" y="3067"/>
                      <a:pt x="0" y="2386"/>
                      <a:pt x="0" y="1534"/>
                    </a:cubicBezTo>
                    <a:cubicBezTo>
                      <a:pt x="0" y="682"/>
                      <a:pt x="966" y="0"/>
                      <a:pt x="2187" y="0"/>
                    </a:cubicBezTo>
                    <a:cubicBezTo>
                      <a:pt x="3380" y="0"/>
                      <a:pt x="4345" y="682"/>
                      <a:pt x="4345" y="1534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10"/>
              <p:cNvSpPr/>
              <p:nvPr/>
            </p:nvSpPr>
            <p:spPr>
              <a:xfrm>
                <a:off x="7369425" y="4261675"/>
                <a:ext cx="292878" cy="275599"/>
              </a:xfrm>
              <a:custGeom>
                <a:rect b="b" l="l" r="r" t="t"/>
                <a:pathLst>
                  <a:path extrusionOk="0" fill="none" h="5339" w="6987">
                    <a:moveTo>
                      <a:pt x="6731" y="1960"/>
                    </a:moveTo>
                    <a:cubicBezTo>
                      <a:pt x="6986" y="3237"/>
                      <a:pt x="5765" y="4572"/>
                      <a:pt x="4004" y="4970"/>
                    </a:cubicBezTo>
                    <a:cubicBezTo>
                      <a:pt x="2215" y="5339"/>
                      <a:pt x="540" y="4657"/>
                      <a:pt x="256" y="3379"/>
                    </a:cubicBezTo>
                    <a:cubicBezTo>
                      <a:pt x="0" y="2130"/>
                      <a:pt x="1221" y="795"/>
                      <a:pt x="2982" y="398"/>
                    </a:cubicBezTo>
                    <a:cubicBezTo>
                      <a:pt x="4771" y="0"/>
                      <a:pt x="6447" y="710"/>
                      <a:pt x="6731" y="196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10"/>
              <p:cNvSpPr/>
              <p:nvPr/>
            </p:nvSpPr>
            <p:spPr>
              <a:xfrm>
                <a:off x="178150" y="4623150"/>
                <a:ext cx="181771" cy="76700"/>
              </a:xfrm>
              <a:custGeom>
                <a:rect b="b" l="l" r="r" t="t"/>
                <a:pathLst>
                  <a:path extrusionOk="0" fill="none" h="3068" w="4346">
                    <a:moveTo>
                      <a:pt x="4346" y="1534"/>
                    </a:moveTo>
                    <a:cubicBezTo>
                      <a:pt x="4346" y="2386"/>
                      <a:pt x="3380" y="3067"/>
                      <a:pt x="2187" y="3067"/>
                    </a:cubicBezTo>
                    <a:cubicBezTo>
                      <a:pt x="966" y="3067"/>
                      <a:pt x="1" y="2386"/>
                      <a:pt x="1" y="1534"/>
                    </a:cubicBezTo>
                    <a:cubicBezTo>
                      <a:pt x="1" y="682"/>
                      <a:pt x="966" y="0"/>
                      <a:pt x="2187" y="0"/>
                    </a:cubicBezTo>
                    <a:cubicBezTo>
                      <a:pt x="3380" y="0"/>
                      <a:pt x="4346" y="682"/>
                      <a:pt x="4346" y="1534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5" name="Google Shape;1015;p10"/>
            <p:cNvGrpSpPr/>
            <p:nvPr/>
          </p:nvGrpSpPr>
          <p:grpSpPr>
            <a:xfrm>
              <a:off x="134913" y="4463963"/>
              <a:ext cx="2514950" cy="738925"/>
              <a:chOff x="8674525" y="3553425"/>
              <a:chExt cx="2514950" cy="738925"/>
            </a:xfrm>
          </p:grpSpPr>
          <p:sp>
            <p:nvSpPr>
              <p:cNvPr id="1016" name="Google Shape;1016;p10"/>
              <p:cNvSpPr/>
              <p:nvPr/>
            </p:nvSpPr>
            <p:spPr>
              <a:xfrm>
                <a:off x="9513875" y="3562600"/>
                <a:ext cx="1199925" cy="590600"/>
              </a:xfrm>
              <a:custGeom>
                <a:rect b="b" l="l" r="r" t="t"/>
                <a:pathLst>
                  <a:path extrusionOk="0" h="23624" w="47997">
                    <a:moveTo>
                      <a:pt x="14770" y="0"/>
                    </a:moveTo>
                    <a:cubicBezTo>
                      <a:pt x="8133" y="0"/>
                      <a:pt x="0" y="3063"/>
                      <a:pt x="3041" y="5363"/>
                    </a:cubicBezTo>
                    <a:cubicBezTo>
                      <a:pt x="3763" y="5910"/>
                      <a:pt x="4686" y="6108"/>
                      <a:pt x="5732" y="6108"/>
                    </a:cubicBezTo>
                    <a:cubicBezTo>
                      <a:pt x="8462" y="6108"/>
                      <a:pt x="12028" y="4761"/>
                      <a:pt x="15051" y="4761"/>
                    </a:cubicBezTo>
                    <a:cubicBezTo>
                      <a:pt x="16102" y="4761"/>
                      <a:pt x="17088" y="4924"/>
                      <a:pt x="17950" y="5363"/>
                    </a:cubicBezTo>
                    <a:cubicBezTo>
                      <a:pt x="22238" y="7550"/>
                      <a:pt x="22636" y="11554"/>
                      <a:pt x="28514" y="12633"/>
                    </a:cubicBezTo>
                    <a:cubicBezTo>
                      <a:pt x="29468" y="12804"/>
                      <a:pt x="30368" y="12868"/>
                      <a:pt x="31222" y="12868"/>
                    </a:cubicBezTo>
                    <a:cubicBezTo>
                      <a:pt x="33844" y="12868"/>
                      <a:pt x="36024" y="12261"/>
                      <a:pt x="37966" y="12261"/>
                    </a:cubicBezTo>
                    <a:cubicBezTo>
                      <a:pt x="39287" y="12261"/>
                      <a:pt x="40498" y="12542"/>
                      <a:pt x="41663" y="13485"/>
                    </a:cubicBezTo>
                    <a:cubicBezTo>
                      <a:pt x="43821" y="15218"/>
                      <a:pt x="44191" y="18398"/>
                      <a:pt x="47996" y="23624"/>
                    </a:cubicBezTo>
                    <a:cubicBezTo>
                      <a:pt x="45809" y="17717"/>
                      <a:pt x="46292" y="11554"/>
                      <a:pt x="40470" y="9027"/>
                    </a:cubicBezTo>
                    <a:cubicBezTo>
                      <a:pt x="38993" y="8378"/>
                      <a:pt x="37874" y="8152"/>
                      <a:pt x="36946" y="8152"/>
                    </a:cubicBezTo>
                    <a:cubicBezTo>
                      <a:pt x="34808" y="8152"/>
                      <a:pt x="33683" y="9352"/>
                      <a:pt x="31523" y="9352"/>
                    </a:cubicBezTo>
                    <a:cubicBezTo>
                      <a:pt x="30926" y="9352"/>
                      <a:pt x="30250" y="9261"/>
                      <a:pt x="29452" y="9027"/>
                    </a:cubicBezTo>
                    <a:cubicBezTo>
                      <a:pt x="24482" y="7550"/>
                      <a:pt x="23033" y="592"/>
                      <a:pt x="16218" y="53"/>
                    </a:cubicBezTo>
                    <a:cubicBezTo>
                      <a:pt x="15747" y="17"/>
                      <a:pt x="15262" y="0"/>
                      <a:pt x="147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10"/>
              <p:cNvSpPr/>
              <p:nvPr/>
            </p:nvSpPr>
            <p:spPr>
              <a:xfrm>
                <a:off x="9858975" y="4039550"/>
                <a:ext cx="854825" cy="249475"/>
              </a:xfrm>
              <a:custGeom>
                <a:rect b="b" l="l" r="r" t="t"/>
                <a:pathLst>
                  <a:path extrusionOk="0" h="9979" w="34193">
                    <a:moveTo>
                      <a:pt x="18678" y="1"/>
                    </a:moveTo>
                    <a:cubicBezTo>
                      <a:pt x="15005" y="1"/>
                      <a:pt x="10976" y="836"/>
                      <a:pt x="6816" y="3211"/>
                    </a:cubicBezTo>
                    <a:cubicBezTo>
                      <a:pt x="1205" y="6388"/>
                      <a:pt x="0" y="9978"/>
                      <a:pt x="3787" y="9978"/>
                    </a:cubicBezTo>
                    <a:cubicBezTo>
                      <a:pt x="4333" y="9978"/>
                      <a:pt x="4982" y="9904"/>
                      <a:pt x="5736" y="9743"/>
                    </a:cubicBezTo>
                    <a:cubicBezTo>
                      <a:pt x="11757" y="8465"/>
                      <a:pt x="12836" y="5966"/>
                      <a:pt x="16698" y="4546"/>
                    </a:cubicBezTo>
                    <a:cubicBezTo>
                      <a:pt x="18889" y="3746"/>
                      <a:pt x="20269" y="3073"/>
                      <a:pt x="23247" y="3073"/>
                    </a:cubicBezTo>
                    <a:cubicBezTo>
                      <a:pt x="25558" y="3073"/>
                      <a:pt x="28831" y="3478"/>
                      <a:pt x="34192" y="4546"/>
                    </a:cubicBezTo>
                    <a:cubicBezTo>
                      <a:pt x="34192" y="4546"/>
                      <a:pt x="29307" y="1734"/>
                      <a:pt x="24309" y="627"/>
                    </a:cubicBezTo>
                    <a:cubicBezTo>
                      <a:pt x="22561" y="247"/>
                      <a:pt x="20672" y="1"/>
                      <a:pt x="186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10"/>
              <p:cNvSpPr/>
              <p:nvPr/>
            </p:nvSpPr>
            <p:spPr>
              <a:xfrm>
                <a:off x="8899075" y="3553425"/>
                <a:ext cx="1327675" cy="473200"/>
              </a:xfrm>
              <a:custGeom>
                <a:rect b="b" l="l" r="r" t="t"/>
                <a:pathLst>
                  <a:path extrusionOk="0" h="18928" w="53107">
                    <a:moveTo>
                      <a:pt x="7686" y="1"/>
                    </a:moveTo>
                    <a:cubicBezTo>
                      <a:pt x="6786" y="1"/>
                      <a:pt x="5921" y="116"/>
                      <a:pt x="5112" y="363"/>
                    </a:cubicBezTo>
                    <a:cubicBezTo>
                      <a:pt x="0" y="1925"/>
                      <a:pt x="6220" y="5247"/>
                      <a:pt x="14853" y="8542"/>
                    </a:cubicBezTo>
                    <a:cubicBezTo>
                      <a:pt x="23458" y="11836"/>
                      <a:pt x="23856" y="16351"/>
                      <a:pt x="28967" y="18368"/>
                    </a:cubicBezTo>
                    <a:cubicBezTo>
                      <a:pt x="29993" y="18766"/>
                      <a:pt x="31059" y="18928"/>
                      <a:pt x="32150" y="18928"/>
                    </a:cubicBezTo>
                    <a:cubicBezTo>
                      <a:pt x="36497" y="18928"/>
                      <a:pt x="41233" y="16368"/>
                      <a:pt x="45297" y="16096"/>
                    </a:cubicBezTo>
                    <a:cubicBezTo>
                      <a:pt x="46911" y="15988"/>
                      <a:pt x="48285" y="15951"/>
                      <a:pt x="49408" y="15951"/>
                    </a:cubicBezTo>
                    <a:cubicBezTo>
                      <a:pt x="51843" y="15951"/>
                      <a:pt x="53106" y="16124"/>
                      <a:pt x="53106" y="16124"/>
                    </a:cubicBezTo>
                    <a:cubicBezTo>
                      <a:pt x="50460" y="15050"/>
                      <a:pt x="47877" y="14687"/>
                      <a:pt x="45244" y="14687"/>
                    </a:cubicBezTo>
                    <a:cubicBezTo>
                      <a:pt x="42310" y="14687"/>
                      <a:pt x="39313" y="15137"/>
                      <a:pt x="36095" y="15556"/>
                    </a:cubicBezTo>
                    <a:cubicBezTo>
                      <a:pt x="35628" y="15617"/>
                      <a:pt x="35173" y="15646"/>
                      <a:pt x="34731" y="15646"/>
                    </a:cubicBezTo>
                    <a:cubicBezTo>
                      <a:pt x="29400" y="15646"/>
                      <a:pt x="25827" y="11398"/>
                      <a:pt x="21868" y="7150"/>
                    </a:cubicBezTo>
                    <a:cubicBezTo>
                      <a:pt x="18258" y="3254"/>
                      <a:pt x="12475" y="1"/>
                      <a:pt x="76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10"/>
              <p:cNvSpPr/>
              <p:nvPr/>
            </p:nvSpPr>
            <p:spPr>
              <a:xfrm>
                <a:off x="8674525" y="3842775"/>
                <a:ext cx="853600" cy="238150"/>
              </a:xfrm>
              <a:custGeom>
                <a:rect b="b" l="l" r="r" t="t"/>
                <a:pathLst>
                  <a:path extrusionOk="0" h="9526" w="34144">
                    <a:moveTo>
                      <a:pt x="9414" y="1"/>
                    </a:moveTo>
                    <a:cubicBezTo>
                      <a:pt x="4875" y="1"/>
                      <a:pt x="954" y="1081"/>
                      <a:pt x="378" y="3585"/>
                    </a:cubicBezTo>
                    <a:cubicBezTo>
                      <a:pt x="1" y="5220"/>
                      <a:pt x="978" y="5718"/>
                      <a:pt x="2724" y="5718"/>
                    </a:cubicBezTo>
                    <a:cubicBezTo>
                      <a:pt x="5441" y="5718"/>
                      <a:pt x="10020" y="4511"/>
                      <a:pt x="14252" y="4511"/>
                    </a:cubicBezTo>
                    <a:cubicBezTo>
                      <a:pt x="14475" y="4511"/>
                      <a:pt x="14697" y="4515"/>
                      <a:pt x="14918" y="4522"/>
                    </a:cubicBezTo>
                    <a:cubicBezTo>
                      <a:pt x="21795" y="4745"/>
                      <a:pt x="26597" y="9526"/>
                      <a:pt x="33714" y="9526"/>
                    </a:cubicBezTo>
                    <a:cubicBezTo>
                      <a:pt x="33857" y="9526"/>
                      <a:pt x="34000" y="9524"/>
                      <a:pt x="34144" y="9520"/>
                    </a:cubicBezTo>
                    <a:cubicBezTo>
                      <a:pt x="27697" y="6794"/>
                      <a:pt x="26135" y="3982"/>
                      <a:pt x="19206" y="1568"/>
                    </a:cubicBezTo>
                    <a:cubicBezTo>
                      <a:pt x="16308" y="567"/>
                      <a:pt x="12699" y="1"/>
                      <a:pt x="94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10"/>
              <p:cNvSpPr/>
              <p:nvPr/>
            </p:nvSpPr>
            <p:spPr>
              <a:xfrm>
                <a:off x="9589875" y="3583775"/>
                <a:ext cx="1123925" cy="694375"/>
              </a:xfrm>
              <a:custGeom>
                <a:rect b="b" l="l" r="r" t="t"/>
                <a:pathLst>
                  <a:path extrusionOk="0" fill="none" h="27775" w="44957">
                    <a:moveTo>
                      <a:pt x="1" y="4516"/>
                    </a:moveTo>
                    <a:cubicBezTo>
                      <a:pt x="11275" y="910"/>
                      <a:pt x="14967" y="1"/>
                      <a:pt x="19283" y="5027"/>
                    </a:cubicBezTo>
                    <a:cubicBezTo>
                      <a:pt x="23600" y="10026"/>
                      <a:pt x="26014" y="11304"/>
                      <a:pt x="31722" y="9742"/>
                    </a:cubicBezTo>
                    <a:cubicBezTo>
                      <a:pt x="37402" y="8151"/>
                      <a:pt x="40639" y="10821"/>
                      <a:pt x="41946" y="14882"/>
                    </a:cubicBezTo>
                    <a:cubicBezTo>
                      <a:pt x="43224" y="18971"/>
                      <a:pt x="44956" y="22777"/>
                      <a:pt x="44956" y="22777"/>
                    </a:cubicBezTo>
                    <a:cubicBezTo>
                      <a:pt x="44956" y="22777"/>
                      <a:pt x="37913" y="18687"/>
                      <a:pt x="31097" y="19880"/>
                    </a:cubicBezTo>
                    <a:cubicBezTo>
                      <a:pt x="24282" y="21073"/>
                      <a:pt x="16216" y="25361"/>
                      <a:pt x="12780" y="2777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10"/>
              <p:cNvSpPr/>
              <p:nvPr/>
            </p:nvSpPr>
            <p:spPr>
              <a:xfrm>
                <a:off x="8980725" y="3598700"/>
                <a:ext cx="1246025" cy="411100"/>
              </a:xfrm>
              <a:custGeom>
                <a:rect b="b" l="l" r="r" t="t"/>
                <a:pathLst>
                  <a:path extrusionOk="0" fill="none" h="16444" w="49841">
                    <a:moveTo>
                      <a:pt x="0" y="0"/>
                    </a:moveTo>
                    <a:cubicBezTo>
                      <a:pt x="8577" y="511"/>
                      <a:pt x="14086" y="2783"/>
                      <a:pt x="18488" y="7668"/>
                    </a:cubicBezTo>
                    <a:cubicBezTo>
                      <a:pt x="22890" y="12553"/>
                      <a:pt x="25332" y="16443"/>
                      <a:pt x="31182" y="15534"/>
                    </a:cubicBezTo>
                    <a:cubicBezTo>
                      <a:pt x="37033" y="14626"/>
                      <a:pt x="44984" y="12638"/>
                      <a:pt x="49840" y="1428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10"/>
              <p:cNvSpPr/>
              <p:nvPr/>
            </p:nvSpPr>
            <p:spPr>
              <a:xfrm>
                <a:off x="8682525" y="3877700"/>
                <a:ext cx="817925" cy="196700"/>
              </a:xfrm>
              <a:custGeom>
                <a:rect b="b" l="l" r="r" t="t"/>
                <a:pathLst>
                  <a:path extrusionOk="0" fill="none" h="7868" w="32717">
                    <a:moveTo>
                      <a:pt x="1" y="3125"/>
                    </a:moveTo>
                    <a:cubicBezTo>
                      <a:pt x="8577" y="86"/>
                      <a:pt x="16501" y="1"/>
                      <a:pt x="22095" y="2898"/>
                    </a:cubicBezTo>
                    <a:cubicBezTo>
                      <a:pt x="27718" y="5794"/>
                      <a:pt x="29024" y="7498"/>
                      <a:pt x="32716" y="786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10"/>
              <p:cNvSpPr/>
              <p:nvPr/>
            </p:nvSpPr>
            <p:spPr>
              <a:xfrm>
                <a:off x="9408125" y="3898300"/>
                <a:ext cx="1781350" cy="394050"/>
              </a:xfrm>
              <a:custGeom>
                <a:rect b="b" l="l" r="r" t="t"/>
                <a:pathLst>
                  <a:path extrusionOk="0" fill="none" h="15762" w="71254">
                    <a:moveTo>
                      <a:pt x="0" y="5084"/>
                    </a:moveTo>
                    <a:cubicBezTo>
                      <a:pt x="9088" y="10962"/>
                      <a:pt x="15961" y="7753"/>
                      <a:pt x="25503" y="3863"/>
                    </a:cubicBezTo>
                    <a:cubicBezTo>
                      <a:pt x="35016" y="1"/>
                      <a:pt x="41832" y="4062"/>
                      <a:pt x="48932" y="8321"/>
                    </a:cubicBezTo>
                    <a:cubicBezTo>
                      <a:pt x="56032" y="12553"/>
                      <a:pt x="62961" y="15762"/>
                      <a:pt x="71253" y="15364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4" name="Google Shape;1024;p10"/>
            <p:cNvGrpSpPr/>
            <p:nvPr/>
          </p:nvGrpSpPr>
          <p:grpSpPr>
            <a:xfrm rot="-899960">
              <a:off x="6566134" y="4074983"/>
              <a:ext cx="1586478" cy="932997"/>
              <a:chOff x="11944150" y="3369375"/>
              <a:chExt cx="1586525" cy="933025"/>
            </a:xfrm>
          </p:grpSpPr>
          <p:sp>
            <p:nvSpPr>
              <p:cNvPr id="1025" name="Google Shape;1025;p10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10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10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10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10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10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10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2" name="Google Shape;1032;p10"/>
            <p:cNvGrpSpPr/>
            <p:nvPr/>
          </p:nvGrpSpPr>
          <p:grpSpPr>
            <a:xfrm flipH="1">
              <a:off x="8025375" y="3848288"/>
              <a:ext cx="810800" cy="412075"/>
              <a:chOff x="9500425" y="2847925"/>
              <a:chExt cx="810800" cy="412075"/>
            </a:xfrm>
          </p:grpSpPr>
          <p:sp>
            <p:nvSpPr>
              <p:cNvPr id="1033" name="Google Shape;1033;p10"/>
              <p:cNvSpPr/>
              <p:nvPr/>
            </p:nvSpPr>
            <p:spPr>
              <a:xfrm>
                <a:off x="9715550" y="2847925"/>
                <a:ext cx="355725" cy="412075"/>
              </a:xfrm>
              <a:custGeom>
                <a:rect b="b" l="l" r="r" t="t"/>
                <a:pathLst>
                  <a:path extrusionOk="0" h="16483" w="14229">
                    <a:moveTo>
                      <a:pt x="10747" y="1"/>
                    </a:moveTo>
                    <a:cubicBezTo>
                      <a:pt x="9057" y="1"/>
                      <a:pt x="6223" y="456"/>
                      <a:pt x="2386" y="1604"/>
                    </a:cubicBezTo>
                    <a:cubicBezTo>
                      <a:pt x="2386" y="1604"/>
                      <a:pt x="0" y="11345"/>
                      <a:pt x="2726" y="13617"/>
                    </a:cubicBezTo>
                    <a:cubicBezTo>
                      <a:pt x="4888" y="15399"/>
                      <a:pt x="9164" y="16482"/>
                      <a:pt x="11524" y="16482"/>
                    </a:cubicBezTo>
                    <a:cubicBezTo>
                      <a:pt x="12171" y="16482"/>
                      <a:pt x="12675" y="16401"/>
                      <a:pt x="12950" y="16229"/>
                    </a:cubicBezTo>
                    <a:cubicBezTo>
                      <a:pt x="14228" y="15406"/>
                      <a:pt x="10082" y="13673"/>
                      <a:pt x="10082" y="13673"/>
                    </a:cubicBezTo>
                    <a:lnTo>
                      <a:pt x="7753" y="3933"/>
                    </a:lnTo>
                    <a:cubicBezTo>
                      <a:pt x="7753" y="3933"/>
                      <a:pt x="12751" y="1320"/>
                      <a:pt x="12553" y="525"/>
                    </a:cubicBezTo>
                    <a:cubicBezTo>
                      <a:pt x="12474" y="198"/>
                      <a:pt x="11858" y="1"/>
                      <a:pt x="1074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10"/>
              <p:cNvSpPr/>
              <p:nvPr/>
            </p:nvSpPr>
            <p:spPr>
              <a:xfrm>
                <a:off x="10131050" y="2965900"/>
                <a:ext cx="180175" cy="167075"/>
              </a:xfrm>
              <a:custGeom>
                <a:rect b="b" l="l" r="r" t="t"/>
                <a:pathLst>
                  <a:path extrusionOk="0" h="6683" w="7207">
                    <a:moveTo>
                      <a:pt x="6402" y="1"/>
                    </a:moveTo>
                    <a:cubicBezTo>
                      <a:pt x="5098" y="1"/>
                      <a:pt x="0" y="2235"/>
                      <a:pt x="647" y="6683"/>
                    </a:cubicBezTo>
                    <a:cubicBezTo>
                      <a:pt x="647" y="6683"/>
                      <a:pt x="7207" y="548"/>
                      <a:pt x="6667" y="66"/>
                    </a:cubicBezTo>
                    <a:cubicBezTo>
                      <a:pt x="6622" y="22"/>
                      <a:pt x="6530" y="1"/>
                      <a:pt x="64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10"/>
              <p:cNvSpPr/>
              <p:nvPr/>
            </p:nvSpPr>
            <p:spPr>
              <a:xfrm>
                <a:off x="10137975" y="3132950"/>
                <a:ext cx="173250" cy="106600"/>
              </a:xfrm>
              <a:custGeom>
                <a:rect b="b" l="l" r="r" t="t"/>
                <a:pathLst>
                  <a:path extrusionOk="0" h="4264" w="693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370" y="1"/>
                      <a:pt x="1" y="1847"/>
                      <a:pt x="2585" y="3210"/>
                    </a:cubicBezTo>
                    <a:cubicBezTo>
                      <a:pt x="4326" y="4119"/>
                      <a:pt x="5619" y="4264"/>
                      <a:pt x="6266" y="4264"/>
                    </a:cubicBezTo>
                    <a:cubicBezTo>
                      <a:pt x="6569" y="4264"/>
                      <a:pt x="6731" y="4232"/>
                      <a:pt x="6731" y="4232"/>
                    </a:cubicBezTo>
                    <a:cubicBezTo>
                      <a:pt x="6930" y="3664"/>
                      <a:pt x="370" y="1"/>
                      <a:pt x="3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10"/>
              <p:cNvSpPr/>
              <p:nvPr/>
            </p:nvSpPr>
            <p:spPr>
              <a:xfrm>
                <a:off x="9500425" y="2886800"/>
                <a:ext cx="672175" cy="315500"/>
              </a:xfrm>
              <a:custGeom>
                <a:rect b="b" l="l" r="r" t="t"/>
                <a:pathLst>
                  <a:path extrusionOk="0" h="12620" w="26887">
                    <a:moveTo>
                      <a:pt x="12005" y="0"/>
                    </a:moveTo>
                    <a:cubicBezTo>
                      <a:pt x="11261" y="0"/>
                      <a:pt x="10504" y="70"/>
                      <a:pt x="9741" y="219"/>
                    </a:cubicBezTo>
                    <a:cubicBezTo>
                      <a:pt x="597" y="2037"/>
                      <a:pt x="0" y="9563"/>
                      <a:pt x="0" y="9563"/>
                    </a:cubicBezTo>
                    <a:cubicBezTo>
                      <a:pt x="3326" y="11844"/>
                      <a:pt x="7948" y="12619"/>
                      <a:pt x="12371" y="12619"/>
                    </a:cubicBezTo>
                    <a:cubicBezTo>
                      <a:pt x="19015" y="12619"/>
                      <a:pt x="25207" y="10870"/>
                      <a:pt x="25872" y="9847"/>
                    </a:cubicBezTo>
                    <a:cubicBezTo>
                      <a:pt x="26887" y="8285"/>
                      <a:pt x="20153" y="0"/>
                      <a:pt x="120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10"/>
              <p:cNvSpPr/>
              <p:nvPr/>
            </p:nvSpPr>
            <p:spPr>
              <a:xfrm>
                <a:off x="9625375" y="2989475"/>
                <a:ext cx="60375" cy="54800"/>
              </a:xfrm>
              <a:custGeom>
                <a:rect b="b" l="l" r="r" t="t"/>
                <a:pathLst>
                  <a:path extrusionOk="0" h="2192" w="2415">
                    <a:moveTo>
                      <a:pt x="1250" y="1"/>
                    </a:moveTo>
                    <a:cubicBezTo>
                      <a:pt x="1166" y="1"/>
                      <a:pt x="1081" y="11"/>
                      <a:pt x="994" y="31"/>
                    </a:cubicBezTo>
                    <a:cubicBezTo>
                      <a:pt x="398" y="145"/>
                      <a:pt x="1" y="741"/>
                      <a:pt x="143" y="1338"/>
                    </a:cubicBezTo>
                    <a:cubicBezTo>
                      <a:pt x="264" y="1848"/>
                      <a:pt x="697" y="2192"/>
                      <a:pt x="1193" y="2192"/>
                    </a:cubicBezTo>
                    <a:cubicBezTo>
                      <a:pt x="1277" y="2192"/>
                      <a:pt x="1363" y="2182"/>
                      <a:pt x="1449" y="2161"/>
                    </a:cubicBezTo>
                    <a:cubicBezTo>
                      <a:pt x="2045" y="2048"/>
                      <a:pt x="2414" y="1451"/>
                      <a:pt x="2301" y="855"/>
                    </a:cubicBezTo>
                    <a:cubicBezTo>
                      <a:pt x="2179" y="345"/>
                      <a:pt x="1746" y="1"/>
                      <a:pt x="1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10"/>
              <p:cNvSpPr/>
              <p:nvPr/>
            </p:nvSpPr>
            <p:spPr>
              <a:xfrm>
                <a:off x="9653075" y="3002175"/>
                <a:ext cx="16350" cy="14725"/>
              </a:xfrm>
              <a:custGeom>
                <a:rect b="b" l="l" r="r" t="t"/>
                <a:pathLst>
                  <a:path extrusionOk="0" h="589" w="654">
                    <a:moveTo>
                      <a:pt x="320" y="1"/>
                    </a:moveTo>
                    <a:cubicBezTo>
                      <a:pt x="299" y="1"/>
                      <a:pt x="277" y="3"/>
                      <a:pt x="256" y="6"/>
                    </a:cubicBezTo>
                    <a:cubicBezTo>
                      <a:pt x="114" y="35"/>
                      <a:pt x="0" y="205"/>
                      <a:pt x="28" y="347"/>
                    </a:cubicBezTo>
                    <a:cubicBezTo>
                      <a:pt x="75" y="487"/>
                      <a:pt x="180" y="589"/>
                      <a:pt x="310" y="589"/>
                    </a:cubicBezTo>
                    <a:cubicBezTo>
                      <a:pt x="338" y="589"/>
                      <a:pt x="367" y="584"/>
                      <a:pt x="398" y="574"/>
                    </a:cubicBezTo>
                    <a:cubicBezTo>
                      <a:pt x="540" y="546"/>
                      <a:pt x="653" y="404"/>
                      <a:pt x="625" y="233"/>
                    </a:cubicBezTo>
                    <a:cubicBezTo>
                      <a:pt x="600" y="85"/>
                      <a:pt x="467" y="1"/>
                      <a:pt x="3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10"/>
              <p:cNvSpPr/>
              <p:nvPr/>
            </p:nvSpPr>
            <p:spPr>
              <a:xfrm>
                <a:off x="9733300" y="3000175"/>
                <a:ext cx="76700" cy="200950"/>
              </a:xfrm>
              <a:custGeom>
                <a:rect b="b" l="l" r="r" t="t"/>
                <a:pathLst>
                  <a:path extrusionOk="0" fill="none" h="8038" w="3068">
                    <a:moveTo>
                      <a:pt x="0" y="1"/>
                    </a:moveTo>
                    <a:cubicBezTo>
                      <a:pt x="3067" y="3551"/>
                      <a:pt x="2158" y="6703"/>
                      <a:pt x="1420" y="8038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0" name="Google Shape;1040;p10"/>
            <p:cNvGrpSpPr/>
            <p:nvPr/>
          </p:nvGrpSpPr>
          <p:grpSpPr>
            <a:xfrm>
              <a:off x="966775" y="3532425"/>
              <a:ext cx="851225" cy="518950"/>
              <a:chOff x="10525625" y="2238375"/>
              <a:chExt cx="851225" cy="518950"/>
            </a:xfrm>
          </p:grpSpPr>
          <p:sp>
            <p:nvSpPr>
              <p:cNvPr id="1041" name="Google Shape;1041;p10"/>
              <p:cNvSpPr/>
              <p:nvPr/>
            </p:nvSpPr>
            <p:spPr>
              <a:xfrm>
                <a:off x="10804650" y="2255400"/>
                <a:ext cx="470725" cy="460225"/>
              </a:xfrm>
              <a:custGeom>
                <a:rect b="b" l="l" r="r" t="t"/>
                <a:pathLst>
                  <a:path extrusionOk="0" h="18409" w="18829">
                    <a:moveTo>
                      <a:pt x="4296" y="1"/>
                    </a:moveTo>
                    <a:cubicBezTo>
                      <a:pt x="4072" y="1"/>
                      <a:pt x="3948" y="2"/>
                      <a:pt x="3948" y="2"/>
                    </a:cubicBezTo>
                    <a:lnTo>
                      <a:pt x="0" y="11333"/>
                    </a:lnTo>
                    <a:cubicBezTo>
                      <a:pt x="0" y="11333"/>
                      <a:pt x="6182" y="18409"/>
                      <a:pt x="8241" y="18409"/>
                    </a:cubicBezTo>
                    <a:cubicBezTo>
                      <a:pt x="8322" y="18409"/>
                      <a:pt x="8396" y="18398"/>
                      <a:pt x="8463" y="18376"/>
                    </a:cubicBezTo>
                    <a:cubicBezTo>
                      <a:pt x="10281" y="17779"/>
                      <a:pt x="5084" y="9487"/>
                      <a:pt x="5084" y="9487"/>
                    </a:cubicBezTo>
                    <a:lnTo>
                      <a:pt x="6958" y="4517"/>
                    </a:lnTo>
                    <a:cubicBezTo>
                      <a:pt x="16301" y="3182"/>
                      <a:pt x="18829" y="1563"/>
                      <a:pt x="15620" y="768"/>
                    </a:cubicBezTo>
                    <a:cubicBezTo>
                      <a:pt x="12799" y="45"/>
                      <a:pt x="5922" y="1"/>
                      <a:pt x="42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10"/>
              <p:cNvSpPr/>
              <p:nvPr/>
            </p:nvSpPr>
            <p:spPr>
              <a:xfrm>
                <a:off x="11204350" y="2510700"/>
                <a:ext cx="172500" cy="93350"/>
              </a:xfrm>
              <a:custGeom>
                <a:rect b="b" l="l" r="r" t="t"/>
                <a:pathLst>
                  <a:path extrusionOk="0" h="3734" w="6900">
                    <a:moveTo>
                      <a:pt x="5672" y="0"/>
                    </a:moveTo>
                    <a:cubicBezTo>
                      <a:pt x="3974" y="0"/>
                      <a:pt x="972" y="920"/>
                      <a:pt x="1" y="3733"/>
                    </a:cubicBezTo>
                    <a:cubicBezTo>
                      <a:pt x="1" y="3733"/>
                      <a:pt x="6816" y="1319"/>
                      <a:pt x="6873" y="439"/>
                    </a:cubicBezTo>
                    <a:cubicBezTo>
                      <a:pt x="6899" y="173"/>
                      <a:pt x="6408" y="0"/>
                      <a:pt x="56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10"/>
              <p:cNvSpPr/>
              <p:nvPr/>
            </p:nvSpPr>
            <p:spPr>
              <a:xfrm>
                <a:off x="11190325" y="2604025"/>
                <a:ext cx="129075" cy="153300"/>
              </a:xfrm>
              <a:custGeom>
                <a:rect b="b" l="l" r="r" t="t"/>
                <a:pathLst>
                  <a:path extrusionOk="0" h="6132" w="5163">
                    <a:moveTo>
                      <a:pt x="562" y="0"/>
                    </a:moveTo>
                    <a:lnTo>
                      <a:pt x="562" y="0"/>
                    </a:lnTo>
                    <a:cubicBezTo>
                      <a:pt x="1" y="4005"/>
                      <a:pt x="3381" y="6131"/>
                      <a:pt x="4424" y="6131"/>
                    </a:cubicBezTo>
                    <a:cubicBezTo>
                      <a:pt x="4542" y="6131"/>
                      <a:pt x="4630" y="6104"/>
                      <a:pt x="4680" y="6049"/>
                    </a:cubicBezTo>
                    <a:cubicBezTo>
                      <a:pt x="5162" y="5510"/>
                      <a:pt x="562" y="1"/>
                      <a:pt x="5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10"/>
              <p:cNvSpPr/>
              <p:nvPr/>
            </p:nvSpPr>
            <p:spPr>
              <a:xfrm>
                <a:off x="10525625" y="2238375"/>
                <a:ext cx="729175" cy="375600"/>
              </a:xfrm>
              <a:custGeom>
                <a:rect b="b" l="l" r="r" t="t"/>
                <a:pathLst>
                  <a:path extrusionOk="0" h="15024" w="29167">
                    <a:moveTo>
                      <a:pt x="10645" y="1"/>
                    </a:moveTo>
                    <a:cubicBezTo>
                      <a:pt x="2854" y="1"/>
                      <a:pt x="0" y="5340"/>
                      <a:pt x="0" y="5340"/>
                    </a:cubicBezTo>
                    <a:cubicBezTo>
                      <a:pt x="0" y="5340"/>
                      <a:pt x="3493" y="9628"/>
                      <a:pt x="11616" y="12951"/>
                    </a:cubicBezTo>
                    <a:cubicBezTo>
                      <a:pt x="15067" y="14319"/>
                      <a:pt x="18726" y="15023"/>
                      <a:pt x="22399" y="15023"/>
                    </a:cubicBezTo>
                    <a:cubicBezTo>
                      <a:pt x="23985" y="15023"/>
                      <a:pt x="25574" y="14892"/>
                      <a:pt x="27150" y="14626"/>
                    </a:cubicBezTo>
                    <a:cubicBezTo>
                      <a:pt x="29166" y="7527"/>
                      <a:pt x="18658" y="58"/>
                      <a:pt x="10707" y="1"/>
                    </a:cubicBezTo>
                    <a:cubicBezTo>
                      <a:pt x="10686" y="1"/>
                      <a:pt x="10665" y="1"/>
                      <a:pt x="10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10"/>
              <p:cNvSpPr/>
              <p:nvPr/>
            </p:nvSpPr>
            <p:spPr>
              <a:xfrm>
                <a:off x="10745725" y="2369725"/>
                <a:ext cx="139175" cy="160475"/>
              </a:xfrm>
              <a:custGeom>
                <a:rect b="b" l="l" r="r" t="t"/>
                <a:pathLst>
                  <a:path extrusionOk="0" fill="none" h="6419" w="5567">
                    <a:moveTo>
                      <a:pt x="0" y="6419"/>
                    </a:moveTo>
                    <a:cubicBezTo>
                      <a:pt x="5566" y="4545"/>
                      <a:pt x="5282" y="1"/>
                      <a:pt x="5282" y="1"/>
                    </a:cubicBezTo>
                  </a:path>
                </a:pathLst>
              </a:custGeom>
              <a:noFill/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6" name="Google Shape;1046;p10"/>
            <p:cNvGrpSpPr/>
            <p:nvPr/>
          </p:nvGrpSpPr>
          <p:grpSpPr>
            <a:xfrm flipH="1">
              <a:off x="1136475" y="3587725"/>
              <a:ext cx="60375" cy="54800"/>
              <a:chOff x="9625375" y="2989475"/>
              <a:chExt cx="60375" cy="54800"/>
            </a:xfrm>
          </p:grpSpPr>
          <p:sp>
            <p:nvSpPr>
              <p:cNvPr id="1047" name="Google Shape;1047;p10"/>
              <p:cNvSpPr/>
              <p:nvPr/>
            </p:nvSpPr>
            <p:spPr>
              <a:xfrm>
                <a:off x="9625375" y="2989475"/>
                <a:ext cx="60375" cy="54800"/>
              </a:xfrm>
              <a:custGeom>
                <a:rect b="b" l="l" r="r" t="t"/>
                <a:pathLst>
                  <a:path extrusionOk="0" h="2192" w="2415">
                    <a:moveTo>
                      <a:pt x="1250" y="1"/>
                    </a:moveTo>
                    <a:cubicBezTo>
                      <a:pt x="1166" y="1"/>
                      <a:pt x="1081" y="11"/>
                      <a:pt x="994" y="31"/>
                    </a:cubicBezTo>
                    <a:cubicBezTo>
                      <a:pt x="398" y="145"/>
                      <a:pt x="1" y="741"/>
                      <a:pt x="143" y="1338"/>
                    </a:cubicBezTo>
                    <a:cubicBezTo>
                      <a:pt x="264" y="1848"/>
                      <a:pt x="697" y="2192"/>
                      <a:pt x="1193" y="2192"/>
                    </a:cubicBezTo>
                    <a:cubicBezTo>
                      <a:pt x="1277" y="2192"/>
                      <a:pt x="1363" y="2182"/>
                      <a:pt x="1449" y="2161"/>
                    </a:cubicBezTo>
                    <a:cubicBezTo>
                      <a:pt x="2045" y="2048"/>
                      <a:pt x="2414" y="1451"/>
                      <a:pt x="2301" y="855"/>
                    </a:cubicBezTo>
                    <a:cubicBezTo>
                      <a:pt x="2179" y="345"/>
                      <a:pt x="1746" y="1"/>
                      <a:pt x="1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10"/>
              <p:cNvSpPr/>
              <p:nvPr/>
            </p:nvSpPr>
            <p:spPr>
              <a:xfrm>
                <a:off x="9653075" y="3002175"/>
                <a:ext cx="16350" cy="14725"/>
              </a:xfrm>
              <a:custGeom>
                <a:rect b="b" l="l" r="r" t="t"/>
                <a:pathLst>
                  <a:path extrusionOk="0" h="589" w="654">
                    <a:moveTo>
                      <a:pt x="320" y="1"/>
                    </a:moveTo>
                    <a:cubicBezTo>
                      <a:pt x="299" y="1"/>
                      <a:pt x="277" y="3"/>
                      <a:pt x="256" y="6"/>
                    </a:cubicBezTo>
                    <a:cubicBezTo>
                      <a:pt x="114" y="35"/>
                      <a:pt x="0" y="205"/>
                      <a:pt x="28" y="347"/>
                    </a:cubicBezTo>
                    <a:cubicBezTo>
                      <a:pt x="75" y="487"/>
                      <a:pt x="180" y="589"/>
                      <a:pt x="310" y="589"/>
                    </a:cubicBezTo>
                    <a:cubicBezTo>
                      <a:pt x="338" y="589"/>
                      <a:pt x="367" y="584"/>
                      <a:pt x="398" y="574"/>
                    </a:cubicBezTo>
                    <a:cubicBezTo>
                      <a:pt x="540" y="546"/>
                      <a:pt x="653" y="404"/>
                      <a:pt x="625" y="233"/>
                    </a:cubicBezTo>
                    <a:cubicBezTo>
                      <a:pt x="600" y="85"/>
                      <a:pt x="467" y="1"/>
                      <a:pt x="3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9" name="Google Shape;1049;p10"/>
            <p:cNvGrpSpPr/>
            <p:nvPr/>
          </p:nvGrpSpPr>
          <p:grpSpPr>
            <a:xfrm>
              <a:off x="2294975" y="4210675"/>
              <a:ext cx="764275" cy="661600"/>
              <a:chOff x="2294975" y="4420975"/>
              <a:chExt cx="764275" cy="661600"/>
            </a:xfrm>
          </p:grpSpPr>
          <p:sp>
            <p:nvSpPr>
              <p:cNvPr id="1050" name="Google Shape;1050;p10"/>
              <p:cNvSpPr/>
              <p:nvPr/>
            </p:nvSpPr>
            <p:spPr>
              <a:xfrm>
                <a:off x="2560500" y="4554700"/>
                <a:ext cx="319950" cy="496375"/>
              </a:xfrm>
              <a:custGeom>
                <a:rect b="b" l="l" r="r" t="t"/>
                <a:pathLst>
                  <a:path extrusionOk="0" h="19855" w="12798">
                    <a:moveTo>
                      <a:pt x="4440" y="0"/>
                    </a:moveTo>
                    <a:cubicBezTo>
                      <a:pt x="3579" y="0"/>
                      <a:pt x="2643" y="3003"/>
                      <a:pt x="0" y="5742"/>
                    </a:cubicBezTo>
                    <a:cubicBezTo>
                      <a:pt x="0" y="5742"/>
                      <a:pt x="796" y="19488"/>
                      <a:pt x="3124" y="19828"/>
                    </a:cubicBezTo>
                    <a:cubicBezTo>
                      <a:pt x="3255" y="19846"/>
                      <a:pt x="3400" y="19854"/>
                      <a:pt x="3557" y="19854"/>
                    </a:cubicBezTo>
                    <a:cubicBezTo>
                      <a:pt x="6220" y="19854"/>
                      <a:pt x="12319" y="17430"/>
                      <a:pt x="12695" y="15285"/>
                    </a:cubicBezTo>
                    <a:cubicBezTo>
                      <a:pt x="12797" y="14698"/>
                      <a:pt x="12558" y="14481"/>
                      <a:pt x="12145" y="14481"/>
                    </a:cubicBezTo>
                    <a:cubicBezTo>
                      <a:pt x="10960" y="14481"/>
                      <a:pt x="8350" y="16278"/>
                      <a:pt x="8350" y="16278"/>
                    </a:cubicBezTo>
                    <a:lnTo>
                      <a:pt x="4573" y="6509"/>
                    </a:lnTo>
                    <a:cubicBezTo>
                      <a:pt x="4573" y="6509"/>
                      <a:pt x="5993" y="1710"/>
                      <a:pt x="4913" y="318"/>
                    </a:cubicBezTo>
                    <a:cubicBezTo>
                      <a:pt x="4752" y="100"/>
                      <a:pt x="4597" y="0"/>
                      <a:pt x="44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10"/>
              <p:cNvSpPr/>
              <p:nvPr/>
            </p:nvSpPr>
            <p:spPr>
              <a:xfrm>
                <a:off x="2795500" y="4420975"/>
                <a:ext cx="76400" cy="253150"/>
              </a:xfrm>
              <a:custGeom>
                <a:rect b="b" l="l" r="r" t="t"/>
                <a:pathLst>
                  <a:path extrusionOk="0" h="10126" w="3056">
                    <a:moveTo>
                      <a:pt x="2055" y="0"/>
                    </a:moveTo>
                    <a:cubicBezTo>
                      <a:pt x="1999" y="0"/>
                      <a:pt x="1939" y="33"/>
                      <a:pt x="1875" y="101"/>
                    </a:cubicBezTo>
                    <a:cubicBezTo>
                      <a:pt x="0" y="2174"/>
                      <a:pt x="455" y="7258"/>
                      <a:pt x="2954" y="10126"/>
                    </a:cubicBezTo>
                    <a:cubicBezTo>
                      <a:pt x="2954" y="10126"/>
                      <a:pt x="3056" y="0"/>
                      <a:pt x="20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10"/>
              <p:cNvSpPr/>
              <p:nvPr/>
            </p:nvSpPr>
            <p:spPr>
              <a:xfrm>
                <a:off x="2869325" y="4463550"/>
                <a:ext cx="189925" cy="210575"/>
              </a:xfrm>
              <a:custGeom>
                <a:rect b="b" l="l" r="r" t="t"/>
                <a:pathLst>
                  <a:path extrusionOk="0" h="8423" w="7597">
                    <a:moveTo>
                      <a:pt x="6687" y="1"/>
                    </a:moveTo>
                    <a:cubicBezTo>
                      <a:pt x="6664" y="1"/>
                      <a:pt x="6641" y="6"/>
                      <a:pt x="6618" y="17"/>
                    </a:cubicBezTo>
                    <a:cubicBezTo>
                      <a:pt x="5737" y="414"/>
                      <a:pt x="1" y="8423"/>
                      <a:pt x="1" y="8423"/>
                    </a:cubicBezTo>
                    <a:cubicBezTo>
                      <a:pt x="7596" y="6683"/>
                      <a:pt x="7482" y="1"/>
                      <a:pt x="668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0"/>
              <p:cNvSpPr/>
              <p:nvPr/>
            </p:nvSpPr>
            <p:spPr>
              <a:xfrm>
                <a:off x="2294975" y="4664025"/>
                <a:ext cx="575100" cy="418550"/>
              </a:xfrm>
              <a:custGeom>
                <a:rect b="b" l="l" r="r" t="t"/>
                <a:pathLst>
                  <a:path extrusionOk="0" h="16742" w="23004">
                    <a:moveTo>
                      <a:pt x="18730" y="0"/>
                    </a:moveTo>
                    <a:cubicBezTo>
                      <a:pt x="17409" y="0"/>
                      <a:pt x="15828" y="101"/>
                      <a:pt x="14058" y="404"/>
                    </a:cubicBezTo>
                    <a:cubicBezTo>
                      <a:pt x="8719" y="1313"/>
                      <a:pt x="3010" y="4919"/>
                      <a:pt x="0" y="13240"/>
                    </a:cubicBezTo>
                    <a:cubicBezTo>
                      <a:pt x="253" y="14791"/>
                      <a:pt x="4237" y="16741"/>
                      <a:pt x="8752" y="16741"/>
                    </a:cubicBezTo>
                    <a:cubicBezTo>
                      <a:pt x="11845" y="16741"/>
                      <a:pt x="15187" y="15826"/>
                      <a:pt x="17749" y="13240"/>
                    </a:cubicBezTo>
                    <a:cubicBezTo>
                      <a:pt x="21129" y="9832"/>
                      <a:pt x="23003" y="5203"/>
                      <a:pt x="22975" y="404"/>
                    </a:cubicBezTo>
                    <a:cubicBezTo>
                      <a:pt x="22975" y="404"/>
                      <a:pt x="21372" y="0"/>
                      <a:pt x="187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10"/>
              <p:cNvSpPr/>
              <p:nvPr/>
            </p:nvSpPr>
            <p:spPr>
              <a:xfrm>
                <a:off x="2548425" y="4873625"/>
                <a:ext cx="67475" cy="208025"/>
              </a:xfrm>
              <a:custGeom>
                <a:rect b="b" l="l" r="r" t="t"/>
                <a:pathLst>
                  <a:path extrusionOk="0" fill="none" h="8321" w="2699">
                    <a:moveTo>
                      <a:pt x="1" y="8321"/>
                    </a:moveTo>
                    <a:cubicBezTo>
                      <a:pt x="2698" y="6759"/>
                      <a:pt x="2500" y="2556"/>
                      <a:pt x="796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5" name="Google Shape;1055;p10"/>
            <p:cNvSpPr/>
            <p:nvPr/>
          </p:nvSpPr>
          <p:spPr>
            <a:xfrm>
              <a:off x="2434125" y="4674525"/>
              <a:ext cx="61800" cy="54925"/>
            </a:xfrm>
            <a:custGeom>
              <a:rect b="b" l="l" r="r" t="t"/>
              <a:pathLst>
                <a:path extrusionOk="0" h="2197" w="2472">
                  <a:moveTo>
                    <a:pt x="1248" y="0"/>
                  </a:moveTo>
                  <a:cubicBezTo>
                    <a:pt x="1126" y="0"/>
                    <a:pt x="1002" y="21"/>
                    <a:pt x="881" y="63"/>
                  </a:cubicBezTo>
                  <a:cubicBezTo>
                    <a:pt x="284" y="262"/>
                    <a:pt x="0" y="887"/>
                    <a:pt x="199" y="1455"/>
                  </a:cubicBezTo>
                  <a:cubicBezTo>
                    <a:pt x="357" y="1906"/>
                    <a:pt x="785" y="2196"/>
                    <a:pt x="1238" y="2196"/>
                  </a:cubicBezTo>
                  <a:cubicBezTo>
                    <a:pt x="1355" y="2196"/>
                    <a:pt x="1474" y="2177"/>
                    <a:pt x="1591" y="2136"/>
                  </a:cubicBezTo>
                  <a:cubicBezTo>
                    <a:pt x="2159" y="1938"/>
                    <a:pt x="2471" y="1313"/>
                    <a:pt x="2272" y="745"/>
                  </a:cubicBezTo>
                  <a:cubicBezTo>
                    <a:pt x="2116" y="276"/>
                    <a:pt x="1697" y="0"/>
                    <a:pt x="1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0"/>
            <p:cNvSpPr/>
            <p:nvPr/>
          </p:nvSpPr>
          <p:spPr>
            <a:xfrm>
              <a:off x="2461100" y="4686300"/>
              <a:ext cx="17075" cy="15100"/>
            </a:xfrm>
            <a:custGeom>
              <a:rect b="b" l="l" r="r" t="t"/>
              <a:pathLst>
                <a:path extrusionOk="0" h="604" w="683">
                  <a:moveTo>
                    <a:pt x="347" y="1"/>
                  </a:moveTo>
                  <a:cubicBezTo>
                    <a:pt x="317" y="1"/>
                    <a:pt x="286" y="6"/>
                    <a:pt x="256" y="18"/>
                  </a:cubicBezTo>
                  <a:cubicBezTo>
                    <a:pt x="86" y="75"/>
                    <a:pt x="1" y="245"/>
                    <a:pt x="57" y="387"/>
                  </a:cubicBezTo>
                  <a:cubicBezTo>
                    <a:pt x="102" y="522"/>
                    <a:pt x="218" y="604"/>
                    <a:pt x="335" y="604"/>
                  </a:cubicBezTo>
                  <a:cubicBezTo>
                    <a:pt x="366" y="604"/>
                    <a:pt x="397" y="598"/>
                    <a:pt x="426" y="586"/>
                  </a:cubicBezTo>
                  <a:cubicBezTo>
                    <a:pt x="597" y="529"/>
                    <a:pt x="682" y="359"/>
                    <a:pt x="625" y="217"/>
                  </a:cubicBezTo>
                  <a:cubicBezTo>
                    <a:pt x="580" y="82"/>
                    <a:pt x="464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" name="Google Shape;1057;p10"/>
            <p:cNvGrpSpPr/>
            <p:nvPr/>
          </p:nvGrpSpPr>
          <p:grpSpPr>
            <a:xfrm flipH="1">
              <a:off x="5974800" y="4406238"/>
              <a:ext cx="810800" cy="412075"/>
              <a:chOff x="9500425" y="2847925"/>
              <a:chExt cx="810800" cy="412075"/>
            </a:xfrm>
          </p:grpSpPr>
          <p:sp>
            <p:nvSpPr>
              <p:cNvPr id="1058" name="Google Shape;1058;p10"/>
              <p:cNvSpPr/>
              <p:nvPr/>
            </p:nvSpPr>
            <p:spPr>
              <a:xfrm>
                <a:off x="9715550" y="2847925"/>
                <a:ext cx="355725" cy="412075"/>
              </a:xfrm>
              <a:custGeom>
                <a:rect b="b" l="l" r="r" t="t"/>
                <a:pathLst>
                  <a:path extrusionOk="0" h="16483" w="14229">
                    <a:moveTo>
                      <a:pt x="10747" y="1"/>
                    </a:moveTo>
                    <a:cubicBezTo>
                      <a:pt x="9057" y="1"/>
                      <a:pt x="6223" y="456"/>
                      <a:pt x="2386" y="1604"/>
                    </a:cubicBezTo>
                    <a:cubicBezTo>
                      <a:pt x="2386" y="1604"/>
                      <a:pt x="0" y="11345"/>
                      <a:pt x="2726" y="13617"/>
                    </a:cubicBezTo>
                    <a:cubicBezTo>
                      <a:pt x="4888" y="15399"/>
                      <a:pt x="9164" y="16482"/>
                      <a:pt x="11524" y="16482"/>
                    </a:cubicBezTo>
                    <a:cubicBezTo>
                      <a:pt x="12171" y="16482"/>
                      <a:pt x="12675" y="16401"/>
                      <a:pt x="12950" y="16229"/>
                    </a:cubicBezTo>
                    <a:cubicBezTo>
                      <a:pt x="14228" y="15406"/>
                      <a:pt x="10082" y="13673"/>
                      <a:pt x="10082" y="13673"/>
                    </a:cubicBezTo>
                    <a:lnTo>
                      <a:pt x="7753" y="3933"/>
                    </a:lnTo>
                    <a:cubicBezTo>
                      <a:pt x="7753" y="3933"/>
                      <a:pt x="12751" y="1320"/>
                      <a:pt x="12553" y="525"/>
                    </a:cubicBezTo>
                    <a:cubicBezTo>
                      <a:pt x="12474" y="198"/>
                      <a:pt x="11858" y="1"/>
                      <a:pt x="107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10"/>
              <p:cNvSpPr/>
              <p:nvPr/>
            </p:nvSpPr>
            <p:spPr>
              <a:xfrm>
                <a:off x="10131050" y="2965900"/>
                <a:ext cx="180175" cy="167075"/>
              </a:xfrm>
              <a:custGeom>
                <a:rect b="b" l="l" r="r" t="t"/>
                <a:pathLst>
                  <a:path extrusionOk="0" h="6683" w="7207">
                    <a:moveTo>
                      <a:pt x="6402" y="1"/>
                    </a:moveTo>
                    <a:cubicBezTo>
                      <a:pt x="5098" y="1"/>
                      <a:pt x="0" y="2235"/>
                      <a:pt x="647" y="6683"/>
                    </a:cubicBezTo>
                    <a:cubicBezTo>
                      <a:pt x="647" y="6683"/>
                      <a:pt x="7207" y="548"/>
                      <a:pt x="6667" y="66"/>
                    </a:cubicBezTo>
                    <a:cubicBezTo>
                      <a:pt x="6622" y="22"/>
                      <a:pt x="6530" y="1"/>
                      <a:pt x="64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10"/>
              <p:cNvSpPr/>
              <p:nvPr/>
            </p:nvSpPr>
            <p:spPr>
              <a:xfrm>
                <a:off x="10137975" y="3132950"/>
                <a:ext cx="173250" cy="106600"/>
              </a:xfrm>
              <a:custGeom>
                <a:rect b="b" l="l" r="r" t="t"/>
                <a:pathLst>
                  <a:path extrusionOk="0" h="4264" w="693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370" y="1"/>
                      <a:pt x="1" y="1847"/>
                      <a:pt x="2585" y="3210"/>
                    </a:cubicBezTo>
                    <a:cubicBezTo>
                      <a:pt x="4326" y="4119"/>
                      <a:pt x="5619" y="4264"/>
                      <a:pt x="6266" y="4264"/>
                    </a:cubicBezTo>
                    <a:cubicBezTo>
                      <a:pt x="6569" y="4264"/>
                      <a:pt x="6731" y="4232"/>
                      <a:pt x="6731" y="4232"/>
                    </a:cubicBezTo>
                    <a:cubicBezTo>
                      <a:pt x="6930" y="3664"/>
                      <a:pt x="370" y="1"/>
                      <a:pt x="3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10"/>
              <p:cNvSpPr/>
              <p:nvPr/>
            </p:nvSpPr>
            <p:spPr>
              <a:xfrm>
                <a:off x="9500425" y="2886800"/>
                <a:ext cx="672175" cy="315500"/>
              </a:xfrm>
              <a:custGeom>
                <a:rect b="b" l="l" r="r" t="t"/>
                <a:pathLst>
                  <a:path extrusionOk="0" h="12620" w="26887">
                    <a:moveTo>
                      <a:pt x="12005" y="0"/>
                    </a:moveTo>
                    <a:cubicBezTo>
                      <a:pt x="11261" y="0"/>
                      <a:pt x="10504" y="70"/>
                      <a:pt x="9741" y="219"/>
                    </a:cubicBezTo>
                    <a:cubicBezTo>
                      <a:pt x="597" y="2037"/>
                      <a:pt x="0" y="9563"/>
                      <a:pt x="0" y="9563"/>
                    </a:cubicBezTo>
                    <a:cubicBezTo>
                      <a:pt x="3326" y="11844"/>
                      <a:pt x="7948" y="12619"/>
                      <a:pt x="12371" y="12619"/>
                    </a:cubicBezTo>
                    <a:cubicBezTo>
                      <a:pt x="19015" y="12619"/>
                      <a:pt x="25207" y="10870"/>
                      <a:pt x="25872" y="9847"/>
                    </a:cubicBezTo>
                    <a:cubicBezTo>
                      <a:pt x="26887" y="8285"/>
                      <a:pt x="20153" y="0"/>
                      <a:pt x="12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10"/>
              <p:cNvSpPr/>
              <p:nvPr/>
            </p:nvSpPr>
            <p:spPr>
              <a:xfrm>
                <a:off x="9625375" y="2989475"/>
                <a:ext cx="60375" cy="54800"/>
              </a:xfrm>
              <a:custGeom>
                <a:rect b="b" l="l" r="r" t="t"/>
                <a:pathLst>
                  <a:path extrusionOk="0" h="2192" w="2415">
                    <a:moveTo>
                      <a:pt x="1250" y="1"/>
                    </a:moveTo>
                    <a:cubicBezTo>
                      <a:pt x="1166" y="1"/>
                      <a:pt x="1081" y="11"/>
                      <a:pt x="994" y="31"/>
                    </a:cubicBezTo>
                    <a:cubicBezTo>
                      <a:pt x="398" y="145"/>
                      <a:pt x="1" y="741"/>
                      <a:pt x="143" y="1338"/>
                    </a:cubicBezTo>
                    <a:cubicBezTo>
                      <a:pt x="264" y="1848"/>
                      <a:pt x="697" y="2192"/>
                      <a:pt x="1193" y="2192"/>
                    </a:cubicBezTo>
                    <a:cubicBezTo>
                      <a:pt x="1277" y="2192"/>
                      <a:pt x="1363" y="2182"/>
                      <a:pt x="1449" y="2161"/>
                    </a:cubicBezTo>
                    <a:cubicBezTo>
                      <a:pt x="2045" y="2048"/>
                      <a:pt x="2414" y="1451"/>
                      <a:pt x="2301" y="855"/>
                    </a:cubicBezTo>
                    <a:cubicBezTo>
                      <a:pt x="2179" y="345"/>
                      <a:pt x="1746" y="1"/>
                      <a:pt x="1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10"/>
              <p:cNvSpPr/>
              <p:nvPr/>
            </p:nvSpPr>
            <p:spPr>
              <a:xfrm>
                <a:off x="9653075" y="3002175"/>
                <a:ext cx="16350" cy="14725"/>
              </a:xfrm>
              <a:custGeom>
                <a:rect b="b" l="l" r="r" t="t"/>
                <a:pathLst>
                  <a:path extrusionOk="0" h="589" w="654">
                    <a:moveTo>
                      <a:pt x="320" y="1"/>
                    </a:moveTo>
                    <a:cubicBezTo>
                      <a:pt x="299" y="1"/>
                      <a:pt x="277" y="3"/>
                      <a:pt x="256" y="6"/>
                    </a:cubicBezTo>
                    <a:cubicBezTo>
                      <a:pt x="114" y="35"/>
                      <a:pt x="0" y="205"/>
                      <a:pt x="28" y="347"/>
                    </a:cubicBezTo>
                    <a:cubicBezTo>
                      <a:pt x="75" y="487"/>
                      <a:pt x="180" y="589"/>
                      <a:pt x="310" y="589"/>
                    </a:cubicBezTo>
                    <a:cubicBezTo>
                      <a:pt x="338" y="589"/>
                      <a:pt x="367" y="584"/>
                      <a:pt x="398" y="574"/>
                    </a:cubicBezTo>
                    <a:cubicBezTo>
                      <a:pt x="540" y="546"/>
                      <a:pt x="653" y="404"/>
                      <a:pt x="625" y="233"/>
                    </a:cubicBezTo>
                    <a:cubicBezTo>
                      <a:pt x="600" y="85"/>
                      <a:pt x="467" y="1"/>
                      <a:pt x="3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10"/>
              <p:cNvSpPr/>
              <p:nvPr/>
            </p:nvSpPr>
            <p:spPr>
              <a:xfrm>
                <a:off x="9733300" y="3000175"/>
                <a:ext cx="76700" cy="200950"/>
              </a:xfrm>
              <a:custGeom>
                <a:rect b="b" l="l" r="r" t="t"/>
                <a:pathLst>
                  <a:path extrusionOk="0" fill="none" h="8038" w="3068">
                    <a:moveTo>
                      <a:pt x="0" y="1"/>
                    </a:moveTo>
                    <a:cubicBezTo>
                      <a:pt x="3067" y="3551"/>
                      <a:pt x="2158" y="6703"/>
                      <a:pt x="1420" y="8038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65" name="Google Shape;1065;p10"/>
          <p:cNvSpPr txBox="1"/>
          <p:nvPr>
            <p:ph idx="1" type="subTitle"/>
          </p:nvPr>
        </p:nvSpPr>
        <p:spPr>
          <a:xfrm>
            <a:off x="3627722" y="214237"/>
            <a:ext cx="5101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4000">
                <a:solidFill>
                  <a:schemeClr val="accent6"/>
                </a:solidFill>
              </a:rPr>
              <a:t>Documentation</a:t>
            </a:r>
            <a:endParaRPr sz="4000">
              <a:solidFill>
                <a:schemeClr val="accent6"/>
              </a:solidFill>
            </a:endParaRPr>
          </a:p>
        </p:txBody>
      </p:sp>
      <p:grpSp>
        <p:nvGrpSpPr>
          <p:cNvPr id="1066" name="Google Shape;1066;p10"/>
          <p:cNvGrpSpPr/>
          <p:nvPr/>
        </p:nvGrpSpPr>
        <p:grpSpPr>
          <a:xfrm flipH="1">
            <a:off x="280517" y="390072"/>
            <a:ext cx="2514983" cy="608023"/>
            <a:chOff x="6152253" y="572741"/>
            <a:chExt cx="2108823" cy="509830"/>
          </a:xfrm>
        </p:grpSpPr>
        <p:sp>
          <p:nvSpPr>
            <p:cNvPr id="1067" name="Google Shape;1067;p10"/>
            <p:cNvSpPr/>
            <p:nvPr/>
          </p:nvSpPr>
          <p:spPr>
            <a:xfrm>
              <a:off x="6152253" y="585411"/>
              <a:ext cx="1250836" cy="370894"/>
            </a:xfrm>
            <a:custGeom>
              <a:rect b="b" l="l" r="r" t="t"/>
              <a:pathLst>
                <a:path extrusionOk="0" h="7109" w="23975">
                  <a:moveTo>
                    <a:pt x="16774" y="0"/>
                  </a:moveTo>
                  <a:cubicBezTo>
                    <a:pt x="15688" y="0"/>
                    <a:pt x="14543" y="629"/>
                    <a:pt x="13713" y="1930"/>
                  </a:cubicBezTo>
                  <a:cubicBezTo>
                    <a:pt x="12684" y="752"/>
                    <a:pt x="11258" y="96"/>
                    <a:pt x="9863" y="96"/>
                  </a:cubicBezTo>
                  <a:cubicBezTo>
                    <a:pt x="7944" y="96"/>
                    <a:pt x="6082" y="1336"/>
                    <a:pt x="5386" y="4167"/>
                  </a:cubicBezTo>
                  <a:cubicBezTo>
                    <a:pt x="4619" y="3792"/>
                    <a:pt x="3915" y="3600"/>
                    <a:pt x="3279" y="3600"/>
                  </a:cubicBezTo>
                  <a:cubicBezTo>
                    <a:pt x="1805" y="3600"/>
                    <a:pt x="695" y="4633"/>
                    <a:pt x="1" y="6818"/>
                  </a:cubicBezTo>
                  <a:lnTo>
                    <a:pt x="23615" y="7108"/>
                  </a:lnTo>
                  <a:cubicBezTo>
                    <a:pt x="23974" y="5290"/>
                    <a:pt x="22569" y="3646"/>
                    <a:pt x="20568" y="3646"/>
                  </a:cubicBezTo>
                  <a:cubicBezTo>
                    <a:pt x="20380" y="3646"/>
                    <a:pt x="20187" y="3660"/>
                    <a:pt x="19990" y="3690"/>
                  </a:cubicBezTo>
                  <a:cubicBezTo>
                    <a:pt x="19746" y="1271"/>
                    <a:pt x="18319" y="0"/>
                    <a:pt x="16774" y="0"/>
                  </a:cubicBezTo>
                  <a:close/>
                </a:path>
              </a:pathLst>
            </a:custGeom>
            <a:solidFill>
              <a:srgbClr val="EFEFEF">
                <a:alpha val="8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0"/>
            <p:cNvSpPr/>
            <p:nvPr/>
          </p:nvSpPr>
          <p:spPr>
            <a:xfrm>
              <a:off x="6720579" y="572741"/>
              <a:ext cx="1540497" cy="509830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9" name="Google Shape;1069;p10"/>
          <p:cNvSpPr txBox="1"/>
          <p:nvPr/>
        </p:nvSpPr>
        <p:spPr>
          <a:xfrm>
            <a:off x="4001825" y="883136"/>
            <a:ext cx="5101800" cy="2607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Capriola"/>
              <a:buChar char="-"/>
            </a:pPr>
            <a:r>
              <a:rPr b="0" i="0" lang="en" sz="2800" u="none" cap="none" strike="noStrike">
                <a:solidFill>
                  <a:schemeClr val="lt1"/>
                </a:solidFill>
                <a:latin typeface="Capriola"/>
                <a:ea typeface="Capriola"/>
                <a:cs typeface="Capriola"/>
                <a:sym typeface="Capriola"/>
              </a:rPr>
              <a:t>Create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Capriola"/>
              <a:buChar char="-"/>
            </a:pPr>
            <a:r>
              <a:rPr b="0" i="0" lang="en" sz="2800" u="none" cap="none" strike="noStrike">
                <a:solidFill>
                  <a:schemeClr val="lt1"/>
                </a:solidFill>
                <a:latin typeface="Capriola"/>
                <a:ea typeface="Capriola"/>
                <a:cs typeface="Capriola"/>
                <a:sym typeface="Capriola"/>
              </a:rPr>
              <a:t>engineering journal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Capriola"/>
              <a:buChar char="-"/>
            </a:pPr>
            <a:r>
              <a:rPr b="0" i="0" lang="en" sz="2800" u="none" cap="none" strike="noStrike">
                <a:solidFill>
                  <a:schemeClr val="lt1"/>
                </a:solidFill>
                <a:latin typeface="Capriola"/>
                <a:ea typeface="Capriola"/>
                <a:cs typeface="Capriola"/>
                <a:sym typeface="Capriola"/>
              </a:rPr>
              <a:t>User Manual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Capriola"/>
              <a:buChar char="-"/>
            </a:pPr>
            <a:r>
              <a:rPr b="0" i="0" lang="en" sz="2800" u="none" cap="none" strike="noStrike">
                <a:solidFill>
                  <a:schemeClr val="lt1"/>
                </a:solidFill>
                <a:latin typeface="Capriola"/>
                <a:ea typeface="Capriola"/>
                <a:cs typeface="Capriola"/>
                <a:sym typeface="Capriola"/>
              </a:rPr>
              <a:t>Google Drive folder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1"/>
          <p:cNvSpPr txBox="1"/>
          <p:nvPr>
            <p:ph idx="4" type="subTitle"/>
          </p:nvPr>
        </p:nvSpPr>
        <p:spPr>
          <a:xfrm flipH="1">
            <a:off x="504268" y="863475"/>
            <a:ext cx="3331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Engineering Journal </a:t>
            </a:r>
            <a:endParaRPr/>
          </a:p>
        </p:txBody>
      </p:sp>
      <p:sp>
        <p:nvSpPr>
          <p:cNvPr id="1075" name="Google Shape;1075;p11"/>
          <p:cNvSpPr txBox="1"/>
          <p:nvPr>
            <p:ph idx="1" type="body"/>
          </p:nvPr>
        </p:nvSpPr>
        <p:spPr>
          <a:xfrm>
            <a:off x="471464" y="1623147"/>
            <a:ext cx="3331800" cy="2802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priola"/>
              <a:buChar char="-"/>
            </a:pPr>
            <a:r>
              <a:rPr lang="en"/>
              <a:t>Have Documentation of every week that project was worked on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priola"/>
              <a:buChar char="-"/>
            </a:pPr>
            <a:r>
              <a:rPr lang="en"/>
              <a:t>Date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priola"/>
              <a:buChar char="-"/>
            </a:pPr>
            <a:r>
              <a:rPr lang="en"/>
              <a:t>Agenda/Goals 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priola"/>
              <a:buChar char="-"/>
            </a:pPr>
            <a:r>
              <a:rPr lang="en"/>
              <a:t>Actions 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priola"/>
              <a:buChar char="-"/>
            </a:pPr>
            <a:r>
              <a:rPr lang="en"/>
              <a:t>Impact 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priola"/>
              <a:buChar char="-"/>
            </a:pPr>
            <a:r>
              <a:rPr lang="en"/>
              <a:t>Next Steps 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priola"/>
              <a:buChar char="-"/>
            </a:pPr>
            <a:r>
              <a:rPr lang="en"/>
              <a:t>Testing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76" name="Google Shape;1076;p11"/>
          <p:cNvSpPr/>
          <p:nvPr/>
        </p:nvSpPr>
        <p:spPr>
          <a:xfrm flipH="1" rot="-403303">
            <a:off x="4017013" y="2668432"/>
            <a:ext cx="253744" cy="108068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7" name="Google Shape;1077;p11"/>
          <p:cNvGrpSpPr/>
          <p:nvPr/>
        </p:nvGrpSpPr>
        <p:grpSpPr>
          <a:xfrm>
            <a:off x="1790344" y="706258"/>
            <a:ext cx="6699684" cy="570583"/>
            <a:chOff x="1790344" y="706258"/>
            <a:chExt cx="6699684" cy="570583"/>
          </a:xfrm>
        </p:grpSpPr>
        <p:grpSp>
          <p:nvGrpSpPr>
            <p:cNvPr id="1078" name="Google Shape;1078;p11"/>
            <p:cNvGrpSpPr/>
            <p:nvPr/>
          </p:nvGrpSpPr>
          <p:grpSpPr>
            <a:xfrm>
              <a:off x="5557069" y="706258"/>
              <a:ext cx="2932959" cy="570583"/>
              <a:chOff x="5557069" y="706258"/>
              <a:chExt cx="2932959" cy="570583"/>
            </a:xfrm>
          </p:grpSpPr>
          <p:sp>
            <p:nvSpPr>
              <p:cNvPr id="1079" name="Google Shape;1079;p11"/>
              <p:cNvSpPr/>
              <p:nvPr/>
            </p:nvSpPr>
            <p:spPr>
              <a:xfrm flipH="1" rot="-402131">
                <a:off x="5562692" y="1150210"/>
                <a:ext cx="262192" cy="111713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11"/>
              <p:cNvSpPr/>
              <p:nvPr/>
            </p:nvSpPr>
            <p:spPr>
              <a:xfrm rot="695589">
                <a:off x="8035372" y="748603"/>
                <a:ext cx="440384" cy="186743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81" name="Google Shape;1081;p11"/>
              <p:cNvGrpSpPr/>
              <p:nvPr/>
            </p:nvGrpSpPr>
            <p:grpSpPr>
              <a:xfrm>
                <a:off x="6657400" y="981938"/>
                <a:ext cx="442000" cy="203375"/>
                <a:chOff x="3029000" y="3167975"/>
                <a:chExt cx="442000" cy="203375"/>
              </a:xfrm>
            </p:grpSpPr>
            <p:sp>
              <p:nvSpPr>
                <p:cNvPr id="1082" name="Google Shape;1082;p11"/>
                <p:cNvSpPr/>
                <p:nvPr/>
              </p:nvSpPr>
              <p:spPr>
                <a:xfrm>
                  <a:off x="3134900" y="3167975"/>
                  <a:ext cx="189500" cy="203375"/>
                </a:xfrm>
                <a:custGeom>
                  <a:rect b="b" l="l" r="r" t="t"/>
                  <a:pathLst>
                    <a:path extrusionOk="0" h="8135" w="7580">
                      <a:moveTo>
                        <a:pt x="4307" y="1"/>
                      </a:moveTo>
                      <a:cubicBezTo>
                        <a:pt x="3145" y="1"/>
                        <a:pt x="1903" y="214"/>
                        <a:pt x="1235" y="724"/>
                      </a:cubicBezTo>
                      <a:cubicBezTo>
                        <a:pt x="1" y="1691"/>
                        <a:pt x="201" y="6661"/>
                        <a:pt x="1869" y="7262"/>
                      </a:cubicBezTo>
                      <a:cubicBezTo>
                        <a:pt x="3134" y="7717"/>
                        <a:pt x="4841" y="8134"/>
                        <a:pt x="5621" y="8134"/>
                      </a:cubicBezTo>
                      <a:cubicBezTo>
                        <a:pt x="5868" y="8134"/>
                        <a:pt x="6022" y="8092"/>
                        <a:pt x="6039" y="7996"/>
                      </a:cubicBezTo>
                      <a:cubicBezTo>
                        <a:pt x="6139" y="7595"/>
                        <a:pt x="3370" y="6028"/>
                        <a:pt x="3370" y="6028"/>
                      </a:cubicBezTo>
                      <a:lnTo>
                        <a:pt x="3537" y="1558"/>
                      </a:lnTo>
                      <a:cubicBezTo>
                        <a:pt x="3945" y="1618"/>
                        <a:pt x="4333" y="1645"/>
                        <a:pt x="4692" y="1645"/>
                      </a:cubicBezTo>
                      <a:cubicBezTo>
                        <a:pt x="6505" y="1645"/>
                        <a:pt x="7580" y="958"/>
                        <a:pt x="6772" y="457"/>
                      </a:cubicBezTo>
                      <a:cubicBezTo>
                        <a:pt x="6330" y="173"/>
                        <a:pt x="5351" y="1"/>
                        <a:pt x="4307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" name="Google Shape;1083;p11"/>
                <p:cNvSpPr/>
                <p:nvPr/>
              </p:nvSpPr>
              <p:spPr>
                <a:xfrm>
                  <a:off x="3351725" y="3228375"/>
                  <a:ext cx="106775" cy="64450"/>
                </a:xfrm>
                <a:custGeom>
                  <a:rect b="b" l="l" r="r" t="t"/>
                  <a:pathLst>
                    <a:path extrusionOk="0" h="2578" w="4271">
                      <a:moveTo>
                        <a:pt x="3786" y="1"/>
                      </a:moveTo>
                      <a:cubicBezTo>
                        <a:pt x="2892" y="1"/>
                        <a:pt x="228" y="818"/>
                        <a:pt x="1" y="2577"/>
                      </a:cubicBezTo>
                      <a:cubicBezTo>
                        <a:pt x="1" y="2577"/>
                        <a:pt x="4270" y="376"/>
                        <a:pt x="4070" y="76"/>
                      </a:cubicBezTo>
                      <a:cubicBezTo>
                        <a:pt x="4045" y="26"/>
                        <a:pt x="3943" y="1"/>
                        <a:pt x="378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" name="Google Shape;1084;p11"/>
                <p:cNvSpPr/>
                <p:nvPr/>
              </p:nvSpPr>
              <p:spPr>
                <a:xfrm>
                  <a:off x="3346125" y="3292800"/>
                  <a:ext cx="124875" cy="55525"/>
                </a:xfrm>
                <a:custGeom>
                  <a:rect b="b" l="l" r="r" t="t"/>
                  <a:pathLst>
                    <a:path extrusionOk="0" h="2221" w="4995">
                      <a:moveTo>
                        <a:pt x="225" y="0"/>
                      </a:moveTo>
                      <a:lnTo>
                        <a:pt x="225" y="0"/>
                      </a:lnTo>
                      <a:cubicBezTo>
                        <a:pt x="0" y="366"/>
                        <a:pt x="1880" y="2220"/>
                        <a:pt x="3495" y="2220"/>
                      </a:cubicBezTo>
                      <a:cubicBezTo>
                        <a:pt x="3798" y="2220"/>
                        <a:pt x="4092" y="2155"/>
                        <a:pt x="4361" y="2002"/>
                      </a:cubicBezTo>
                      <a:cubicBezTo>
                        <a:pt x="4995" y="1668"/>
                        <a:pt x="225" y="1"/>
                        <a:pt x="22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5" name="Google Shape;1085;p11"/>
                <p:cNvSpPr/>
                <p:nvPr/>
              </p:nvSpPr>
              <p:spPr>
                <a:xfrm>
                  <a:off x="3029000" y="3184850"/>
                  <a:ext cx="334850" cy="165025"/>
                </a:xfrm>
                <a:custGeom>
                  <a:rect b="b" l="l" r="r" t="t"/>
                  <a:pathLst>
                    <a:path extrusionOk="0" h="6601" w="13394">
                      <a:moveTo>
                        <a:pt x="5827" y="0"/>
                      </a:moveTo>
                      <a:cubicBezTo>
                        <a:pt x="5708" y="0"/>
                        <a:pt x="5589" y="5"/>
                        <a:pt x="5471" y="15"/>
                      </a:cubicBezTo>
                      <a:cubicBezTo>
                        <a:pt x="2002" y="316"/>
                        <a:pt x="1" y="4585"/>
                        <a:pt x="167" y="5286"/>
                      </a:cubicBezTo>
                      <a:cubicBezTo>
                        <a:pt x="262" y="5682"/>
                        <a:pt x="2308" y="6601"/>
                        <a:pt x="5208" y="6601"/>
                      </a:cubicBezTo>
                      <a:cubicBezTo>
                        <a:pt x="7437" y="6601"/>
                        <a:pt x="10170" y="6058"/>
                        <a:pt x="12910" y="4318"/>
                      </a:cubicBezTo>
                      <a:cubicBezTo>
                        <a:pt x="13393" y="3996"/>
                        <a:pt x="9238" y="0"/>
                        <a:pt x="58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6" name="Google Shape;1086;p11"/>
                <p:cNvSpPr/>
                <p:nvPr/>
              </p:nvSpPr>
              <p:spPr>
                <a:xfrm>
                  <a:off x="3164925" y="3257775"/>
                  <a:ext cx="20875" cy="92600"/>
                </a:xfrm>
                <a:custGeom>
                  <a:rect b="b" l="l" r="r" t="t"/>
                  <a:pathLst>
                    <a:path extrusionOk="0" fill="none" h="3704" w="835">
                      <a:moveTo>
                        <a:pt x="1" y="0"/>
                      </a:moveTo>
                      <a:cubicBezTo>
                        <a:pt x="835" y="1535"/>
                        <a:pt x="468" y="3169"/>
                        <a:pt x="34" y="3703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7" name="Google Shape;1087;p11"/>
                <p:cNvSpPr/>
                <p:nvPr/>
              </p:nvSpPr>
              <p:spPr>
                <a:xfrm>
                  <a:off x="3081550" y="3257050"/>
                  <a:ext cx="28375" cy="25675"/>
                </a:xfrm>
                <a:custGeom>
                  <a:rect b="b" l="l" r="r" t="t"/>
                  <a:pathLst>
                    <a:path extrusionOk="0" h="1027" w="1135">
                      <a:moveTo>
                        <a:pt x="563" y="0"/>
                      </a:moveTo>
                      <a:cubicBezTo>
                        <a:pt x="508" y="0"/>
                        <a:pt x="454" y="9"/>
                        <a:pt x="400" y="29"/>
                      </a:cubicBezTo>
                      <a:cubicBezTo>
                        <a:pt x="133" y="130"/>
                        <a:pt x="0" y="396"/>
                        <a:pt x="100" y="663"/>
                      </a:cubicBezTo>
                      <a:cubicBezTo>
                        <a:pt x="153" y="877"/>
                        <a:pt x="356" y="1026"/>
                        <a:pt x="572" y="1026"/>
                      </a:cubicBezTo>
                      <a:cubicBezTo>
                        <a:pt x="626" y="1026"/>
                        <a:pt x="681" y="1017"/>
                        <a:pt x="734" y="997"/>
                      </a:cubicBezTo>
                      <a:cubicBezTo>
                        <a:pt x="1001" y="897"/>
                        <a:pt x="1134" y="630"/>
                        <a:pt x="1067" y="363"/>
                      </a:cubicBezTo>
                      <a:cubicBezTo>
                        <a:pt x="987" y="150"/>
                        <a:pt x="779" y="0"/>
                        <a:pt x="5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8" name="Google Shape;1088;p11"/>
                <p:cNvSpPr/>
                <p:nvPr/>
              </p:nvSpPr>
              <p:spPr>
                <a:xfrm>
                  <a:off x="3088200" y="3264950"/>
                  <a:ext cx="7550" cy="7025"/>
                </a:xfrm>
                <a:custGeom>
                  <a:rect b="b" l="l" r="r" t="t"/>
                  <a:pathLst>
                    <a:path extrusionOk="0" h="281" w="302">
                      <a:moveTo>
                        <a:pt x="159" y="1"/>
                      </a:moveTo>
                      <a:cubicBezTo>
                        <a:pt x="139" y="1"/>
                        <a:pt x="119" y="5"/>
                        <a:pt x="101" y="14"/>
                      </a:cubicBezTo>
                      <a:cubicBezTo>
                        <a:pt x="34" y="14"/>
                        <a:pt x="1" y="114"/>
                        <a:pt x="34" y="180"/>
                      </a:cubicBezTo>
                      <a:cubicBezTo>
                        <a:pt x="34" y="247"/>
                        <a:pt x="134" y="281"/>
                        <a:pt x="201" y="281"/>
                      </a:cubicBezTo>
                      <a:cubicBezTo>
                        <a:pt x="268" y="247"/>
                        <a:pt x="301" y="147"/>
                        <a:pt x="268" y="80"/>
                      </a:cubicBezTo>
                      <a:cubicBezTo>
                        <a:pt x="268" y="32"/>
                        <a:pt x="214" y="1"/>
                        <a:pt x="1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89" name="Google Shape;1089;p11"/>
            <p:cNvGrpSpPr/>
            <p:nvPr/>
          </p:nvGrpSpPr>
          <p:grpSpPr>
            <a:xfrm>
              <a:off x="1790344" y="935850"/>
              <a:ext cx="1717281" cy="340991"/>
              <a:chOff x="1790344" y="935850"/>
              <a:chExt cx="1717281" cy="340991"/>
            </a:xfrm>
          </p:grpSpPr>
          <p:grpSp>
            <p:nvGrpSpPr>
              <p:cNvPr id="1090" name="Google Shape;1090;p11"/>
              <p:cNvGrpSpPr/>
              <p:nvPr/>
            </p:nvGrpSpPr>
            <p:grpSpPr>
              <a:xfrm flipH="1">
                <a:off x="3023675" y="935850"/>
                <a:ext cx="483950" cy="295550"/>
                <a:chOff x="-1677100" y="665488"/>
                <a:chExt cx="483950" cy="295550"/>
              </a:xfrm>
            </p:grpSpPr>
            <p:sp>
              <p:nvSpPr>
                <p:cNvPr id="1091" name="Google Shape;1091;p11"/>
                <p:cNvSpPr/>
                <p:nvPr/>
              </p:nvSpPr>
              <p:spPr>
                <a:xfrm>
                  <a:off x="-1619325" y="675488"/>
                  <a:ext cx="268550" cy="261600"/>
                </a:xfrm>
                <a:custGeom>
                  <a:rect b="b" l="l" r="r" t="t"/>
                  <a:pathLst>
                    <a:path extrusionOk="0" h="10464" w="10742">
                      <a:moveTo>
                        <a:pt x="8264" y="1"/>
                      </a:moveTo>
                      <a:cubicBezTo>
                        <a:pt x="7319" y="1"/>
                        <a:pt x="3441" y="26"/>
                        <a:pt x="1836" y="435"/>
                      </a:cubicBezTo>
                      <a:cubicBezTo>
                        <a:pt x="1" y="902"/>
                        <a:pt x="1469" y="1802"/>
                        <a:pt x="6772" y="2570"/>
                      </a:cubicBezTo>
                      <a:lnTo>
                        <a:pt x="7840" y="5405"/>
                      </a:lnTo>
                      <a:cubicBezTo>
                        <a:pt x="7840" y="5405"/>
                        <a:pt x="4871" y="10108"/>
                        <a:pt x="5905" y="10442"/>
                      </a:cubicBezTo>
                      <a:cubicBezTo>
                        <a:pt x="5947" y="10457"/>
                        <a:pt x="5993" y="10464"/>
                        <a:pt x="6043" y="10464"/>
                      </a:cubicBezTo>
                      <a:cubicBezTo>
                        <a:pt x="7239" y="10464"/>
                        <a:pt x="10742" y="6439"/>
                        <a:pt x="10742" y="6439"/>
                      </a:cubicBezTo>
                      <a:lnTo>
                        <a:pt x="8474" y="1"/>
                      </a:lnTo>
                      <a:cubicBezTo>
                        <a:pt x="8474" y="1"/>
                        <a:pt x="8399" y="1"/>
                        <a:pt x="82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" name="Google Shape;1092;p11"/>
                <p:cNvSpPr/>
                <p:nvPr/>
              </p:nvSpPr>
              <p:spPr>
                <a:xfrm>
                  <a:off x="-1677100" y="820688"/>
                  <a:ext cx="98675" cy="53325"/>
                </a:xfrm>
                <a:custGeom>
                  <a:rect b="b" l="l" r="r" t="t"/>
                  <a:pathLst>
                    <a:path extrusionOk="0" h="2133" w="3947">
                      <a:moveTo>
                        <a:pt x="682" y="1"/>
                      </a:moveTo>
                      <a:cubicBezTo>
                        <a:pt x="273" y="1"/>
                        <a:pt x="0" y="92"/>
                        <a:pt x="10" y="231"/>
                      </a:cubicBezTo>
                      <a:cubicBezTo>
                        <a:pt x="77" y="731"/>
                        <a:pt x="3946" y="2132"/>
                        <a:pt x="3946" y="2132"/>
                      </a:cubicBezTo>
                      <a:cubicBezTo>
                        <a:pt x="3384" y="514"/>
                        <a:pt x="1650" y="1"/>
                        <a:pt x="6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3" name="Google Shape;1093;p11"/>
                <p:cNvSpPr/>
                <p:nvPr/>
              </p:nvSpPr>
              <p:spPr>
                <a:xfrm>
                  <a:off x="-1643500" y="873988"/>
                  <a:ext cx="72575" cy="87050"/>
                </a:xfrm>
                <a:custGeom>
                  <a:rect b="b" l="l" r="r" t="t"/>
                  <a:pathLst>
                    <a:path extrusionOk="0" h="3482" w="2903">
                      <a:moveTo>
                        <a:pt x="2602" y="0"/>
                      </a:moveTo>
                      <a:cubicBezTo>
                        <a:pt x="2602" y="0"/>
                        <a:pt x="1" y="3102"/>
                        <a:pt x="267" y="3436"/>
                      </a:cubicBezTo>
                      <a:cubicBezTo>
                        <a:pt x="291" y="3466"/>
                        <a:pt x="337" y="3481"/>
                        <a:pt x="400" y="3481"/>
                      </a:cubicBezTo>
                      <a:cubicBezTo>
                        <a:pt x="963" y="3481"/>
                        <a:pt x="2902" y="2280"/>
                        <a:pt x="260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4" name="Google Shape;1094;p11"/>
                <p:cNvSpPr/>
                <p:nvPr/>
              </p:nvSpPr>
              <p:spPr>
                <a:xfrm>
                  <a:off x="-1607650" y="665488"/>
                  <a:ext cx="414500" cy="213650"/>
                </a:xfrm>
                <a:custGeom>
                  <a:rect b="b" l="l" r="r" t="t"/>
                  <a:pathLst>
                    <a:path extrusionOk="0" h="8546" w="16580">
                      <a:moveTo>
                        <a:pt x="10508" y="1"/>
                      </a:moveTo>
                      <a:cubicBezTo>
                        <a:pt x="5972" y="34"/>
                        <a:pt x="1" y="4304"/>
                        <a:pt x="1168" y="8340"/>
                      </a:cubicBezTo>
                      <a:cubicBezTo>
                        <a:pt x="2040" y="8477"/>
                        <a:pt x="2917" y="8545"/>
                        <a:pt x="3792" y="8545"/>
                      </a:cubicBezTo>
                      <a:cubicBezTo>
                        <a:pt x="5899" y="8545"/>
                        <a:pt x="7995" y="8151"/>
                        <a:pt x="9975" y="7373"/>
                      </a:cubicBezTo>
                      <a:cubicBezTo>
                        <a:pt x="14578" y="5505"/>
                        <a:pt x="16579" y="3036"/>
                        <a:pt x="16579" y="3036"/>
                      </a:cubicBezTo>
                      <a:cubicBezTo>
                        <a:pt x="16579" y="3036"/>
                        <a:pt x="15012" y="1"/>
                        <a:pt x="1050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5" name="Google Shape;1095;p11"/>
                <p:cNvSpPr/>
                <p:nvPr/>
              </p:nvSpPr>
              <p:spPr>
                <a:xfrm>
                  <a:off x="-1396650" y="740563"/>
                  <a:ext cx="78400" cy="90900"/>
                </a:xfrm>
                <a:custGeom>
                  <a:rect b="b" l="l" r="r" t="t"/>
                  <a:pathLst>
                    <a:path extrusionOk="0" fill="none" h="3636" w="3136">
                      <a:moveTo>
                        <a:pt x="3136" y="3636"/>
                      </a:moveTo>
                      <a:cubicBezTo>
                        <a:pt x="0" y="2569"/>
                        <a:pt x="134" y="0"/>
                        <a:pt x="134" y="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6" name="Google Shape;1096;p11"/>
                <p:cNvSpPr/>
                <p:nvPr/>
              </p:nvSpPr>
              <p:spPr>
                <a:xfrm>
                  <a:off x="-1342450" y="730538"/>
                  <a:ext cx="32550" cy="31725"/>
                </a:xfrm>
                <a:custGeom>
                  <a:rect b="b" l="l" r="r" t="t"/>
                  <a:pathLst>
                    <a:path extrusionOk="0" h="1269" w="1302">
                      <a:moveTo>
                        <a:pt x="601" y="1"/>
                      </a:moveTo>
                      <a:cubicBezTo>
                        <a:pt x="267" y="34"/>
                        <a:pt x="0" y="334"/>
                        <a:pt x="34" y="668"/>
                      </a:cubicBezTo>
                      <a:cubicBezTo>
                        <a:pt x="34" y="1001"/>
                        <a:pt x="334" y="1268"/>
                        <a:pt x="668" y="1268"/>
                      </a:cubicBezTo>
                      <a:cubicBezTo>
                        <a:pt x="1035" y="1235"/>
                        <a:pt x="1301" y="935"/>
                        <a:pt x="1268" y="601"/>
                      </a:cubicBezTo>
                      <a:cubicBezTo>
                        <a:pt x="1235" y="268"/>
                        <a:pt x="968" y="1"/>
                        <a:pt x="6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7" name="Google Shape;1097;p11"/>
                <p:cNvSpPr/>
                <p:nvPr/>
              </p:nvSpPr>
              <p:spPr>
                <a:xfrm>
                  <a:off x="-1334100" y="738888"/>
                  <a:ext cx="8350" cy="8350"/>
                </a:xfrm>
                <a:custGeom>
                  <a:rect b="b" l="l" r="r" t="t"/>
                  <a:pathLst>
                    <a:path extrusionOk="0" h="334" w="334">
                      <a:moveTo>
                        <a:pt x="133" y="0"/>
                      </a:moveTo>
                      <a:cubicBezTo>
                        <a:pt x="67" y="0"/>
                        <a:pt x="0" y="100"/>
                        <a:pt x="0" y="167"/>
                      </a:cubicBezTo>
                      <a:cubicBezTo>
                        <a:pt x="0" y="267"/>
                        <a:pt x="67" y="334"/>
                        <a:pt x="167" y="334"/>
                      </a:cubicBezTo>
                      <a:cubicBezTo>
                        <a:pt x="267" y="334"/>
                        <a:pt x="334" y="267"/>
                        <a:pt x="334" y="167"/>
                      </a:cubicBezTo>
                      <a:cubicBezTo>
                        <a:pt x="334" y="67"/>
                        <a:pt x="23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98" name="Google Shape;1098;p11"/>
              <p:cNvSpPr/>
              <p:nvPr/>
            </p:nvSpPr>
            <p:spPr>
              <a:xfrm flipH="1" rot="-402131">
                <a:off x="1795967" y="1150210"/>
                <a:ext cx="262192" cy="111713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A screenshot of a computer&#10;&#10;Description automatically generated" id="1099" name="Google Shape;10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85" y="869268"/>
            <a:ext cx="4317357" cy="3648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4" name="Google Shape;1104;p12"/>
          <p:cNvGrpSpPr/>
          <p:nvPr/>
        </p:nvGrpSpPr>
        <p:grpSpPr>
          <a:xfrm>
            <a:off x="1816721" y="3801305"/>
            <a:ext cx="9010578" cy="1169875"/>
            <a:chOff x="232727" y="3164282"/>
            <a:chExt cx="8714292" cy="1169875"/>
          </a:xfrm>
        </p:grpSpPr>
        <p:sp>
          <p:nvSpPr>
            <p:cNvPr id="1105" name="Google Shape;1105;p12"/>
            <p:cNvSpPr/>
            <p:nvPr/>
          </p:nvSpPr>
          <p:spPr>
            <a:xfrm flipH="1" rot="7184">
              <a:off x="8376241" y="3164582"/>
              <a:ext cx="287101" cy="122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2"/>
            <p:cNvSpPr/>
            <p:nvPr/>
          </p:nvSpPr>
          <p:spPr>
            <a:xfrm flipH="1" rot="4102">
              <a:off x="232791" y="4004301"/>
              <a:ext cx="251400" cy="107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2"/>
            <p:cNvSpPr/>
            <p:nvPr/>
          </p:nvSpPr>
          <p:spPr>
            <a:xfrm flipH="1" rot="6095">
              <a:off x="484193" y="3821703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2"/>
            <p:cNvSpPr/>
            <p:nvPr/>
          </p:nvSpPr>
          <p:spPr>
            <a:xfrm flipH="1" rot="7184">
              <a:off x="8659791" y="4211757"/>
              <a:ext cx="287101" cy="122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9" name="Google Shape;1109;p12"/>
          <p:cNvGrpSpPr/>
          <p:nvPr/>
        </p:nvGrpSpPr>
        <p:grpSpPr>
          <a:xfrm>
            <a:off x="-58364" y="4344855"/>
            <a:ext cx="1321303" cy="1205418"/>
            <a:chOff x="-3525" y="3947507"/>
            <a:chExt cx="1277856" cy="1205418"/>
          </a:xfrm>
        </p:grpSpPr>
        <p:grpSp>
          <p:nvGrpSpPr>
            <p:cNvPr id="1110" name="Google Shape;1110;p12"/>
            <p:cNvGrpSpPr/>
            <p:nvPr/>
          </p:nvGrpSpPr>
          <p:grpSpPr>
            <a:xfrm flipH="1" rot="-3674922">
              <a:off x="252024" y="4286952"/>
              <a:ext cx="1077456" cy="512016"/>
              <a:chOff x="4925350" y="704275"/>
              <a:chExt cx="1077475" cy="512025"/>
            </a:xfrm>
          </p:grpSpPr>
          <p:sp>
            <p:nvSpPr>
              <p:cNvPr id="1111" name="Google Shape;1111;p12"/>
              <p:cNvSpPr/>
              <p:nvPr/>
            </p:nvSpPr>
            <p:spPr>
              <a:xfrm>
                <a:off x="4925350" y="743200"/>
                <a:ext cx="670500" cy="172925"/>
              </a:xfrm>
              <a:custGeom>
                <a:rect b="b" l="l" r="r" t="t"/>
                <a:pathLst>
                  <a:path extrusionOk="0" h="6917" w="26820">
                    <a:moveTo>
                      <a:pt x="13408" y="0"/>
                    </a:moveTo>
                    <a:cubicBezTo>
                      <a:pt x="6185" y="0"/>
                      <a:pt x="1" y="4481"/>
                      <a:pt x="1" y="4481"/>
                    </a:cubicBezTo>
                    <a:cubicBezTo>
                      <a:pt x="904" y="4638"/>
                      <a:pt x="1765" y="4704"/>
                      <a:pt x="2589" y="4704"/>
                    </a:cubicBezTo>
                    <a:cubicBezTo>
                      <a:pt x="6608" y="4704"/>
                      <a:pt x="9749" y="3155"/>
                      <a:pt x="12638" y="3155"/>
                    </a:cubicBezTo>
                    <a:cubicBezTo>
                      <a:pt x="13686" y="3155"/>
                      <a:pt x="14701" y="3359"/>
                      <a:pt x="15712" y="3914"/>
                    </a:cubicBezTo>
                    <a:cubicBezTo>
                      <a:pt x="20082" y="6316"/>
                      <a:pt x="26820" y="6916"/>
                      <a:pt x="26820" y="6916"/>
                    </a:cubicBezTo>
                    <a:cubicBezTo>
                      <a:pt x="26820" y="6916"/>
                      <a:pt x="22383" y="579"/>
                      <a:pt x="14644" y="45"/>
                    </a:cubicBezTo>
                    <a:cubicBezTo>
                      <a:pt x="14229" y="14"/>
                      <a:pt x="13817" y="0"/>
                      <a:pt x="134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12"/>
              <p:cNvSpPr/>
              <p:nvPr/>
            </p:nvSpPr>
            <p:spPr>
              <a:xfrm>
                <a:off x="5240575" y="942350"/>
                <a:ext cx="567925" cy="146325"/>
              </a:xfrm>
              <a:custGeom>
                <a:rect b="b" l="l" r="r" t="t"/>
                <a:pathLst>
                  <a:path extrusionOk="0" h="5853" w="22717">
                    <a:moveTo>
                      <a:pt x="17929" y="1"/>
                    </a:moveTo>
                    <a:cubicBezTo>
                      <a:pt x="15911" y="1"/>
                      <a:pt x="13527" y="302"/>
                      <a:pt x="11342" y="1352"/>
                    </a:cubicBezTo>
                    <a:cubicBezTo>
                      <a:pt x="5588" y="4132"/>
                      <a:pt x="1548" y="4364"/>
                      <a:pt x="361" y="4364"/>
                    </a:cubicBezTo>
                    <a:cubicBezTo>
                      <a:pt x="124" y="4364"/>
                      <a:pt x="1" y="4354"/>
                      <a:pt x="1" y="4354"/>
                    </a:cubicBezTo>
                    <a:lnTo>
                      <a:pt x="1" y="4354"/>
                    </a:lnTo>
                    <a:cubicBezTo>
                      <a:pt x="2237" y="5423"/>
                      <a:pt x="4500" y="5852"/>
                      <a:pt x="6647" y="5852"/>
                    </a:cubicBezTo>
                    <a:cubicBezTo>
                      <a:pt x="10265" y="5852"/>
                      <a:pt x="13551" y="4631"/>
                      <a:pt x="15812" y="3187"/>
                    </a:cubicBezTo>
                    <a:cubicBezTo>
                      <a:pt x="17880" y="1786"/>
                      <a:pt x="20248" y="918"/>
                      <a:pt x="22717" y="552"/>
                    </a:cubicBezTo>
                    <a:cubicBezTo>
                      <a:pt x="22717" y="552"/>
                      <a:pt x="20657" y="1"/>
                      <a:pt x="179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12"/>
              <p:cNvSpPr/>
              <p:nvPr/>
            </p:nvSpPr>
            <p:spPr>
              <a:xfrm>
                <a:off x="5482425" y="1051825"/>
                <a:ext cx="492875" cy="164475"/>
              </a:xfrm>
              <a:custGeom>
                <a:rect b="b" l="l" r="r" t="t"/>
                <a:pathLst>
                  <a:path extrusionOk="0" h="6579" w="19715">
                    <a:moveTo>
                      <a:pt x="14944" y="0"/>
                    </a:moveTo>
                    <a:cubicBezTo>
                      <a:pt x="12982" y="0"/>
                      <a:pt x="10528" y="740"/>
                      <a:pt x="8540" y="2344"/>
                    </a:cubicBezTo>
                    <a:cubicBezTo>
                      <a:pt x="5471" y="4845"/>
                      <a:pt x="0" y="4879"/>
                      <a:pt x="0" y="4879"/>
                    </a:cubicBezTo>
                    <a:cubicBezTo>
                      <a:pt x="0" y="4879"/>
                      <a:pt x="2899" y="6579"/>
                      <a:pt x="6353" y="6579"/>
                    </a:cubicBezTo>
                    <a:cubicBezTo>
                      <a:pt x="7172" y="6579"/>
                      <a:pt x="8023" y="6483"/>
                      <a:pt x="8873" y="6246"/>
                    </a:cubicBezTo>
                    <a:cubicBezTo>
                      <a:pt x="12727" y="5166"/>
                      <a:pt x="14306" y="2323"/>
                      <a:pt x="17994" y="2323"/>
                    </a:cubicBezTo>
                    <a:cubicBezTo>
                      <a:pt x="18521" y="2323"/>
                      <a:pt x="19090" y="2381"/>
                      <a:pt x="19714" y="2510"/>
                    </a:cubicBezTo>
                    <a:cubicBezTo>
                      <a:pt x="19714" y="2510"/>
                      <a:pt x="19314" y="1877"/>
                      <a:pt x="17613" y="676"/>
                    </a:cubicBezTo>
                    <a:cubicBezTo>
                      <a:pt x="16990" y="233"/>
                      <a:pt x="16044" y="0"/>
                      <a:pt x="149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12"/>
              <p:cNvSpPr/>
              <p:nvPr/>
            </p:nvSpPr>
            <p:spPr>
              <a:xfrm>
                <a:off x="5657550" y="704275"/>
                <a:ext cx="271875" cy="318600"/>
              </a:xfrm>
              <a:custGeom>
                <a:rect b="b" l="l" r="r" t="t"/>
                <a:pathLst>
                  <a:path extrusionOk="0" h="12744" w="10875">
                    <a:moveTo>
                      <a:pt x="0" y="1"/>
                    </a:moveTo>
                    <a:cubicBezTo>
                      <a:pt x="0" y="1"/>
                      <a:pt x="3503" y="1702"/>
                      <a:pt x="5104" y="4437"/>
                    </a:cubicBezTo>
                    <a:cubicBezTo>
                      <a:pt x="6705" y="7139"/>
                      <a:pt x="9941" y="12743"/>
                      <a:pt x="9941" y="12743"/>
                    </a:cubicBezTo>
                    <a:cubicBezTo>
                      <a:pt x="8273" y="8540"/>
                      <a:pt x="10875" y="7439"/>
                      <a:pt x="8840" y="3937"/>
                    </a:cubicBezTo>
                    <a:cubicBezTo>
                      <a:pt x="6805" y="434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12"/>
              <p:cNvSpPr/>
              <p:nvPr/>
            </p:nvSpPr>
            <p:spPr>
              <a:xfrm>
                <a:off x="4925350" y="750975"/>
                <a:ext cx="1077475" cy="422825"/>
              </a:xfrm>
              <a:custGeom>
                <a:rect b="b" l="l" r="r" t="t"/>
                <a:pathLst>
                  <a:path extrusionOk="0" fill="none" h="16913" w="43099">
                    <a:moveTo>
                      <a:pt x="43098" y="16913"/>
                    </a:moveTo>
                    <a:cubicBezTo>
                      <a:pt x="40963" y="11642"/>
                      <a:pt x="37027" y="7406"/>
                      <a:pt x="30356" y="7106"/>
                    </a:cubicBezTo>
                    <a:cubicBezTo>
                      <a:pt x="23718" y="6839"/>
                      <a:pt x="20549" y="3170"/>
                      <a:pt x="15145" y="1602"/>
                    </a:cubicBezTo>
                    <a:cubicBezTo>
                      <a:pt x="9741" y="1"/>
                      <a:pt x="1" y="4170"/>
                      <a:pt x="1" y="417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12"/>
              <p:cNvSpPr/>
              <p:nvPr/>
            </p:nvSpPr>
            <p:spPr>
              <a:xfrm>
                <a:off x="5240575" y="954450"/>
                <a:ext cx="567925" cy="117625"/>
              </a:xfrm>
              <a:custGeom>
                <a:rect b="b" l="l" r="r" t="t"/>
                <a:pathLst>
                  <a:path extrusionOk="0" fill="none" h="4705" w="22717">
                    <a:moveTo>
                      <a:pt x="1" y="3870"/>
                    </a:moveTo>
                    <a:cubicBezTo>
                      <a:pt x="8774" y="4704"/>
                      <a:pt x="12343" y="2803"/>
                      <a:pt x="14978" y="1402"/>
                    </a:cubicBezTo>
                    <a:cubicBezTo>
                      <a:pt x="17613" y="1"/>
                      <a:pt x="22717" y="68"/>
                      <a:pt x="22717" y="68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12"/>
              <p:cNvSpPr/>
              <p:nvPr/>
            </p:nvSpPr>
            <p:spPr>
              <a:xfrm>
                <a:off x="5656700" y="704275"/>
                <a:ext cx="249375" cy="319425"/>
              </a:xfrm>
              <a:custGeom>
                <a:rect b="b" l="l" r="r" t="t"/>
                <a:pathLst>
                  <a:path extrusionOk="0" fill="none" h="12777" w="9975">
                    <a:moveTo>
                      <a:pt x="1" y="1"/>
                    </a:moveTo>
                    <a:cubicBezTo>
                      <a:pt x="4037" y="768"/>
                      <a:pt x="7573" y="3470"/>
                      <a:pt x="8107" y="5972"/>
                    </a:cubicBezTo>
                    <a:cubicBezTo>
                      <a:pt x="8607" y="8240"/>
                      <a:pt x="9241" y="10542"/>
                      <a:pt x="9975" y="1277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12"/>
              <p:cNvSpPr/>
              <p:nvPr/>
            </p:nvSpPr>
            <p:spPr>
              <a:xfrm>
                <a:off x="5481575" y="1069550"/>
                <a:ext cx="492875" cy="134275"/>
              </a:xfrm>
              <a:custGeom>
                <a:rect b="b" l="l" r="r" t="t"/>
                <a:pathLst>
                  <a:path extrusionOk="0" fill="none" h="5371" w="19715">
                    <a:moveTo>
                      <a:pt x="1" y="4170"/>
                    </a:moveTo>
                    <a:cubicBezTo>
                      <a:pt x="5138" y="5371"/>
                      <a:pt x="8974" y="3636"/>
                      <a:pt x="12143" y="1801"/>
                    </a:cubicBezTo>
                    <a:cubicBezTo>
                      <a:pt x="15312" y="0"/>
                      <a:pt x="19715" y="1801"/>
                      <a:pt x="19715" y="180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9" name="Google Shape;1119;p12"/>
            <p:cNvSpPr/>
            <p:nvPr/>
          </p:nvSpPr>
          <p:spPr>
            <a:xfrm flipH="1">
              <a:off x="-3525" y="4379650"/>
              <a:ext cx="1019100" cy="773275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0" name="Google Shape;1120;p12"/>
          <p:cNvGrpSpPr/>
          <p:nvPr/>
        </p:nvGrpSpPr>
        <p:grpSpPr>
          <a:xfrm>
            <a:off x="8957380" y="3212013"/>
            <a:ext cx="289709" cy="626913"/>
            <a:chOff x="2721325" y="3835313"/>
            <a:chExt cx="520400" cy="1164400"/>
          </a:xfrm>
        </p:grpSpPr>
        <p:sp>
          <p:nvSpPr>
            <p:cNvPr id="1121" name="Google Shape;1121;p12"/>
            <p:cNvSpPr/>
            <p:nvPr/>
          </p:nvSpPr>
          <p:spPr>
            <a:xfrm>
              <a:off x="2873925" y="4089863"/>
              <a:ext cx="132625" cy="766400"/>
            </a:xfrm>
            <a:custGeom>
              <a:rect b="b" l="l" r="r" t="t"/>
              <a:pathLst>
                <a:path extrusionOk="0" fill="none" h="30656" w="5305">
                  <a:moveTo>
                    <a:pt x="1" y="30656"/>
                  </a:moveTo>
                  <a:cubicBezTo>
                    <a:pt x="1101" y="26653"/>
                    <a:pt x="4170" y="24818"/>
                    <a:pt x="4537" y="21149"/>
                  </a:cubicBezTo>
                  <a:cubicBezTo>
                    <a:pt x="4938" y="17513"/>
                    <a:pt x="3803" y="14778"/>
                    <a:pt x="4537" y="11275"/>
                  </a:cubicBezTo>
                  <a:cubicBezTo>
                    <a:pt x="5304" y="7773"/>
                    <a:pt x="5171" y="3336"/>
                    <a:pt x="3870" y="0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2"/>
            <p:cNvSpPr/>
            <p:nvPr/>
          </p:nvSpPr>
          <p:spPr>
            <a:xfrm>
              <a:off x="2867250" y="4025213"/>
              <a:ext cx="325275" cy="759000"/>
            </a:xfrm>
            <a:custGeom>
              <a:rect b="b" l="l" r="r" t="t"/>
              <a:pathLst>
                <a:path extrusionOk="0" h="30360" w="13011">
                  <a:moveTo>
                    <a:pt x="5200" y="0"/>
                  </a:moveTo>
                  <a:cubicBezTo>
                    <a:pt x="4945" y="0"/>
                    <a:pt x="4669" y="58"/>
                    <a:pt x="4371" y="185"/>
                  </a:cubicBezTo>
                  <a:cubicBezTo>
                    <a:pt x="1235" y="1519"/>
                    <a:pt x="1669" y="2653"/>
                    <a:pt x="1669" y="2653"/>
                  </a:cubicBezTo>
                  <a:cubicBezTo>
                    <a:pt x="1" y="6589"/>
                    <a:pt x="5138" y="8124"/>
                    <a:pt x="5138" y="8124"/>
                  </a:cubicBezTo>
                  <a:cubicBezTo>
                    <a:pt x="4401" y="10751"/>
                    <a:pt x="4864" y="12301"/>
                    <a:pt x="6883" y="12301"/>
                  </a:cubicBezTo>
                  <a:cubicBezTo>
                    <a:pt x="6966" y="12301"/>
                    <a:pt x="7051" y="12299"/>
                    <a:pt x="7139" y="12293"/>
                  </a:cubicBezTo>
                  <a:lnTo>
                    <a:pt x="7139" y="12293"/>
                  </a:lnTo>
                  <a:cubicBezTo>
                    <a:pt x="5772" y="13928"/>
                    <a:pt x="5838" y="15362"/>
                    <a:pt x="7706" y="16563"/>
                  </a:cubicBezTo>
                  <a:cubicBezTo>
                    <a:pt x="6405" y="18498"/>
                    <a:pt x="6305" y="20199"/>
                    <a:pt x="8273" y="21567"/>
                  </a:cubicBezTo>
                  <a:cubicBezTo>
                    <a:pt x="7006" y="22801"/>
                    <a:pt x="7006" y="24035"/>
                    <a:pt x="7840" y="25236"/>
                  </a:cubicBezTo>
                  <a:cubicBezTo>
                    <a:pt x="6505" y="25870"/>
                    <a:pt x="5938" y="26737"/>
                    <a:pt x="6606" y="27971"/>
                  </a:cubicBezTo>
                  <a:cubicBezTo>
                    <a:pt x="6606" y="27971"/>
                    <a:pt x="4838" y="30039"/>
                    <a:pt x="6038" y="30306"/>
                  </a:cubicBezTo>
                  <a:cubicBezTo>
                    <a:pt x="6222" y="30343"/>
                    <a:pt x="6393" y="30359"/>
                    <a:pt x="6551" y="30359"/>
                  </a:cubicBezTo>
                  <a:cubicBezTo>
                    <a:pt x="8574" y="30359"/>
                    <a:pt x="8574" y="27604"/>
                    <a:pt x="8574" y="27604"/>
                  </a:cubicBezTo>
                  <a:cubicBezTo>
                    <a:pt x="10475" y="27604"/>
                    <a:pt x="10975" y="25736"/>
                    <a:pt x="9674" y="24269"/>
                  </a:cubicBezTo>
                  <a:cubicBezTo>
                    <a:pt x="11276" y="23735"/>
                    <a:pt x="12276" y="21000"/>
                    <a:pt x="10275" y="19765"/>
                  </a:cubicBezTo>
                  <a:cubicBezTo>
                    <a:pt x="12476" y="19365"/>
                    <a:pt x="13010" y="16463"/>
                    <a:pt x="11075" y="15329"/>
                  </a:cubicBezTo>
                  <a:cubicBezTo>
                    <a:pt x="12677" y="12894"/>
                    <a:pt x="12843" y="10792"/>
                    <a:pt x="9975" y="9358"/>
                  </a:cubicBezTo>
                  <a:cubicBezTo>
                    <a:pt x="10508" y="7056"/>
                    <a:pt x="10108" y="5489"/>
                    <a:pt x="8140" y="5188"/>
                  </a:cubicBezTo>
                  <a:cubicBezTo>
                    <a:pt x="8140" y="5188"/>
                    <a:pt x="7621" y="0"/>
                    <a:pt x="5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2"/>
            <p:cNvSpPr/>
            <p:nvPr/>
          </p:nvSpPr>
          <p:spPr>
            <a:xfrm>
              <a:off x="2817225" y="4097363"/>
              <a:ext cx="215175" cy="902350"/>
            </a:xfrm>
            <a:custGeom>
              <a:rect b="b" l="l" r="r" t="t"/>
              <a:pathLst>
                <a:path extrusionOk="0" fill="none" h="36094" w="8607">
                  <a:moveTo>
                    <a:pt x="768" y="1"/>
                  </a:moveTo>
                  <a:cubicBezTo>
                    <a:pt x="1201" y="3770"/>
                    <a:pt x="4337" y="4704"/>
                    <a:pt x="6138" y="9441"/>
                  </a:cubicBezTo>
                  <a:cubicBezTo>
                    <a:pt x="7939" y="14178"/>
                    <a:pt x="8607" y="18714"/>
                    <a:pt x="6772" y="24318"/>
                  </a:cubicBezTo>
                  <a:cubicBezTo>
                    <a:pt x="4904" y="29922"/>
                    <a:pt x="5404" y="30156"/>
                    <a:pt x="4670" y="32090"/>
                  </a:cubicBezTo>
                  <a:cubicBezTo>
                    <a:pt x="3937" y="33992"/>
                    <a:pt x="2035" y="33758"/>
                    <a:pt x="0" y="36093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2"/>
            <p:cNvSpPr/>
            <p:nvPr/>
          </p:nvSpPr>
          <p:spPr>
            <a:xfrm>
              <a:off x="2952325" y="3954763"/>
              <a:ext cx="289400" cy="1044950"/>
            </a:xfrm>
            <a:custGeom>
              <a:rect b="b" l="l" r="r" t="t"/>
              <a:pathLst>
                <a:path extrusionOk="0" fill="none" h="41798" w="11576">
                  <a:moveTo>
                    <a:pt x="3870" y="1"/>
                  </a:moveTo>
                  <a:cubicBezTo>
                    <a:pt x="4737" y="3670"/>
                    <a:pt x="5971" y="7239"/>
                    <a:pt x="7939" y="9407"/>
                  </a:cubicBezTo>
                  <a:cubicBezTo>
                    <a:pt x="9907" y="11576"/>
                    <a:pt x="11575" y="17046"/>
                    <a:pt x="9774" y="22283"/>
                  </a:cubicBezTo>
                  <a:cubicBezTo>
                    <a:pt x="8006" y="27520"/>
                    <a:pt x="8073" y="28254"/>
                    <a:pt x="8006" y="30789"/>
                  </a:cubicBezTo>
                  <a:cubicBezTo>
                    <a:pt x="7939" y="33291"/>
                    <a:pt x="5471" y="34892"/>
                    <a:pt x="2902" y="37794"/>
                  </a:cubicBezTo>
                  <a:cubicBezTo>
                    <a:pt x="300" y="40696"/>
                    <a:pt x="0" y="41797"/>
                    <a:pt x="0" y="41797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2"/>
            <p:cNvSpPr/>
            <p:nvPr/>
          </p:nvSpPr>
          <p:spPr>
            <a:xfrm>
              <a:off x="2963150" y="4042338"/>
              <a:ext cx="168500" cy="873975"/>
            </a:xfrm>
            <a:custGeom>
              <a:rect b="b" l="l" r="r" t="t"/>
              <a:pathLst>
                <a:path extrusionOk="0" fill="none" h="34959" w="6740">
                  <a:moveTo>
                    <a:pt x="1402" y="0"/>
                  </a:moveTo>
                  <a:cubicBezTo>
                    <a:pt x="1402" y="4070"/>
                    <a:pt x="3270" y="5838"/>
                    <a:pt x="4838" y="9474"/>
                  </a:cubicBezTo>
                  <a:cubicBezTo>
                    <a:pt x="6405" y="13110"/>
                    <a:pt x="4804" y="15044"/>
                    <a:pt x="5105" y="18146"/>
                  </a:cubicBezTo>
                  <a:cubicBezTo>
                    <a:pt x="5405" y="21282"/>
                    <a:pt x="6739" y="25218"/>
                    <a:pt x="4838" y="29121"/>
                  </a:cubicBezTo>
                  <a:cubicBezTo>
                    <a:pt x="3737" y="31456"/>
                    <a:pt x="2069" y="33457"/>
                    <a:pt x="1" y="34958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2"/>
            <p:cNvSpPr/>
            <p:nvPr/>
          </p:nvSpPr>
          <p:spPr>
            <a:xfrm>
              <a:off x="2721325" y="3835313"/>
              <a:ext cx="418650" cy="333825"/>
            </a:xfrm>
            <a:custGeom>
              <a:rect b="b" l="l" r="r" t="t"/>
              <a:pathLst>
                <a:path extrusionOk="0" h="13353" w="16746">
                  <a:moveTo>
                    <a:pt x="8904" y="1"/>
                  </a:moveTo>
                  <a:cubicBezTo>
                    <a:pt x="6650" y="1"/>
                    <a:pt x="4335" y="907"/>
                    <a:pt x="2702" y="3044"/>
                  </a:cubicBezTo>
                  <a:cubicBezTo>
                    <a:pt x="0" y="6547"/>
                    <a:pt x="1301" y="12451"/>
                    <a:pt x="3036" y="13251"/>
                  </a:cubicBezTo>
                  <a:cubicBezTo>
                    <a:pt x="3174" y="13319"/>
                    <a:pt x="3411" y="13352"/>
                    <a:pt x="3723" y="13352"/>
                  </a:cubicBezTo>
                  <a:cubicBezTo>
                    <a:pt x="5894" y="13352"/>
                    <a:pt x="11744" y="11718"/>
                    <a:pt x="14077" y="8248"/>
                  </a:cubicBezTo>
                  <a:cubicBezTo>
                    <a:pt x="16746" y="4312"/>
                    <a:pt x="16145" y="2777"/>
                    <a:pt x="13043" y="1076"/>
                  </a:cubicBezTo>
                  <a:cubicBezTo>
                    <a:pt x="11829" y="390"/>
                    <a:pt x="10379" y="1"/>
                    <a:pt x="89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7" name="Google Shape;1127;p12"/>
          <p:cNvGrpSpPr/>
          <p:nvPr/>
        </p:nvGrpSpPr>
        <p:grpSpPr>
          <a:xfrm flipH="1">
            <a:off x="1816717" y="5155286"/>
            <a:ext cx="500404" cy="295550"/>
            <a:chOff x="-1677100" y="665488"/>
            <a:chExt cx="483950" cy="295550"/>
          </a:xfrm>
        </p:grpSpPr>
        <p:sp>
          <p:nvSpPr>
            <p:cNvPr id="1128" name="Google Shape;1128;p12"/>
            <p:cNvSpPr/>
            <p:nvPr/>
          </p:nvSpPr>
          <p:spPr>
            <a:xfrm>
              <a:off x="-1619325" y="675488"/>
              <a:ext cx="268550" cy="261600"/>
            </a:xfrm>
            <a:custGeom>
              <a:rect b="b" l="l" r="r" t="t"/>
              <a:pathLst>
                <a:path extrusionOk="0" h="10464" w="10742">
                  <a:moveTo>
                    <a:pt x="8264" y="1"/>
                  </a:moveTo>
                  <a:cubicBezTo>
                    <a:pt x="7319" y="1"/>
                    <a:pt x="3441" y="26"/>
                    <a:pt x="1836" y="435"/>
                  </a:cubicBezTo>
                  <a:cubicBezTo>
                    <a:pt x="1" y="902"/>
                    <a:pt x="1469" y="1802"/>
                    <a:pt x="6772" y="2570"/>
                  </a:cubicBezTo>
                  <a:lnTo>
                    <a:pt x="7840" y="5405"/>
                  </a:lnTo>
                  <a:cubicBezTo>
                    <a:pt x="7840" y="5405"/>
                    <a:pt x="4871" y="10108"/>
                    <a:pt x="5905" y="10442"/>
                  </a:cubicBezTo>
                  <a:cubicBezTo>
                    <a:pt x="5947" y="10457"/>
                    <a:pt x="5993" y="10464"/>
                    <a:pt x="6043" y="10464"/>
                  </a:cubicBezTo>
                  <a:cubicBezTo>
                    <a:pt x="7239" y="10464"/>
                    <a:pt x="10742" y="6439"/>
                    <a:pt x="10742" y="6439"/>
                  </a:cubicBezTo>
                  <a:lnTo>
                    <a:pt x="8474" y="1"/>
                  </a:lnTo>
                  <a:cubicBezTo>
                    <a:pt x="8474" y="1"/>
                    <a:pt x="8399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2"/>
            <p:cNvSpPr/>
            <p:nvPr/>
          </p:nvSpPr>
          <p:spPr>
            <a:xfrm>
              <a:off x="-1677100" y="820688"/>
              <a:ext cx="98675" cy="53325"/>
            </a:xfrm>
            <a:custGeom>
              <a:rect b="b" l="l" r="r" t="t"/>
              <a:pathLst>
                <a:path extrusionOk="0" h="2133" w="3947">
                  <a:moveTo>
                    <a:pt x="682" y="1"/>
                  </a:moveTo>
                  <a:cubicBezTo>
                    <a:pt x="273" y="1"/>
                    <a:pt x="0" y="92"/>
                    <a:pt x="10" y="231"/>
                  </a:cubicBezTo>
                  <a:cubicBezTo>
                    <a:pt x="77" y="731"/>
                    <a:pt x="3946" y="2132"/>
                    <a:pt x="3946" y="2132"/>
                  </a:cubicBezTo>
                  <a:cubicBezTo>
                    <a:pt x="3384" y="514"/>
                    <a:pt x="1650" y="1"/>
                    <a:pt x="6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2"/>
            <p:cNvSpPr/>
            <p:nvPr/>
          </p:nvSpPr>
          <p:spPr>
            <a:xfrm>
              <a:off x="-1643500" y="873988"/>
              <a:ext cx="72575" cy="87050"/>
            </a:xfrm>
            <a:custGeom>
              <a:rect b="b" l="l" r="r" t="t"/>
              <a:pathLst>
                <a:path extrusionOk="0" h="3482" w="2903">
                  <a:moveTo>
                    <a:pt x="2602" y="0"/>
                  </a:moveTo>
                  <a:cubicBezTo>
                    <a:pt x="2602" y="0"/>
                    <a:pt x="1" y="3102"/>
                    <a:pt x="267" y="3436"/>
                  </a:cubicBezTo>
                  <a:cubicBezTo>
                    <a:pt x="291" y="3466"/>
                    <a:pt x="337" y="3481"/>
                    <a:pt x="400" y="3481"/>
                  </a:cubicBezTo>
                  <a:cubicBezTo>
                    <a:pt x="963" y="3481"/>
                    <a:pt x="2902" y="2280"/>
                    <a:pt x="2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2"/>
            <p:cNvSpPr/>
            <p:nvPr/>
          </p:nvSpPr>
          <p:spPr>
            <a:xfrm>
              <a:off x="-1607650" y="665488"/>
              <a:ext cx="414500" cy="213650"/>
            </a:xfrm>
            <a:custGeom>
              <a:rect b="b" l="l" r="r" t="t"/>
              <a:pathLst>
                <a:path extrusionOk="0" h="8546" w="16580">
                  <a:moveTo>
                    <a:pt x="10508" y="1"/>
                  </a:moveTo>
                  <a:cubicBezTo>
                    <a:pt x="5972" y="34"/>
                    <a:pt x="1" y="4304"/>
                    <a:pt x="1168" y="8340"/>
                  </a:cubicBezTo>
                  <a:cubicBezTo>
                    <a:pt x="2040" y="8477"/>
                    <a:pt x="2917" y="8545"/>
                    <a:pt x="3792" y="8545"/>
                  </a:cubicBezTo>
                  <a:cubicBezTo>
                    <a:pt x="5899" y="8545"/>
                    <a:pt x="7995" y="8151"/>
                    <a:pt x="9975" y="7373"/>
                  </a:cubicBezTo>
                  <a:cubicBezTo>
                    <a:pt x="14578" y="5505"/>
                    <a:pt x="16579" y="3036"/>
                    <a:pt x="16579" y="3036"/>
                  </a:cubicBezTo>
                  <a:cubicBezTo>
                    <a:pt x="16579" y="3036"/>
                    <a:pt x="15012" y="1"/>
                    <a:pt x="10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2"/>
            <p:cNvSpPr/>
            <p:nvPr/>
          </p:nvSpPr>
          <p:spPr>
            <a:xfrm>
              <a:off x="-1396650" y="740563"/>
              <a:ext cx="78400" cy="90900"/>
            </a:xfrm>
            <a:custGeom>
              <a:rect b="b" l="l" r="r" t="t"/>
              <a:pathLst>
                <a:path extrusionOk="0" fill="none" h="3636" w="3136">
                  <a:moveTo>
                    <a:pt x="3136" y="3636"/>
                  </a:moveTo>
                  <a:cubicBezTo>
                    <a:pt x="0" y="2569"/>
                    <a:pt x="134" y="0"/>
                    <a:pt x="134" y="0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2"/>
            <p:cNvSpPr/>
            <p:nvPr/>
          </p:nvSpPr>
          <p:spPr>
            <a:xfrm>
              <a:off x="-1342450" y="730538"/>
              <a:ext cx="32550" cy="31725"/>
            </a:xfrm>
            <a:custGeom>
              <a:rect b="b" l="l" r="r" t="t"/>
              <a:pathLst>
                <a:path extrusionOk="0" h="1269" w="1302">
                  <a:moveTo>
                    <a:pt x="601" y="1"/>
                  </a:moveTo>
                  <a:cubicBezTo>
                    <a:pt x="267" y="34"/>
                    <a:pt x="0" y="334"/>
                    <a:pt x="34" y="668"/>
                  </a:cubicBezTo>
                  <a:cubicBezTo>
                    <a:pt x="34" y="1001"/>
                    <a:pt x="334" y="1268"/>
                    <a:pt x="668" y="1268"/>
                  </a:cubicBezTo>
                  <a:cubicBezTo>
                    <a:pt x="1035" y="1235"/>
                    <a:pt x="1301" y="935"/>
                    <a:pt x="1268" y="601"/>
                  </a:cubicBezTo>
                  <a:cubicBezTo>
                    <a:pt x="1235" y="268"/>
                    <a:pt x="9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2"/>
            <p:cNvSpPr/>
            <p:nvPr/>
          </p:nvSpPr>
          <p:spPr>
            <a:xfrm>
              <a:off x="-1334100" y="738888"/>
              <a:ext cx="8350" cy="8350"/>
            </a:xfrm>
            <a:custGeom>
              <a:rect b="b" l="l" r="r" t="t"/>
              <a:pathLst>
                <a:path extrusionOk="0" h="334" w="334">
                  <a:moveTo>
                    <a:pt x="133" y="0"/>
                  </a:moveTo>
                  <a:cubicBezTo>
                    <a:pt x="67" y="0"/>
                    <a:pt x="0" y="100"/>
                    <a:pt x="0" y="167"/>
                  </a:cubicBezTo>
                  <a:cubicBezTo>
                    <a:pt x="0" y="267"/>
                    <a:pt x="67" y="334"/>
                    <a:pt x="167" y="334"/>
                  </a:cubicBezTo>
                  <a:cubicBezTo>
                    <a:pt x="267" y="334"/>
                    <a:pt x="334" y="267"/>
                    <a:pt x="334" y="167"/>
                  </a:cubicBezTo>
                  <a:cubicBezTo>
                    <a:pt x="334" y="67"/>
                    <a:pt x="234" y="0"/>
                    <a:pt x="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5" name="Google Shape;1135;p12"/>
          <p:cNvSpPr/>
          <p:nvPr/>
        </p:nvSpPr>
        <p:spPr>
          <a:xfrm flipH="1" rot="5895">
            <a:off x="6867826" y="5267076"/>
            <a:ext cx="174953" cy="720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2"/>
          <p:cNvSpPr/>
          <p:nvPr/>
        </p:nvSpPr>
        <p:spPr>
          <a:xfrm flipH="1" rot="6101">
            <a:off x="6403935" y="5155600"/>
            <a:ext cx="338119" cy="13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2"/>
          <p:cNvSpPr/>
          <p:nvPr/>
        </p:nvSpPr>
        <p:spPr>
          <a:xfrm>
            <a:off x="7546721" y="3894610"/>
            <a:ext cx="765886" cy="381241"/>
          </a:xfrm>
          <a:custGeom>
            <a:rect b="b" l="l" r="r" t="t"/>
            <a:pathLst>
              <a:path extrusionOk="0" fill="none" h="9226" w="17926">
                <a:moveTo>
                  <a:pt x="17926" y="7955"/>
                </a:moveTo>
                <a:cubicBezTo>
                  <a:pt x="10883" y="9225"/>
                  <a:pt x="3785" y="6077"/>
                  <a:pt x="1" y="1"/>
                </a:cubicBezTo>
              </a:path>
            </a:pathLst>
          </a:custGeom>
          <a:noFill/>
          <a:ln cap="rnd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2"/>
          <p:cNvSpPr/>
          <p:nvPr/>
        </p:nvSpPr>
        <p:spPr>
          <a:xfrm>
            <a:off x="7011869" y="2252323"/>
            <a:ext cx="1075698" cy="2731676"/>
          </a:xfrm>
          <a:custGeom>
            <a:rect b="b" l="l" r="r" t="t"/>
            <a:pathLst>
              <a:path extrusionOk="0" fill="none" h="49633" w="29747">
                <a:moveTo>
                  <a:pt x="17787" y="0"/>
                </a:moveTo>
                <a:cubicBezTo>
                  <a:pt x="0" y="20107"/>
                  <a:pt x="9391" y="27482"/>
                  <a:pt x="29746" y="49632"/>
                </a:cubicBezTo>
              </a:path>
            </a:pathLst>
          </a:custGeom>
          <a:noFill/>
          <a:ln cap="rnd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2"/>
          <p:cNvSpPr/>
          <p:nvPr/>
        </p:nvSpPr>
        <p:spPr>
          <a:xfrm>
            <a:off x="6137783" y="2820638"/>
            <a:ext cx="1426669" cy="2609061"/>
          </a:xfrm>
          <a:custGeom>
            <a:rect b="b" l="l" r="r" t="t"/>
            <a:pathLst>
              <a:path extrusionOk="0" fill="none" h="63139" w="33392">
                <a:moveTo>
                  <a:pt x="13644" y="1"/>
                </a:moveTo>
                <a:cubicBezTo>
                  <a:pt x="0" y="39828"/>
                  <a:pt x="33392" y="38336"/>
                  <a:pt x="29277" y="63139"/>
                </a:cubicBezTo>
              </a:path>
            </a:pathLst>
          </a:custGeom>
          <a:noFill/>
          <a:ln cap="rnd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0" name="Google Shape;1140;p12"/>
          <p:cNvGrpSpPr/>
          <p:nvPr/>
        </p:nvGrpSpPr>
        <p:grpSpPr>
          <a:xfrm>
            <a:off x="8346712" y="4177948"/>
            <a:ext cx="1053749" cy="1372325"/>
            <a:chOff x="8125175" y="3780600"/>
            <a:chExt cx="1019100" cy="1372325"/>
          </a:xfrm>
        </p:grpSpPr>
        <p:sp>
          <p:nvSpPr>
            <p:cNvPr id="1141" name="Google Shape;1141;p12"/>
            <p:cNvSpPr/>
            <p:nvPr/>
          </p:nvSpPr>
          <p:spPr>
            <a:xfrm>
              <a:off x="8125175" y="4379650"/>
              <a:ext cx="1019100" cy="773275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2" name="Google Shape;1142;p12"/>
            <p:cNvGrpSpPr/>
            <p:nvPr/>
          </p:nvGrpSpPr>
          <p:grpSpPr>
            <a:xfrm>
              <a:off x="8288300" y="3780600"/>
              <a:ext cx="692200" cy="1356000"/>
              <a:chOff x="3978000" y="1359750"/>
              <a:chExt cx="692200" cy="1356000"/>
            </a:xfrm>
          </p:grpSpPr>
          <p:sp>
            <p:nvSpPr>
              <p:cNvPr id="1143" name="Google Shape;1143;p12"/>
              <p:cNvSpPr/>
              <p:nvPr/>
            </p:nvSpPr>
            <p:spPr>
              <a:xfrm>
                <a:off x="3996350" y="1359750"/>
                <a:ext cx="206850" cy="477025"/>
              </a:xfrm>
              <a:custGeom>
                <a:rect b="b" l="l" r="r" t="t"/>
                <a:pathLst>
                  <a:path extrusionOk="0" h="19081" w="8274">
                    <a:moveTo>
                      <a:pt x="3837" y="0"/>
                    </a:moveTo>
                    <a:cubicBezTo>
                      <a:pt x="3837" y="1"/>
                      <a:pt x="2036" y="5271"/>
                      <a:pt x="1035" y="9541"/>
                    </a:cubicBezTo>
                    <a:cubicBezTo>
                      <a:pt x="1" y="13777"/>
                      <a:pt x="2603" y="19081"/>
                      <a:pt x="2603" y="19081"/>
                    </a:cubicBezTo>
                    <a:cubicBezTo>
                      <a:pt x="8273" y="7973"/>
                      <a:pt x="3837" y="1"/>
                      <a:pt x="3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12"/>
              <p:cNvSpPr/>
              <p:nvPr/>
            </p:nvSpPr>
            <p:spPr>
              <a:xfrm>
                <a:off x="4102275" y="1480675"/>
                <a:ext cx="159300" cy="813100"/>
              </a:xfrm>
              <a:custGeom>
                <a:rect b="b" l="l" r="r" t="t"/>
                <a:pathLst>
                  <a:path extrusionOk="0" h="32524" w="6372">
                    <a:moveTo>
                      <a:pt x="3336" y="0"/>
                    </a:moveTo>
                    <a:cubicBezTo>
                      <a:pt x="3336" y="1"/>
                      <a:pt x="3803" y="935"/>
                      <a:pt x="3736" y="4704"/>
                    </a:cubicBezTo>
                    <a:cubicBezTo>
                      <a:pt x="3669" y="8473"/>
                      <a:pt x="2402" y="11542"/>
                      <a:pt x="1234" y="16645"/>
                    </a:cubicBezTo>
                    <a:cubicBezTo>
                      <a:pt x="67" y="21749"/>
                      <a:pt x="0" y="26586"/>
                      <a:pt x="4403" y="32524"/>
                    </a:cubicBezTo>
                    <a:cubicBezTo>
                      <a:pt x="4403" y="32524"/>
                      <a:pt x="4337" y="31022"/>
                      <a:pt x="4070" y="28621"/>
                    </a:cubicBezTo>
                    <a:cubicBezTo>
                      <a:pt x="3803" y="26186"/>
                      <a:pt x="5271" y="20415"/>
                      <a:pt x="5838" y="12176"/>
                    </a:cubicBezTo>
                    <a:cubicBezTo>
                      <a:pt x="6371" y="3970"/>
                      <a:pt x="3336" y="1"/>
                      <a:pt x="33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12"/>
              <p:cNvSpPr/>
              <p:nvPr/>
            </p:nvSpPr>
            <p:spPr>
              <a:xfrm>
                <a:off x="3978000" y="2038575"/>
                <a:ext cx="466200" cy="391575"/>
              </a:xfrm>
              <a:custGeom>
                <a:rect b="b" l="l" r="r" t="t"/>
                <a:pathLst>
                  <a:path extrusionOk="0" h="15663" w="18648">
                    <a:moveTo>
                      <a:pt x="18322" y="15088"/>
                    </a:moveTo>
                    <a:cubicBezTo>
                      <a:pt x="18431" y="15139"/>
                      <a:pt x="18539" y="15191"/>
                      <a:pt x="18648" y="15244"/>
                    </a:cubicBezTo>
                    <a:cubicBezTo>
                      <a:pt x="18538" y="15190"/>
                      <a:pt x="18429" y="15138"/>
                      <a:pt x="18322" y="15088"/>
                    </a:cubicBezTo>
                    <a:close/>
                    <a:moveTo>
                      <a:pt x="1" y="0"/>
                    </a:moveTo>
                    <a:lnTo>
                      <a:pt x="1" y="0"/>
                    </a:lnTo>
                    <a:cubicBezTo>
                      <a:pt x="735" y="2936"/>
                      <a:pt x="1168" y="5938"/>
                      <a:pt x="1302" y="8973"/>
                    </a:cubicBezTo>
                    <a:cubicBezTo>
                      <a:pt x="1553" y="14117"/>
                      <a:pt x="4104" y="15663"/>
                      <a:pt x="7541" y="15663"/>
                    </a:cubicBezTo>
                    <a:cubicBezTo>
                      <a:pt x="7760" y="15663"/>
                      <a:pt x="7982" y="15657"/>
                      <a:pt x="8207" y="15645"/>
                    </a:cubicBezTo>
                    <a:cubicBezTo>
                      <a:pt x="10798" y="15507"/>
                      <a:pt x="12412" y="14203"/>
                      <a:pt x="14782" y="14203"/>
                    </a:cubicBezTo>
                    <a:cubicBezTo>
                      <a:pt x="15783" y="14203"/>
                      <a:pt x="16920" y="14436"/>
                      <a:pt x="18322" y="15088"/>
                    </a:cubicBezTo>
                    <a:lnTo>
                      <a:pt x="18322" y="15088"/>
                    </a:lnTo>
                    <a:cubicBezTo>
                      <a:pt x="16717" y="14331"/>
                      <a:pt x="15029" y="13751"/>
                      <a:pt x="13310" y="13376"/>
                    </a:cubicBezTo>
                    <a:cubicBezTo>
                      <a:pt x="10542" y="12809"/>
                      <a:pt x="5271" y="13910"/>
                      <a:pt x="4571" y="8973"/>
                    </a:cubicBezTo>
                    <a:cubicBezTo>
                      <a:pt x="3837" y="4037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12"/>
              <p:cNvSpPr/>
              <p:nvPr/>
            </p:nvSpPr>
            <p:spPr>
              <a:xfrm>
                <a:off x="4273225" y="1963525"/>
                <a:ext cx="321075" cy="575425"/>
              </a:xfrm>
              <a:custGeom>
                <a:rect b="b" l="l" r="r" t="t"/>
                <a:pathLst>
                  <a:path extrusionOk="0" h="23017" w="1284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668" y="3603"/>
                      <a:pt x="1401" y="8006"/>
                    </a:cubicBezTo>
                    <a:cubicBezTo>
                      <a:pt x="2135" y="12442"/>
                      <a:pt x="5738" y="13476"/>
                      <a:pt x="7939" y="15378"/>
                    </a:cubicBezTo>
                    <a:cubicBezTo>
                      <a:pt x="10174" y="17246"/>
                      <a:pt x="10541" y="19080"/>
                      <a:pt x="11175" y="20515"/>
                    </a:cubicBezTo>
                    <a:cubicBezTo>
                      <a:pt x="11609" y="21449"/>
                      <a:pt x="12142" y="22283"/>
                      <a:pt x="12843" y="23017"/>
                    </a:cubicBezTo>
                    <a:cubicBezTo>
                      <a:pt x="11275" y="18747"/>
                      <a:pt x="12476" y="13943"/>
                      <a:pt x="10241" y="11942"/>
                    </a:cubicBezTo>
                    <a:cubicBezTo>
                      <a:pt x="8039" y="9974"/>
                      <a:pt x="5037" y="8540"/>
                      <a:pt x="3269" y="4970"/>
                    </a:cubicBezTo>
                    <a:cubicBezTo>
                      <a:pt x="1502" y="1368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12"/>
              <p:cNvSpPr/>
              <p:nvPr/>
            </p:nvSpPr>
            <p:spPr>
              <a:xfrm>
                <a:off x="4038050" y="2497175"/>
                <a:ext cx="628800" cy="180200"/>
              </a:xfrm>
              <a:custGeom>
                <a:rect b="b" l="l" r="r" t="t"/>
                <a:pathLst>
                  <a:path extrusionOk="0" h="7208" w="25152">
                    <a:moveTo>
                      <a:pt x="3418" y="0"/>
                    </a:moveTo>
                    <a:cubicBezTo>
                      <a:pt x="2260" y="0"/>
                      <a:pt x="1107" y="208"/>
                      <a:pt x="1" y="603"/>
                    </a:cubicBezTo>
                    <a:cubicBezTo>
                      <a:pt x="92" y="601"/>
                      <a:pt x="183" y="599"/>
                      <a:pt x="274" y="599"/>
                    </a:cubicBezTo>
                    <a:cubicBezTo>
                      <a:pt x="2546" y="599"/>
                      <a:pt x="4740" y="1397"/>
                      <a:pt x="6472" y="2905"/>
                    </a:cubicBezTo>
                    <a:cubicBezTo>
                      <a:pt x="8918" y="5052"/>
                      <a:pt x="10744" y="6468"/>
                      <a:pt x="13321" y="6468"/>
                    </a:cubicBezTo>
                    <a:cubicBezTo>
                      <a:pt x="13907" y="6468"/>
                      <a:pt x="14532" y="6395"/>
                      <a:pt x="15212" y="6240"/>
                    </a:cubicBezTo>
                    <a:cubicBezTo>
                      <a:pt x="17832" y="5645"/>
                      <a:pt x="19585" y="4964"/>
                      <a:pt x="21090" y="4964"/>
                    </a:cubicBezTo>
                    <a:cubicBezTo>
                      <a:pt x="21692" y="4964"/>
                      <a:pt x="22255" y="5073"/>
                      <a:pt x="22817" y="5340"/>
                    </a:cubicBezTo>
                    <a:cubicBezTo>
                      <a:pt x="24478" y="6088"/>
                      <a:pt x="24991" y="6881"/>
                      <a:pt x="25117" y="7129"/>
                    </a:cubicBezTo>
                    <a:lnTo>
                      <a:pt x="25117" y="7129"/>
                    </a:lnTo>
                    <a:cubicBezTo>
                      <a:pt x="23466" y="3508"/>
                      <a:pt x="20008" y="2301"/>
                      <a:pt x="16214" y="2301"/>
                    </a:cubicBezTo>
                    <a:cubicBezTo>
                      <a:pt x="15674" y="2301"/>
                      <a:pt x="15127" y="2326"/>
                      <a:pt x="14578" y="2371"/>
                    </a:cubicBezTo>
                    <a:cubicBezTo>
                      <a:pt x="14141" y="2407"/>
                      <a:pt x="13735" y="2424"/>
                      <a:pt x="13357" y="2424"/>
                    </a:cubicBezTo>
                    <a:cubicBezTo>
                      <a:pt x="9898" y="2424"/>
                      <a:pt x="8692" y="1025"/>
                      <a:pt x="5805" y="303"/>
                    </a:cubicBezTo>
                    <a:cubicBezTo>
                      <a:pt x="5016" y="99"/>
                      <a:pt x="4216" y="0"/>
                      <a:pt x="3418" y="0"/>
                    </a:cubicBezTo>
                    <a:close/>
                    <a:moveTo>
                      <a:pt x="25117" y="7129"/>
                    </a:moveTo>
                    <a:cubicBezTo>
                      <a:pt x="25128" y="7155"/>
                      <a:pt x="25140" y="7182"/>
                      <a:pt x="25152" y="7208"/>
                    </a:cubicBezTo>
                    <a:cubicBezTo>
                      <a:pt x="25152" y="7208"/>
                      <a:pt x="25142" y="7180"/>
                      <a:pt x="25117" y="7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12"/>
              <p:cNvSpPr/>
              <p:nvPr/>
            </p:nvSpPr>
            <p:spPr>
              <a:xfrm>
                <a:off x="4033875" y="1359750"/>
                <a:ext cx="636325" cy="1356000"/>
              </a:xfrm>
              <a:custGeom>
                <a:rect b="b" l="l" r="r" t="t"/>
                <a:pathLst>
                  <a:path extrusionOk="0" fill="none" h="54240" w="25453">
                    <a:moveTo>
                      <a:pt x="25452" y="54239"/>
                    </a:moveTo>
                    <a:cubicBezTo>
                      <a:pt x="25452" y="49703"/>
                      <a:pt x="21483" y="45300"/>
                      <a:pt x="16413" y="42397"/>
                    </a:cubicBezTo>
                    <a:cubicBezTo>
                      <a:pt x="11342" y="39495"/>
                      <a:pt x="5505" y="38461"/>
                      <a:pt x="2736" y="31456"/>
                    </a:cubicBezTo>
                    <a:cubicBezTo>
                      <a:pt x="1" y="24418"/>
                      <a:pt x="701" y="22450"/>
                      <a:pt x="1168" y="18113"/>
                    </a:cubicBezTo>
                    <a:cubicBezTo>
                      <a:pt x="1635" y="13810"/>
                      <a:pt x="3136" y="4470"/>
                      <a:pt x="2336" y="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12"/>
              <p:cNvSpPr/>
              <p:nvPr/>
            </p:nvSpPr>
            <p:spPr>
              <a:xfrm>
                <a:off x="4139800" y="1480675"/>
                <a:ext cx="91750" cy="813100"/>
              </a:xfrm>
              <a:custGeom>
                <a:rect b="b" l="l" r="r" t="t"/>
                <a:pathLst>
                  <a:path extrusionOk="0" fill="none" h="32524" w="3670">
                    <a:moveTo>
                      <a:pt x="1835" y="0"/>
                    </a:moveTo>
                    <a:cubicBezTo>
                      <a:pt x="3403" y="6171"/>
                      <a:pt x="3670" y="10908"/>
                      <a:pt x="1835" y="18013"/>
                    </a:cubicBezTo>
                    <a:cubicBezTo>
                      <a:pt x="0" y="25118"/>
                      <a:pt x="2369" y="30789"/>
                      <a:pt x="2902" y="32524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12"/>
              <p:cNvSpPr/>
              <p:nvPr/>
            </p:nvSpPr>
            <p:spPr>
              <a:xfrm>
                <a:off x="3978000" y="2037725"/>
                <a:ext cx="441175" cy="373625"/>
              </a:xfrm>
              <a:custGeom>
                <a:rect b="b" l="l" r="r" t="t"/>
                <a:pathLst>
                  <a:path extrusionOk="0" fill="none" h="14945" w="17647">
                    <a:moveTo>
                      <a:pt x="1" y="1"/>
                    </a:moveTo>
                    <a:cubicBezTo>
                      <a:pt x="2503" y="5305"/>
                      <a:pt x="2203" y="10875"/>
                      <a:pt x="4571" y="12910"/>
                    </a:cubicBezTo>
                    <a:cubicBezTo>
                      <a:pt x="6906" y="14945"/>
                      <a:pt x="14311" y="12677"/>
                      <a:pt x="17647" y="1471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12"/>
              <p:cNvSpPr/>
              <p:nvPr/>
            </p:nvSpPr>
            <p:spPr>
              <a:xfrm>
                <a:off x="4273225" y="1963525"/>
                <a:ext cx="320250" cy="575425"/>
              </a:xfrm>
              <a:custGeom>
                <a:rect b="b" l="l" r="r" t="t"/>
                <a:pathLst>
                  <a:path extrusionOk="0" fill="none" h="23017" w="12810">
                    <a:moveTo>
                      <a:pt x="0" y="0"/>
                    </a:moveTo>
                    <a:cubicBezTo>
                      <a:pt x="2135" y="5170"/>
                      <a:pt x="2335" y="9373"/>
                      <a:pt x="5838" y="11508"/>
                    </a:cubicBezTo>
                    <a:cubicBezTo>
                      <a:pt x="9340" y="13643"/>
                      <a:pt x="9707" y="13210"/>
                      <a:pt x="10541" y="16345"/>
                    </a:cubicBezTo>
                    <a:cubicBezTo>
                      <a:pt x="11175" y="18613"/>
                      <a:pt x="11942" y="20848"/>
                      <a:pt x="12810" y="2301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12"/>
              <p:cNvSpPr/>
              <p:nvPr/>
            </p:nvSpPr>
            <p:spPr>
              <a:xfrm>
                <a:off x="4038050" y="2504725"/>
                <a:ext cx="627975" cy="172650"/>
              </a:xfrm>
              <a:custGeom>
                <a:rect b="b" l="l" r="r" t="t"/>
                <a:pathLst>
                  <a:path extrusionOk="0" fill="none" h="6906" w="25119">
                    <a:moveTo>
                      <a:pt x="1" y="301"/>
                    </a:moveTo>
                    <a:cubicBezTo>
                      <a:pt x="5805" y="1"/>
                      <a:pt x="8207" y="3270"/>
                      <a:pt x="11776" y="4204"/>
                    </a:cubicBezTo>
                    <a:cubicBezTo>
                      <a:pt x="15312" y="5105"/>
                      <a:pt x="16646" y="3337"/>
                      <a:pt x="19281" y="3337"/>
                    </a:cubicBezTo>
                    <a:cubicBezTo>
                      <a:pt x="21916" y="3303"/>
                      <a:pt x="25119" y="6906"/>
                      <a:pt x="25119" y="690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3" name="Google Shape;1153;p12"/>
          <p:cNvGrpSpPr/>
          <p:nvPr/>
        </p:nvGrpSpPr>
        <p:grpSpPr>
          <a:xfrm rot="-1377477">
            <a:off x="5897706" y="3309111"/>
            <a:ext cx="761822" cy="1156114"/>
            <a:chOff x="4191425" y="5591575"/>
            <a:chExt cx="761150" cy="1181575"/>
          </a:xfrm>
        </p:grpSpPr>
        <p:sp>
          <p:nvSpPr>
            <p:cNvPr id="1154" name="Google Shape;1154;p12"/>
            <p:cNvSpPr/>
            <p:nvPr/>
          </p:nvSpPr>
          <p:spPr>
            <a:xfrm>
              <a:off x="4314000" y="5827450"/>
              <a:ext cx="263550" cy="778075"/>
            </a:xfrm>
            <a:custGeom>
              <a:rect b="b" l="l" r="r" t="t"/>
              <a:pathLst>
                <a:path extrusionOk="0" fill="none" h="31123" w="10542">
                  <a:moveTo>
                    <a:pt x="5538" y="31123"/>
                  </a:moveTo>
                  <a:cubicBezTo>
                    <a:pt x="4537" y="26953"/>
                    <a:pt x="1001" y="28821"/>
                    <a:pt x="1201" y="23350"/>
                  </a:cubicBezTo>
                  <a:cubicBezTo>
                    <a:pt x="1368" y="17846"/>
                    <a:pt x="3503" y="16812"/>
                    <a:pt x="2769" y="13076"/>
                  </a:cubicBezTo>
                  <a:cubicBezTo>
                    <a:pt x="2002" y="9307"/>
                    <a:pt x="1" y="8907"/>
                    <a:pt x="1668" y="5204"/>
                  </a:cubicBezTo>
                  <a:cubicBezTo>
                    <a:pt x="3336" y="1535"/>
                    <a:pt x="10541" y="0"/>
                    <a:pt x="10541" y="0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2"/>
            <p:cNvSpPr/>
            <p:nvPr/>
          </p:nvSpPr>
          <p:spPr>
            <a:xfrm>
              <a:off x="4329000" y="5809050"/>
              <a:ext cx="312750" cy="522200"/>
            </a:xfrm>
            <a:custGeom>
              <a:rect b="b" l="l" r="r" t="t"/>
              <a:pathLst>
                <a:path extrusionOk="0" h="20888" w="12510">
                  <a:moveTo>
                    <a:pt x="8338" y="0"/>
                  </a:moveTo>
                  <a:cubicBezTo>
                    <a:pt x="7919" y="0"/>
                    <a:pt x="7640" y="136"/>
                    <a:pt x="7640" y="136"/>
                  </a:cubicBezTo>
                  <a:cubicBezTo>
                    <a:pt x="3770" y="636"/>
                    <a:pt x="4137" y="5973"/>
                    <a:pt x="4137" y="5973"/>
                  </a:cubicBezTo>
                  <a:cubicBezTo>
                    <a:pt x="4137" y="5973"/>
                    <a:pt x="1102" y="6474"/>
                    <a:pt x="668" y="8876"/>
                  </a:cubicBezTo>
                  <a:cubicBezTo>
                    <a:pt x="401" y="10210"/>
                    <a:pt x="1068" y="11577"/>
                    <a:pt x="2336" y="12145"/>
                  </a:cubicBezTo>
                  <a:cubicBezTo>
                    <a:pt x="335" y="12645"/>
                    <a:pt x="101" y="14713"/>
                    <a:pt x="1535" y="14880"/>
                  </a:cubicBezTo>
                  <a:cubicBezTo>
                    <a:pt x="568" y="16147"/>
                    <a:pt x="368" y="16881"/>
                    <a:pt x="1736" y="17682"/>
                  </a:cubicBezTo>
                  <a:cubicBezTo>
                    <a:pt x="101" y="18549"/>
                    <a:pt x="1" y="20817"/>
                    <a:pt x="1402" y="20884"/>
                  </a:cubicBezTo>
                  <a:cubicBezTo>
                    <a:pt x="1450" y="20887"/>
                    <a:pt x="1496" y="20888"/>
                    <a:pt x="1542" y="20888"/>
                  </a:cubicBezTo>
                  <a:cubicBezTo>
                    <a:pt x="3376" y="20888"/>
                    <a:pt x="3482" y="18956"/>
                    <a:pt x="2603" y="17882"/>
                  </a:cubicBezTo>
                  <a:cubicBezTo>
                    <a:pt x="3870" y="17215"/>
                    <a:pt x="4404" y="16348"/>
                    <a:pt x="3704" y="15047"/>
                  </a:cubicBezTo>
                  <a:cubicBezTo>
                    <a:pt x="4938" y="14146"/>
                    <a:pt x="5005" y="13145"/>
                    <a:pt x="3870" y="12011"/>
                  </a:cubicBezTo>
                  <a:cubicBezTo>
                    <a:pt x="6506" y="11577"/>
                    <a:pt x="7873" y="10343"/>
                    <a:pt x="6973" y="7641"/>
                  </a:cubicBezTo>
                  <a:cubicBezTo>
                    <a:pt x="6973" y="7641"/>
                    <a:pt x="12510" y="7174"/>
                    <a:pt x="11209" y="3105"/>
                  </a:cubicBezTo>
                  <a:cubicBezTo>
                    <a:pt x="10365" y="464"/>
                    <a:pt x="9113" y="0"/>
                    <a:pt x="83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2"/>
            <p:cNvSpPr/>
            <p:nvPr/>
          </p:nvSpPr>
          <p:spPr>
            <a:xfrm>
              <a:off x="4299000" y="5822450"/>
              <a:ext cx="432825" cy="950700"/>
            </a:xfrm>
            <a:custGeom>
              <a:rect b="b" l="l" r="r" t="t"/>
              <a:pathLst>
                <a:path extrusionOk="0" fill="none" h="38028" w="17313">
                  <a:moveTo>
                    <a:pt x="3769" y="38027"/>
                  </a:moveTo>
                  <a:cubicBezTo>
                    <a:pt x="6538" y="35426"/>
                    <a:pt x="5204" y="32557"/>
                    <a:pt x="3769" y="28787"/>
                  </a:cubicBezTo>
                  <a:cubicBezTo>
                    <a:pt x="2368" y="25018"/>
                    <a:pt x="5070" y="21816"/>
                    <a:pt x="6538" y="19748"/>
                  </a:cubicBezTo>
                  <a:cubicBezTo>
                    <a:pt x="8039" y="17646"/>
                    <a:pt x="7105" y="14310"/>
                    <a:pt x="8339" y="11075"/>
                  </a:cubicBezTo>
                  <a:cubicBezTo>
                    <a:pt x="9574" y="7873"/>
                    <a:pt x="17312" y="4237"/>
                    <a:pt x="17312" y="4237"/>
                  </a:cubicBezTo>
                  <a:lnTo>
                    <a:pt x="13810" y="0"/>
                  </a:lnTo>
                  <a:cubicBezTo>
                    <a:pt x="13810" y="0"/>
                    <a:pt x="6805" y="2802"/>
                    <a:pt x="5004" y="8239"/>
                  </a:cubicBezTo>
                  <a:cubicBezTo>
                    <a:pt x="3236" y="13643"/>
                    <a:pt x="5004" y="17646"/>
                    <a:pt x="2502" y="22149"/>
                  </a:cubicBezTo>
                  <a:cubicBezTo>
                    <a:pt x="0" y="26619"/>
                    <a:pt x="200" y="28154"/>
                    <a:pt x="1268" y="30889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2"/>
            <p:cNvSpPr/>
            <p:nvPr/>
          </p:nvSpPr>
          <p:spPr>
            <a:xfrm>
              <a:off x="4191425" y="5771575"/>
              <a:ext cx="341100" cy="916500"/>
            </a:xfrm>
            <a:custGeom>
              <a:rect b="b" l="l" r="r" t="t"/>
              <a:pathLst>
                <a:path extrusionOk="0" fill="none" h="36660" w="13644">
                  <a:moveTo>
                    <a:pt x="1768" y="36660"/>
                  </a:moveTo>
                  <a:cubicBezTo>
                    <a:pt x="2969" y="34258"/>
                    <a:pt x="0" y="30089"/>
                    <a:pt x="1768" y="26253"/>
                  </a:cubicBezTo>
                  <a:cubicBezTo>
                    <a:pt x="3536" y="22416"/>
                    <a:pt x="5304" y="21149"/>
                    <a:pt x="4270" y="17813"/>
                  </a:cubicBezTo>
                  <a:cubicBezTo>
                    <a:pt x="3202" y="14477"/>
                    <a:pt x="500" y="11842"/>
                    <a:pt x="3269" y="7773"/>
                  </a:cubicBezTo>
                  <a:cubicBezTo>
                    <a:pt x="6038" y="3703"/>
                    <a:pt x="11041" y="100"/>
                    <a:pt x="13643" y="0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2"/>
            <p:cNvSpPr/>
            <p:nvPr/>
          </p:nvSpPr>
          <p:spPr>
            <a:xfrm>
              <a:off x="4406575" y="5591575"/>
              <a:ext cx="546000" cy="364150"/>
            </a:xfrm>
            <a:custGeom>
              <a:rect b="b" l="l" r="r" t="t"/>
              <a:pathLst>
                <a:path extrusionOk="0" h="14566" w="21840">
                  <a:moveTo>
                    <a:pt x="12052" y="1"/>
                  </a:moveTo>
                  <a:cubicBezTo>
                    <a:pt x="10985" y="1"/>
                    <a:pt x="9861" y="116"/>
                    <a:pt x="8706" y="362"/>
                  </a:cubicBezTo>
                  <a:cubicBezTo>
                    <a:pt x="1401" y="1897"/>
                    <a:pt x="1068" y="2564"/>
                    <a:pt x="667" y="4031"/>
                  </a:cubicBezTo>
                  <a:cubicBezTo>
                    <a:pt x="0" y="6300"/>
                    <a:pt x="4603" y="13105"/>
                    <a:pt x="10141" y="14339"/>
                  </a:cubicBezTo>
                  <a:cubicBezTo>
                    <a:pt x="10851" y="14493"/>
                    <a:pt x="11513" y="14566"/>
                    <a:pt x="12130" y="14566"/>
                  </a:cubicBezTo>
                  <a:cubicBezTo>
                    <a:pt x="16319" y="14566"/>
                    <a:pt x="18466" y="11209"/>
                    <a:pt x="20181" y="7167"/>
                  </a:cubicBezTo>
                  <a:cubicBezTo>
                    <a:pt x="21840" y="3288"/>
                    <a:pt x="17766" y="1"/>
                    <a:pt x="120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9" name="Google Shape;1159;p12"/>
          <p:cNvGrpSpPr/>
          <p:nvPr/>
        </p:nvGrpSpPr>
        <p:grpSpPr>
          <a:xfrm>
            <a:off x="4226497" y="2820661"/>
            <a:ext cx="500404" cy="295550"/>
            <a:chOff x="-1677100" y="665488"/>
            <a:chExt cx="483950" cy="295550"/>
          </a:xfrm>
        </p:grpSpPr>
        <p:sp>
          <p:nvSpPr>
            <p:cNvPr id="1160" name="Google Shape;1160;p12"/>
            <p:cNvSpPr/>
            <p:nvPr/>
          </p:nvSpPr>
          <p:spPr>
            <a:xfrm>
              <a:off x="-1619325" y="675488"/>
              <a:ext cx="268550" cy="261600"/>
            </a:xfrm>
            <a:custGeom>
              <a:rect b="b" l="l" r="r" t="t"/>
              <a:pathLst>
                <a:path extrusionOk="0" h="10464" w="10742">
                  <a:moveTo>
                    <a:pt x="8264" y="1"/>
                  </a:moveTo>
                  <a:cubicBezTo>
                    <a:pt x="7319" y="1"/>
                    <a:pt x="3441" y="26"/>
                    <a:pt x="1836" y="435"/>
                  </a:cubicBezTo>
                  <a:cubicBezTo>
                    <a:pt x="1" y="902"/>
                    <a:pt x="1469" y="1802"/>
                    <a:pt x="6772" y="2570"/>
                  </a:cubicBezTo>
                  <a:lnTo>
                    <a:pt x="7840" y="5405"/>
                  </a:lnTo>
                  <a:cubicBezTo>
                    <a:pt x="7840" y="5405"/>
                    <a:pt x="4871" y="10108"/>
                    <a:pt x="5905" y="10442"/>
                  </a:cubicBezTo>
                  <a:cubicBezTo>
                    <a:pt x="5947" y="10457"/>
                    <a:pt x="5993" y="10464"/>
                    <a:pt x="6043" y="10464"/>
                  </a:cubicBezTo>
                  <a:cubicBezTo>
                    <a:pt x="7239" y="10464"/>
                    <a:pt x="10742" y="6439"/>
                    <a:pt x="10742" y="6439"/>
                  </a:cubicBezTo>
                  <a:lnTo>
                    <a:pt x="8474" y="1"/>
                  </a:lnTo>
                  <a:cubicBezTo>
                    <a:pt x="8474" y="1"/>
                    <a:pt x="8399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2"/>
            <p:cNvSpPr/>
            <p:nvPr/>
          </p:nvSpPr>
          <p:spPr>
            <a:xfrm>
              <a:off x="-1677100" y="820688"/>
              <a:ext cx="98675" cy="53325"/>
            </a:xfrm>
            <a:custGeom>
              <a:rect b="b" l="l" r="r" t="t"/>
              <a:pathLst>
                <a:path extrusionOk="0" h="2133" w="3947">
                  <a:moveTo>
                    <a:pt x="682" y="1"/>
                  </a:moveTo>
                  <a:cubicBezTo>
                    <a:pt x="273" y="1"/>
                    <a:pt x="0" y="92"/>
                    <a:pt x="10" y="231"/>
                  </a:cubicBezTo>
                  <a:cubicBezTo>
                    <a:pt x="77" y="731"/>
                    <a:pt x="3946" y="2132"/>
                    <a:pt x="3946" y="2132"/>
                  </a:cubicBezTo>
                  <a:cubicBezTo>
                    <a:pt x="3384" y="514"/>
                    <a:pt x="1650" y="1"/>
                    <a:pt x="6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2"/>
            <p:cNvSpPr/>
            <p:nvPr/>
          </p:nvSpPr>
          <p:spPr>
            <a:xfrm>
              <a:off x="-1643500" y="873988"/>
              <a:ext cx="72575" cy="87050"/>
            </a:xfrm>
            <a:custGeom>
              <a:rect b="b" l="l" r="r" t="t"/>
              <a:pathLst>
                <a:path extrusionOk="0" h="3482" w="2903">
                  <a:moveTo>
                    <a:pt x="2602" y="0"/>
                  </a:moveTo>
                  <a:cubicBezTo>
                    <a:pt x="2602" y="0"/>
                    <a:pt x="1" y="3102"/>
                    <a:pt x="267" y="3436"/>
                  </a:cubicBezTo>
                  <a:cubicBezTo>
                    <a:pt x="291" y="3466"/>
                    <a:pt x="337" y="3481"/>
                    <a:pt x="400" y="3481"/>
                  </a:cubicBezTo>
                  <a:cubicBezTo>
                    <a:pt x="963" y="3481"/>
                    <a:pt x="2902" y="2280"/>
                    <a:pt x="2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2"/>
            <p:cNvSpPr/>
            <p:nvPr/>
          </p:nvSpPr>
          <p:spPr>
            <a:xfrm>
              <a:off x="-1607650" y="665488"/>
              <a:ext cx="414500" cy="213650"/>
            </a:xfrm>
            <a:custGeom>
              <a:rect b="b" l="l" r="r" t="t"/>
              <a:pathLst>
                <a:path extrusionOk="0" h="8546" w="16580">
                  <a:moveTo>
                    <a:pt x="10508" y="1"/>
                  </a:moveTo>
                  <a:cubicBezTo>
                    <a:pt x="5972" y="34"/>
                    <a:pt x="1" y="4304"/>
                    <a:pt x="1168" y="8340"/>
                  </a:cubicBezTo>
                  <a:cubicBezTo>
                    <a:pt x="2040" y="8477"/>
                    <a:pt x="2917" y="8545"/>
                    <a:pt x="3792" y="8545"/>
                  </a:cubicBezTo>
                  <a:cubicBezTo>
                    <a:pt x="5899" y="8545"/>
                    <a:pt x="7995" y="8151"/>
                    <a:pt x="9975" y="7373"/>
                  </a:cubicBezTo>
                  <a:cubicBezTo>
                    <a:pt x="14578" y="5505"/>
                    <a:pt x="16579" y="3036"/>
                    <a:pt x="16579" y="3036"/>
                  </a:cubicBezTo>
                  <a:cubicBezTo>
                    <a:pt x="16579" y="3036"/>
                    <a:pt x="15012" y="1"/>
                    <a:pt x="10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2"/>
            <p:cNvSpPr/>
            <p:nvPr/>
          </p:nvSpPr>
          <p:spPr>
            <a:xfrm>
              <a:off x="-1396650" y="740563"/>
              <a:ext cx="78400" cy="90900"/>
            </a:xfrm>
            <a:custGeom>
              <a:rect b="b" l="l" r="r" t="t"/>
              <a:pathLst>
                <a:path extrusionOk="0" fill="none" h="3636" w="3136">
                  <a:moveTo>
                    <a:pt x="3136" y="3636"/>
                  </a:moveTo>
                  <a:cubicBezTo>
                    <a:pt x="0" y="2569"/>
                    <a:pt x="134" y="0"/>
                    <a:pt x="134" y="0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2"/>
            <p:cNvSpPr/>
            <p:nvPr/>
          </p:nvSpPr>
          <p:spPr>
            <a:xfrm>
              <a:off x="-1342450" y="730538"/>
              <a:ext cx="32550" cy="31725"/>
            </a:xfrm>
            <a:custGeom>
              <a:rect b="b" l="l" r="r" t="t"/>
              <a:pathLst>
                <a:path extrusionOk="0" h="1269" w="1302">
                  <a:moveTo>
                    <a:pt x="601" y="1"/>
                  </a:moveTo>
                  <a:cubicBezTo>
                    <a:pt x="267" y="34"/>
                    <a:pt x="0" y="334"/>
                    <a:pt x="34" y="668"/>
                  </a:cubicBezTo>
                  <a:cubicBezTo>
                    <a:pt x="34" y="1001"/>
                    <a:pt x="334" y="1268"/>
                    <a:pt x="668" y="1268"/>
                  </a:cubicBezTo>
                  <a:cubicBezTo>
                    <a:pt x="1035" y="1235"/>
                    <a:pt x="1301" y="935"/>
                    <a:pt x="1268" y="601"/>
                  </a:cubicBezTo>
                  <a:cubicBezTo>
                    <a:pt x="1235" y="268"/>
                    <a:pt x="9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2"/>
            <p:cNvSpPr/>
            <p:nvPr/>
          </p:nvSpPr>
          <p:spPr>
            <a:xfrm>
              <a:off x="-1334100" y="738888"/>
              <a:ext cx="8350" cy="8350"/>
            </a:xfrm>
            <a:custGeom>
              <a:rect b="b" l="l" r="r" t="t"/>
              <a:pathLst>
                <a:path extrusionOk="0" h="334" w="334">
                  <a:moveTo>
                    <a:pt x="133" y="0"/>
                  </a:moveTo>
                  <a:cubicBezTo>
                    <a:pt x="67" y="0"/>
                    <a:pt x="0" y="100"/>
                    <a:pt x="0" y="167"/>
                  </a:cubicBezTo>
                  <a:cubicBezTo>
                    <a:pt x="0" y="267"/>
                    <a:pt x="67" y="334"/>
                    <a:pt x="167" y="334"/>
                  </a:cubicBezTo>
                  <a:cubicBezTo>
                    <a:pt x="267" y="334"/>
                    <a:pt x="334" y="267"/>
                    <a:pt x="334" y="167"/>
                  </a:cubicBezTo>
                  <a:cubicBezTo>
                    <a:pt x="334" y="67"/>
                    <a:pt x="234" y="0"/>
                    <a:pt x="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7" name="Google Shape;1167;p12"/>
          <p:cNvGrpSpPr/>
          <p:nvPr/>
        </p:nvGrpSpPr>
        <p:grpSpPr>
          <a:xfrm>
            <a:off x="2986642" y="4465810"/>
            <a:ext cx="3372174" cy="1106034"/>
            <a:chOff x="2675364" y="4068462"/>
            <a:chExt cx="3261290" cy="1106034"/>
          </a:xfrm>
        </p:grpSpPr>
        <p:grpSp>
          <p:nvGrpSpPr>
            <p:cNvPr id="1168" name="Google Shape;1168;p12"/>
            <p:cNvGrpSpPr/>
            <p:nvPr/>
          </p:nvGrpSpPr>
          <p:grpSpPr>
            <a:xfrm>
              <a:off x="2675364" y="4632567"/>
              <a:ext cx="1627676" cy="478232"/>
              <a:chOff x="8674525" y="3553425"/>
              <a:chExt cx="2514950" cy="738925"/>
            </a:xfrm>
          </p:grpSpPr>
          <p:sp>
            <p:nvSpPr>
              <p:cNvPr id="1169" name="Google Shape;1169;p12"/>
              <p:cNvSpPr/>
              <p:nvPr/>
            </p:nvSpPr>
            <p:spPr>
              <a:xfrm>
                <a:off x="9513875" y="3562600"/>
                <a:ext cx="1199925" cy="590600"/>
              </a:xfrm>
              <a:custGeom>
                <a:rect b="b" l="l" r="r" t="t"/>
                <a:pathLst>
                  <a:path extrusionOk="0" h="23624" w="47997">
                    <a:moveTo>
                      <a:pt x="14770" y="0"/>
                    </a:moveTo>
                    <a:cubicBezTo>
                      <a:pt x="8133" y="0"/>
                      <a:pt x="0" y="3063"/>
                      <a:pt x="3041" y="5363"/>
                    </a:cubicBezTo>
                    <a:cubicBezTo>
                      <a:pt x="3763" y="5910"/>
                      <a:pt x="4686" y="6108"/>
                      <a:pt x="5732" y="6108"/>
                    </a:cubicBezTo>
                    <a:cubicBezTo>
                      <a:pt x="8462" y="6108"/>
                      <a:pt x="12028" y="4761"/>
                      <a:pt x="15051" y="4761"/>
                    </a:cubicBezTo>
                    <a:cubicBezTo>
                      <a:pt x="16102" y="4761"/>
                      <a:pt x="17088" y="4924"/>
                      <a:pt x="17950" y="5363"/>
                    </a:cubicBezTo>
                    <a:cubicBezTo>
                      <a:pt x="22238" y="7550"/>
                      <a:pt x="22636" y="11554"/>
                      <a:pt x="28514" y="12633"/>
                    </a:cubicBezTo>
                    <a:cubicBezTo>
                      <a:pt x="29468" y="12804"/>
                      <a:pt x="30368" y="12868"/>
                      <a:pt x="31222" y="12868"/>
                    </a:cubicBezTo>
                    <a:cubicBezTo>
                      <a:pt x="33844" y="12868"/>
                      <a:pt x="36024" y="12261"/>
                      <a:pt x="37966" y="12261"/>
                    </a:cubicBezTo>
                    <a:cubicBezTo>
                      <a:pt x="39287" y="12261"/>
                      <a:pt x="40498" y="12542"/>
                      <a:pt x="41663" y="13485"/>
                    </a:cubicBezTo>
                    <a:cubicBezTo>
                      <a:pt x="43821" y="15218"/>
                      <a:pt x="44191" y="18398"/>
                      <a:pt x="47996" y="23624"/>
                    </a:cubicBezTo>
                    <a:cubicBezTo>
                      <a:pt x="45809" y="17717"/>
                      <a:pt x="46292" y="11554"/>
                      <a:pt x="40470" y="9027"/>
                    </a:cubicBezTo>
                    <a:cubicBezTo>
                      <a:pt x="38993" y="8378"/>
                      <a:pt x="37874" y="8152"/>
                      <a:pt x="36946" y="8152"/>
                    </a:cubicBezTo>
                    <a:cubicBezTo>
                      <a:pt x="34808" y="8152"/>
                      <a:pt x="33683" y="9352"/>
                      <a:pt x="31523" y="9352"/>
                    </a:cubicBezTo>
                    <a:cubicBezTo>
                      <a:pt x="30926" y="9352"/>
                      <a:pt x="30250" y="9261"/>
                      <a:pt x="29452" y="9027"/>
                    </a:cubicBezTo>
                    <a:cubicBezTo>
                      <a:pt x="24482" y="7550"/>
                      <a:pt x="23033" y="592"/>
                      <a:pt x="16218" y="53"/>
                    </a:cubicBezTo>
                    <a:cubicBezTo>
                      <a:pt x="15747" y="17"/>
                      <a:pt x="15262" y="0"/>
                      <a:pt x="147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12"/>
              <p:cNvSpPr/>
              <p:nvPr/>
            </p:nvSpPr>
            <p:spPr>
              <a:xfrm>
                <a:off x="9858975" y="4039550"/>
                <a:ext cx="854825" cy="249475"/>
              </a:xfrm>
              <a:custGeom>
                <a:rect b="b" l="l" r="r" t="t"/>
                <a:pathLst>
                  <a:path extrusionOk="0" h="9979" w="34193">
                    <a:moveTo>
                      <a:pt x="18678" y="1"/>
                    </a:moveTo>
                    <a:cubicBezTo>
                      <a:pt x="15005" y="1"/>
                      <a:pt x="10976" y="836"/>
                      <a:pt x="6816" y="3211"/>
                    </a:cubicBezTo>
                    <a:cubicBezTo>
                      <a:pt x="1205" y="6388"/>
                      <a:pt x="0" y="9978"/>
                      <a:pt x="3787" y="9978"/>
                    </a:cubicBezTo>
                    <a:cubicBezTo>
                      <a:pt x="4333" y="9978"/>
                      <a:pt x="4982" y="9904"/>
                      <a:pt x="5736" y="9743"/>
                    </a:cubicBezTo>
                    <a:cubicBezTo>
                      <a:pt x="11757" y="8465"/>
                      <a:pt x="12836" y="5966"/>
                      <a:pt x="16698" y="4546"/>
                    </a:cubicBezTo>
                    <a:cubicBezTo>
                      <a:pt x="18889" y="3746"/>
                      <a:pt x="20269" y="3073"/>
                      <a:pt x="23247" y="3073"/>
                    </a:cubicBezTo>
                    <a:cubicBezTo>
                      <a:pt x="25558" y="3073"/>
                      <a:pt x="28831" y="3478"/>
                      <a:pt x="34192" y="4546"/>
                    </a:cubicBezTo>
                    <a:cubicBezTo>
                      <a:pt x="34192" y="4546"/>
                      <a:pt x="29307" y="1734"/>
                      <a:pt x="24309" y="627"/>
                    </a:cubicBezTo>
                    <a:cubicBezTo>
                      <a:pt x="22561" y="247"/>
                      <a:pt x="20672" y="1"/>
                      <a:pt x="186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12"/>
              <p:cNvSpPr/>
              <p:nvPr/>
            </p:nvSpPr>
            <p:spPr>
              <a:xfrm>
                <a:off x="8899075" y="3553425"/>
                <a:ext cx="1327675" cy="473200"/>
              </a:xfrm>
              <a:custGeom>
                <a:rect b="b" l="l" r="r" t="t"/>
                <a:pathLst>
                  <a:path extrusionOk="0" h="18928" w="53107">
                    <a:moveTo>
                      <a:pt x="7686" y="1"/>
                    </a:moveTo>
                    <a:cubicBezTo>
                      <a:pt x="6786" y="1"/>
                      <a:pt x="5921" y="116"/>
                      <a:pt x="5112" y="363"/>
                    </a:cubicBezTo>
                    <a:cubicBezTo>
                      <a:pt x="0" y="1925"/>
                      <a:pt x="6220" y="5247"/>
                      <a:pt x="14853" y="8542"/>
                    </a:cubicBezTo>
                    <a:cubicBezTo>
                      <a:pt x="23458" y="11836"/>
                      <a:pt x="23856" y="16351"/>
                      <a:pt x="28967" y="18368"/>
                    </a:cubicBezTo>
                    <a:cubicBezTo>
                      <a:pt x="29993" y="18766"/>
                      <a:pt x="31059" y="18928"/>
                      <a:pt x="32150" y="18928"/>
                    </a:cubicBezTo>
                    <a:cubicBezTo>
                      <a:pt x="36497" y="18928"/>
                      <a:pt x="41233" y="16368"/>
                      <a:pt x="45297" y="16096"/>
                    </a:cubicBezTo>
                    <a:cubicBezTo>
                      <a:pt x="46911" y="15988"/>
                      <a:pt x="48285" y="15951"/>
                      <a:pt x="49408" y="15951"/>
                    </a:cubicBezTo>
                    <a:cubicBezTo>
                      <a:pt x="51843" y="15951"/>
                      <a:pt x="53106" y="16124"/>
                      <a:pt x="53106" y="16124"/>
                    </a:cubicBezTo>
                    <a:cubicBezTo>
                      <a:pt x="50460" y="15050"/>
                      <a:pt x="47877" y="14687"/>
                      <a:pt x="45244" y="14687"/>
                    </a:cubicBezTo>
                    <a:cubicBezTo>
                      <a:pt x="42310" y="14687"/>
                      <a:pt x="39313" y="15137"/>
                      <a:pt x="36095" y="15556"/>
                    </a:cubicBezTo>
                    <a:cubicBezTo>
                      <a:pt x="35628" y="15617"/>
                      <a:pt x="35173" y="15646"/>
                      <a:pt x="34731" y="15646"/>
                    </a:cubicBezTo>
                    <a:cubicBezTo>
                      <a:pt x="29400" y="15646"/>
                      <a:pt x="25827" y="11398"/>
                      <a:pt x="21868" y="7150"/>
                    </a:cubicBezTo>
                    <a:cubicBezTo>
                      <a:pt x="18258" y="3254"/>
                      <a:pt x="12475" y="1"/>
                      <a:pt x="76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12"/>
              <p:cNvSpPr/>
              <p:nvPr/>
            </p:nvSpPr>
            <p:spPr>
              <a:xfrm>
                <a:off x="8674525" y="3842775"/>
                <a:ext cx="853600" cy="238150"/>
              </a:xfrm>
              <a:custGeom>
                <a:rect b="b" l="l" r="r" t="t"/>
                <a:pathLst>
                  <a:path extrusionOk="0" h="9526" w="34144">
                    <a:moveTo>
                      <a:pt x="9414" y="1"/>
                    </a:moveTo>
                    <a:cubicBezTo>
                      <a:pt x="4875" y="1"/>
                      <a:pt x="954" y="1081"/>
                      <a:pt x="378" y="3585"/>
                    </a:cubicBezTo>
                    <a:cubicBezTo>
                      <a:pt x="1" y="5220"/>
                      <a:pt x="978" y="5718"/>
                      <a:pt x="2724" y="5718"/>
                    </a:cubicBezTo>
                    <a:cubicBezTo>
                      <a:pt x="5441" y="5718"/>
                      <a:pt x="10020" y="4511"/>
                      <a:pt x="14252" y="4511"/>
                    </a:cubicBezTo>
                    <a:cubicBezTo>
                      <a:pt x="14475" y="4511"/>
                      <a:pt x="14697" y="4515"/>
                      <a:pt x="14918" y="4522"/>
                    </a:cubicBezTo>
                    <a:cubicBezTo>
                      <a:pt x="21795" y="4745"/>
                      <a:pt x="26597" y="9526"/>
                      <a:pt x="33714" y="9526"/>
                    </a:cubicBezTo>
                    <a:cubicBezTo>
                      <a:pt x="33857" y="9526"/>
                      <a:pt x="34000" y="9524"/>
                      <a:pt x="34144" y="9520"/>
                    </a:cubicBezTo>
                    <a:cubicBezTo>
                      <a:pt x="27697" y="6794"/>
                      <a:pt x="26135" y="3982"/>
                      <a:pt x="19206" y="1568"/>
                    </a:cubicBezTo>
                    <a:cubicBezTo>
                      <a:pt x="16308" y="567"/>
                      <a:pt x="12699" y="1"/>
                      <a:pt x="94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12"/>
              <p:cNvSpPr/>
              <p:nvPr/>
            </p:nvSpPr>
            <p:spPr>
              <a:xfrm>
                <a:off x="9589875" y="3583775"/>
                <a:ext cx="1123925" cy="694375"/>
              </a:xfrm>
              <a:custGeom>
                <a:rect b="b" l="l" r="r" t="t"/>
                <a:pathLst>
                  <a:path extrusionOk="0" fill="none" h="27775" w="44957">
                    <a:moveTo>
                      <a:pt x="1" y="4516"/>
                    </a:moveTo>
                    <a:cubicBezTo>
                      <a:pt x="11275" y="910"/>
                      <a:pt x="14967" y="1"/>
                      <a:pt x="19283" y="5027"/>
                    </a:cubicBezTo>
                    <a:cubicBezTo>
                      <a:pt x="23600" y="10026"/>
                      <a:pt x="26014" y="11304"/>
                      <a:pt x="31722" y="9742"/>
                    </a:cubicBezTo>
                    <a:cubicBezTo>
                      <a:pt x="37402" y="8151"/>
                      <a:pt x="40639" y="10821"/>
                      <a:pt x="41946" y="14882"/>
                    </a:cubicBezTo>
                    <a:cubicBezTo>
                      <a:pt x="43224" y="18971"/>
                      <a:pt x="44956" y="22777"/>
                      <a:pt x="44956" y="22777"/>
                    </a:cubicBezTo>
                    <a:cubicBezTo>
                      <a:pt x="44956" y="22777"/>
                      <a:pt x="37913" y="18687"/>
                      <a:pt x="31097" y="19880"/>
                    </a:cubicBezTo>
                    <a:cubicBezTo>
                      <a:pt x="24282" y="21073"/>
                      <a:pt x="16216" y="25361"/>
                      <a:pt x="12780" y="2777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12"/>
              <p:cNvSpPr/>
              <p:nvPr/>
            </p:nvSpPr>
            <p:spPr>
              <a:xfrm>
                <a:off x="8980725" y="3598700"/>
                <a:ext cx="1246025" cy="411100"/>
              </a:xfrm>
              <a:custGeom>
                <a:rect b="b" l="l" r="r" t="t"/>
                <a:pathLst>
                  <a:path extrusionOk="0" fill="none" h="16444" w="49841">
                    <a:moveTo>
                      <a:pt x="0" y="0"/>
                    </a:moveTo>
                    <a:cubicBezTo>
                      <a:pt x="8577" y="511"/>
                      <a:pt x="14086" y="2783"/>
                      <a:pt x="18488" y="7668"/>
                    </a:cubicBezTo>
                    <a:cubicBezTo>
                      <a:pt x="22890" y="12553"/>
                      <a:pt x="25332" y="16443"/>
                      <a:pt x="31182" y="15534"/>
                    </a:cubicBezTo>
                    <a:cubicBezTo>
                      <a:pt x="37033" y="14626"/>
                      <a:pt x="44984" y="12638"/>
                      <a:pt x="49840" y="1428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12"/>
              <p:cNvSpPr/>
              <p:nvPr/>
            </p:nvSpPr>
            <p:spPr>
              <a:xfrm>
                <a:off x="8682525" y="3877700"/>
                <a:ext cx="817925" cy="196700"/>
              </a:xfrm>
              <a:custGeom>
                <a:rect b="b" l="l" r="r" t="t"/>
                <a:pathLst>
                  <a:path extrusionOk="0" fill="none" h="7868" w="32717">
                    <a:moveTo>
                      <a:pt x="1" y="3125"/>
                    </a:moveTo>
                    <a:cubicBezTo>
                      <a:pt x="8577" y="86"/>
                      <a:pt x="16501" y="1"/>
                      <a:pt x="22095" y="2898"/>
                    </a:cubicBezTo>
                    <a:cubicBezTo>
                      <a:pt x="27718" y="5794"/>
                      <a:pt x="29024" y="7498"/>
                      <a:pt x="32716" y="786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12"/>
              <p:cNvSpPr/>
              <p:nvPr/>
            </p:nvSpPr>
            <p:spPr>
              <a:xfrm>
                <a:off x="9408125" y="3898300"/>
                <a:ext cx="1781350" cy="394050"/>
              </a:xfrm>
              <a:custGeom>
                <a:rect b="b" l="l" r="r" t="t"/>
                <a:pathLst>
                  <a:path extrusionOk="0" fill="none" h="15762" w="71254">
                    <a:moveTo>
                      <a:pt x="0" y="5084"/>
                    </a:moveTo>
                    <a:cubicBezTo>
                      <a:pt x="9088" y="10962"/>
                      <a:pt x="15961" y="7753"/>
                      <a:pt x="25503" y="3863"/>
                    </a:cubicBezTo>
                    <a:cubicBezTo>
                      <a:pt x="35016" y="1"/>
                      <a:pt x="41832" y="4062"/>
                      <a:pt x="48932" y="8321"/>
                    </a:cubicBezTo>
                    <a:cubicBezTo>
                      <a:pt x="56032" y="12553"/>
                      <a:pt x="62961" y="15762"/>
                      <a:pt x="71253" y="15364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7" name="Google Shape;1177;p12"/>
            <p:cNvGrpSpPr/>
            <p:nvPr/>
          </p:nvGrpSpPr>
          <p:grpSpPr>
            <a:xfrm>
              <a:off x="4630151" y="4406150"/>
              <a:ext cx="1306503" cy="768346"/>
              <a:chOff x="11944150" y="3369375"/>
              <a:chExt cx="1586525" cy="933025"/>
            </a:xfrm>
          </p:grpSpPr>
          <p:sp>
            <p:nvSpPr>
              <p:cNvPr id="1178" name="Google Shape;1178;p12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2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12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12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12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12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12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5" name="Google Shape;1185;p12"/>
            <p:cNvGrpSpPr/>
            <p:nvPr/>
          </p:nvGrpSpPr>
          <p:grpSpPr>
            <a:xfrm flipH="1" rot="899892">
              <a:off x="3194361" y="4224420"/>
              <a:ext cx="1306427" cy="768301"/>
              <a:chOff x="11944150" y="3369375"/>
              <a:chExt cx="1586525" cy="933025"/>
            </a:xfrm>
          </p:grpSpPr>
          <p:sp>
            <p:nvSpPr>
              <p:cNvPr id="1186" name="Google Shape;1186;p12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12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12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12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2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12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12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93" name="Google Shape;1193;p12"/>
          <p:cNvGrpSpPr/>
          <p:nvPr/>
        </p:nvGrpSpPr>
        <p:grpSpPr>
          <a:xfrm rot="-251936">
            <a:off x="4233837" y="2015965"/>
            <a:ext cx="457734" cy="203430"/>
            <a:chOff x="3028264" y="3167975"/>
            <a:chExt cx="442736" cy="203375"/>
          </a:xfrm>
        </p:grpSpPr>
        <p:sp>
          <p:nvSpPr>
            <p:cNvPr id="1194" name="Google Shape;1194;p12"/>
            <p:cNvSpPr/>
            <p:nvPr/>
          </p:nvSpPr>
          <p:spPr>
            <a:xfrm>
              <a:off x="3134900" y="3167975"/>
              <a:ext cx="189500" cy="203375"/>
            </a:xfrm>
            <a:custGeom>
              <a:rect b="b" l="l" r="r" t="t"/>
              <a:pathLst>
                <a:path extrusionOk="0" h="8135" w="7580">
                  <a:moveTo>
                    <a:pt x="4307" y="1"/>
                  </a:moveTo>
                  <a:cubicBezTo>
                    <a:pt x="3145" y="1"/>
                    <a:pt x="1903" y="214"/>
                    <a:pt x="1235" y="724"/>
                  </a:cubicBezTo>
                  <a:cubicBezTo>
                    <a:pt x="1" y="1691"/>
                    <a:pt x="201" y="6661"/>
                    <a:pt x="1869" y="7262"/>
                  </a:cubicBezTo>
                  <a:cubicBezTo>
                    <a:pt x="3134" y="7717"/>
                    <a:pt x="4841" y="8134"/>
                    <a:pt x="5621" y="8134"/>
                  </a:cubicBezTo>
                  <a:cubicBezTo>
                    <a:pt x="5868" y="8134"/>
                    <a:pt x="6022" y="8092"/>
                    <a:pt x="6039" y="7996"/>
                  </a:cubicBezTo>
                  <a:cubicBezTo>
                    <a:pt x="6139" y="7595"/>
                    <a:pt x="3370" y="6028"/>
                    <a:pt x="3370" y="6028"/>
                  </a:cubicBezTo>
                  <a:lnTo>
                    <a:pt x="3537" y="1558"/>
                  </a:lnTo>
                  <a:cubicBezTo>
                    <a:pt x="3945" y="1618"/>
                    <a:pt x="4333" y="1645"/>
                    <a:pt x="4692" y="1645"/>
                  </a:cubicBezTo>
                  <a:cubicBezTo>
                    <a:pt x="6505" y="1645"/>
                    <a:pt x="7580" y="958"/>
                    <a:pt x="6772" y="457"/>
                  </a:cubicBezTo>
                  <a:cubicBezTo>
                    <a:pt x="6330" y="173"/>
                    <a:pt x="5351" y="1"/>
                    <a:pt x="43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2"/>
            <p:cNvSpPr/>
            <p:nvPr/>
          </p:nvSpPr>
          <p:spPr>
            <a:xfrm>
              <a:off x="3351725" y="3228375"/>
              <a:ext cx="106775" cy="64450"/>
            </a:xfrm>
            <a:custGeom>
              <a:rect b="b" l="l" r="r" t="t"/>
              <a:pathLst>
                <a:path extrusionOk="0" h="2578" w="4271">
                  <a:moveTo>
                    <a:pt x="3786" y="1"/>
                  </a:moveTo>
                  <a:cubicBezTo>
                    <a:pt x="2892" y="1"/>
                    <a:pt x="228" y="818"/>
                    <a:pt x="1" y="2577"/>
                  </a:cubicBezTo>
                  <a:cubicBezTo>
                    <a:pt x="1" y="2577"/>
                    <a:pt x="4270" y="376"/>
                    <a:pt x="4070" y="76"/>
                  </a:cubicBezTo>
                  <a:cubicBezTo>
                    <a:pt x="4045" y="26"/>
                    <a:pt x="3943" y="1"/>
                    <a:pt x="37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2"/>
            <p:cNvSpPr/>
            <p:nvPr/>
          </p:nvSpPr>
          <p:spPr>
            <a:xfrm>
              <a:off x="3346125" y="3292800"/>
              <a:ext cx="124875" cy="55525"/>
            </a:xfrm>
            <a:custGeom>
              <a:rect b="b" l="l" r="r" t="t"/>
              <a:pathLst>
                <a:path extrusionOk="0" h="2221" w="4995">
                  <a:moveTo>
                    <a:pt x="225" y="0"/>
                  </a:moveTo>
                  <a:lnTo>
                    <a:pt x="225" y="0"/>
                  </a:lnTo>
                  <a:cubicBezTo>
                    <a:pt x="0" y="366"/>
                    <a:pt x="1880" y="2220"/>
                    <a:pt x="3495" y="2220"/>
                  </a:cubicBezTo>
                  <a:cubicBezTo>
                    <a:pt x="3798" y="2220"/>
                    <a:pt x="4092" y="2155"/>
                    <a:pt x="4361" y="2002"/>
                  </a:cubicBezTo>
                  <a:cubicBezTo>
                    <a:pt x="4995" y="1668"/>
                    <a:pt x="225" y="1"/>
                    <a:pt x="2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2"/>
            <p:cNvSpPr/>
            <p:nvPr/>
          </p:nvSpPr>
          <p:spPr>
            <a:xfrm>
              <a:off x="3028264" y="3194549"/>
              <a:ext cx="334850" cy="165025"/>
            </a:xfrm>
            <a:custGeom>
              <a:rect b="b" l="l" r="r" t="t"/>
              <a:pathLst>
                <a:path extrusionOk="0" h="6601" w="13394">
                  <a:moveTo>
                    <a:pt x="5827" y="0"/>
                  </a:moveTo>
                  <a:cubicBezTo>
                    <a:pt x="5708" y="0"/>
                    <a:pt x="5589" y="5"/>
                    <a:pt x="5471" y="15"/>
                  </a:cubicBezTo>
                  <a:cubicBezTo>
                    <a:pt x="2002" y="316"/>
                    <a:pt x="1" y="4585"/>
                    <a:pt x="167" y="5286"/>
                  </a:cubicBezTo>
                  <a:cubicBezTo>
                    <a:pt x="262" y="5682"/>
                    <a:pt x="2308" y="6601"/>
                    <a:pt x="5208" y="6601"/>
                  </a:cubicBezTo>
                  <a:cubicBezTo>
                    <a:pt x="7437" y="6601"/>
                    <a:pt x="10170" y="6058"/>
                    <a:pt x="12910" y="4318"/>
                  </a:cubicBezTo>
                  <a:cubicBezTo>
                    <a:pt x="13393" y="3996"/>
                    <a:pt x="9238" y="0"/>
                    <a:pt x="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2"/>
            <p:cNvSpPr/>
            <p:nvPr/>
          </p:nvSpPr>
          <p:spPr>
            <a:xfrm>
              <a:off x="3164925" y="3257775"/>
              <a:ext cx="20875" cy="92600"/>
            </a:xfrm>
            <a:custGeom>
              <a:rect b="b" l="l" r="r" t="t"/>
              <a:pathLst>
                <a:path extrusionOk="0" fill="none" h="3704" w="835">
                  <a:moveTo>
                    <a:pt x="1" y="0"/>
                  </a:moveTo>
                  <a:cubicBezTo>
                    <a:pt x="835" y="1535"/>
                    <a:pt x="468" y="3169"/>
                    <a:pt x="34" y="370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2"/>
            <p:cNvSpPr/>
            <p:nvPr/>
          </p:nvSpPr>
          <p:spPr>
            <a:xfrm>
              <a:off x="3081550" y="3257050"/>
              <a:ext cx="28375" cy="25675"/>
            </a:xfrm>
            <a:custGeom>
              <a:rect b="b" l="l" r="r" t="t"/>
              <a:pathLst>
                <a:path extrusionOk="0" h="1027" w="1135">
                  <a:moveTo>
                    <a:pt x="563" y="0"/>
                  </a:moveTo>
                  <a:cubicBezTo>
                    <a:pt x="508" y="0"/>
                    <a:pt x="454" y="9"/>
                    <a:pt x="400" y="29"/>
                  </a:cubicBezTo>
                  <a:cubicBezTo>
                    <a:pt x="133" y="130"/>
                    <a:pt x="0" y="396"/>
                    <a:pt x="100" y="663"/>
                  </a:cubicBezTo>
                  <a:cubicBezTo>
                    <a:pt x="153" y="877"/>
                    <a:pt x="356" y="1026"/>
                    <a:pt x="572" y="1026"/>
                  </a:cubicBezTo>
                  <a:cubicBezTo>
                    <a:pt x="626" y="1026"/>
                    <a:pt x="681" y="1017"/>
                    <a:pt x="734" y="997"/>
                  </a:cubicBezTo>
                  <a:cubicBezTo>
                    <a:pt x="1001" y="897"/>
                    <a:pt x="1134" y="630"/>
                    <a:pt x="1067" y="363"/>
                  </a:cubicBezTo>
                  <a:cubicBezTo>
                    <a:pt x="987" y="150"/>
                    <a:pt x="779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2"/>
            <p:cNvSpPr/>
            <p:nvPr/>
          </p:nvSpPr>
          <p:spPr>
            <a:xfrm>
              <a:off x="3088200" y="3264950"/>
              <a:ext cx="7550" cy="7025"/>
            </a:xfrm>
            <a:custGeom>
              <a:rect b="b" l="l" r="r" t="t"/>
              <a:pathLst>
                <a:path extrusionOk="0" h="281" w="302">
                  <a:moveTo>
                    <a:pt x="159" y="1"/>
                  </a:moveTo>
                  <a:cubicBezTo>
                    <a:pt x="139" y="1"/>
                    <a:pt x="119" y="5"/>
                    <a:pt x="101" y="14"/>
                  </a:cubicBezTo>
                  <a:cubicBezTo>
                    <a:pt x="34" y="14"/>
                    <a:pt x="1" y="114"/>
                    <a:pt x="34" y="180"/>
                  </a:cubicBezTo>
                  <a:cubicBezTo>
                    <a:pt x="34" y="247"/>
                    <a:pt x="134" y="281"/>
                    <a:pt x="201" y="281"/>
                  </a:cubicBezTo>
                  <a:cubicBezTo>
                    <a:pt x="268" y="247"/>
                    <a:pt x="301" y="147"/>
                    <a:pt x="268" y="80"/>
                  </a:cubicBezTo>
                  <a:cubicBezTo>
                    <a:pt x="268" y="32"/>
                    <a:pt x="214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1" name="Google Shape;1201;p12"/>
          <p:cNvGrpSpPr/>
          <p:nvPr/>
        </p:nvGrpSpPr>
        <p:grpSpPr>
          <a:xfrm>
            <a:off x="6368807" y="155781"/>
            <a:ext cx="1807006" cy="1881256"/>
            <a:chOff x="6212367" y="-241567"/>
            <a:chExt cx="1747604" cy="1881256"/>
          </a:xfrm>
        </p:grpSpPr>
        <p:sp>
          <p:nvSpPr>
            <p:cNvPr id="1202" name="Google Shape;1202;p12"/>
            <p:cNvSpPr/>
            <p:nvPr/>
          </p:nvSpPr>
          <p:spPr>
            <a:xfrm rot="2403861">
              <a:off x="6337569" y="130565"/>
              <a:ext cx="1497201" cy="934927"/>
            </a:xfrm>
            <a:custGeom>
              <a:rect b="b" l="l" r="r" t="t"/>
              <a:pathLst>
                <a:path extrusionOk="0" h="22625" w="36235">
                  <a:moveTo>
                    <a:pt x="34937" y="1"/>
                  </a:moveTo>
                  <a:cubicBezTo>
                    <a:pt x="28059" y="9391"/>
                    <a:pt x="10632" y="4972"/>
                    <a:pt x="4693" y="11325"/>
                  </a:cubicBezTo>
                  <a:cubicBezTo>
                    <a:pt x="1" y="16300"/>
                    <a:pt x="2520" y="22625"/>
                    <a:pt x="10301" y="22625"/>
                  </a:cubicBezTo>
                  <a:cubicBezTo>
                    <a:pt x="12412" y="22625"/>
                    <a:pt x="14910" y="22159"/>
                    <a:pt x="17757" y="21074"/>
                  </a:cubicBezTo>
                  <a:cubicBezTo>
                    <a:pt x="31070" y="15992"/>
                    <a:pt x="36235" y="4558"/>
                    <a:pt x="36235" y="4558"/>
                  </a:cubicBezTo>
                  <a:lnTo>
                    <a:pt x="349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2"/>
            <p:cNvSpPr/>
            <p:nvPr/>
          </p:nvSpPr>
          <p:spPr>
            <a:xfrm rot="2403861">
              <a:off x="6466850" y="247514"/>
              <a:ext cx="1356964" cy="682569"/>
            </a:xfrm>
            <a:custGeom>
              <a:rect b="b" l="l" r="r" t="t"/>
              <a:pathLst>
                <a:path extrusionOk="0" fill="none" h="16518" w="32841">
                  <a:moveTo>
                    <a:pt x="32840" y="1"/>
                  </a:moveTo>
                  <a:cubicBezTo>
                    <a:pt x="26046" y="8176"/>
                    <a:pt x="16434" y="14418"/>
                    <a:pt x="1" y="1651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2"/>
            <p:cNvSpPr/>
            <p:nvPr/>
          </p:nvSpPr>
          <p:spPr>
            <a:xfrm rot="2403861">
              <a:off x="6382900" y="410837"/>
              <a:ext cx="566114" cy="330995"/>
            </a:xfrm>
            <a:custGeom>
              <a:rect b="b" l="l" r="r" t="t"/>
              <a:pathLst>
                <a:path extrusionOk="0" fill="none" h="8010" w="13701">
                  <a:moveTo>
                    <a:pt x="1" y="0"/>
                  </a:moveTo>
                  <a:cubicBezTo>
                    <a:pt x="4724" y="2900"/>
                    <a:pt x="13700" y="1685"/>
                    <a:pt x="13700" y="1685"/>
                  </a:cubicBezTo>
                  <a:cubicBezTo>
                    <a:pt x="13700" y="1685"/>
                    <a:pt x="7182" y="6408"/>
                    <a:pt x="2155" y="801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2"/>
            <p:cNvSpPr/>
            <p:nvPr/>
          </p:nvSpPr>
          <p:spPr>
            <a:xfrm rot="2403861">
              <a:off x="6492788" y="406923"/>
              <a:ext cx="701889" cy="517071"/>
            </a:xfrm>
            <a:custGeom>
              <a:rect b="b" l="l" r="r" t="t"/>
              <a:pathLst>
                <a:path extrusionOk="0" fill="none" h="12513" w="16987">
                  <a:moveTo>
                    <a:pt x="1" y="1"/>
                  </a:moveTo>
                  <a:cubicBezTo>
                    <a:pt x="7237" y="4088"/>
                    <a:pt x="16987" y="2155"/>
                    <a:pt x="16987" y="2155"/>
                  </a:cubicBezTo>
                  <a:cubicBezTo>
                    <a:pt x="16987" y="2155"/>
                    <a:pt x="11297" y="9999"/>
                    <a:pt x="5111" y="1251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2"/>
            <p:cNvSpPr/>
            <p:nvPr/>
          </p:nvSpPr>
          <p:spPr>
            <a:xfrm rot="2403861">
              <a:off x="6779299" y="491260"/>
              <a:ext cx="627721" cy="515914"/>
            </a:xfrm>
            <a:custGeom>
              <a:rect b="b" l="l" r="r" t="t"/>
              <a:pathLst>
                <a:path extrusionOk="0" fill="none" h="12485" w="15192">
                  <a:moveTo>
                    <a:pt x="1" y="1"/>
                  </a:moveTo>
                  <a:cubicBezTo>
                    <a:pt x="6298" y="3619"/>
                    <a:pt x="15192" y="1216"/>
                    <a:pt x="15192" y="1216"/>
                  </a:cubicBezTo>
                  <a:cubicBezTo>
                    <a:pt x="15192" y="1216"/>
                    <a:pt x="11739" y="7734"/>
                    <a:pt x="6685" y="12485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2"/>
            <p:cNvSpPr/>
            <p:nvPr/>
          </p:nvSpPr>
          <p:spPr>
            <a:xfrm rot="2403861">
              <a:off x="7161740" y="611659"/>
              <a:ext cx="429141" cy="360706"/>
            </a:xfrm>
            <a:custGeom>
              <a:rect b="b" l="l" r="r" t="t"/>
              <a:pathLst>
                <a:path extrusionOk="0" fill="none" h="8729" w="10386">
                  <a:moveTo>
                    <a:pt x="0" y="498"/>
                  </a:moveTo>
                  <a:cubicBezTo>
                    <a:pt x="4779" y="2045"/>
                    <a:pt x="10385" y="1"/>
                    <a:pt x="10385" y="1"/>
                  </a:cubicBezTo>
                  <a:cubicBezTo>
                    <a:pt x="10385" y="1"/>
                    <a:pt x="9032" y="5856"/>
                    <a:pt x="6878" y="8728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2"/>
            <p:cNvSpPr/>
            <p:nvPr/>
          </p:nvSpPr>
          <p:spPr>
            <a:xfrm rot="2403861">
              <a:off x="7559910" y="680185"/>
              <a:ext cx="184903" cy="304755"/>
            </a:xfrm>
            <a:custGeom>
              <a:rect b="b" l="l" r="r" t="t"/>
              <a:pathLst>
                <a:path extrusionOk="0" fill="none" h="7375" w="4475">
                  <a:moveTo>
                    <a:pt x="0" y="884"/>
                  </a:moveTo>
                  <a:cubicBezTo>
                    <a:pt x="2155" y="967"/>
                    <a:pt x="4475" y="0"/>
                    <a:pt x="4475" y="0"/>
                  </a:cubicBezTo>
                  <a:cubicBezTo>
                    <a:pt x="4475" y="0"/>
                    <a:pt x="3784" y="4944"/>
                    <a:pt x="2293" y="7375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2"/>
            <p:cNvSpPr/>
            <p:nvPr/>
          </p:nvSpPr>
          <p:spPr>
            <a:xfrm rot="2403861">
              <a:off x="6721556" y="458891"/>
              <a:ext cx="897246" cy="1010630"/>
            </a:xfrm>
            <a:custGeom>
              <a:rect b="b" l="l" r="r" t="t"/>
              <a:pathLst>
                <a:path extrusionOk="0" h="24457" w="21715">
                  <a:moveTo>
                    <a:pt x="21715" y="1"/>
                  </a:moveTo>
                  <a:lnTo>
                    <a:pt x="21715" y="1"/>
                  </a:lnTo>
                  <a:cubicBezTo>
                    <a:pt x="11744" y="9502"/>
                    <a:pt x="4177" y="11270"/>
                    <a:pt x="1470" y="18202"/>
                  </a:cubicBezTo>
                  <a:cubicBezTo>
                    <a:pt x="1" y="21927"/>
                    <a:pt x="2168" y="24456"/>
                    <a:pt x="5477" y="24456"/>
                  </a:cubicBezTo>
                  <a:cubicBezTo>
                    <a:pt x="8327" y="24456"/>
                    <a:pt x="12024" y="22581"/>
                    <a:pt x="14976" y="17981"/>
                  </a:cubicBezTo>
                  <a:cubicBezTo>
                    <a:pt x="21356" y="8010"/>
                    <a:pt x="21439" y="6353"/>
                    <a:pt x="21439" y="6353"/>
                  </a:cubicBezTo>
                  <a:lnTo>
                    <a:pt x="217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2"/>
            <p:cNvSpPr/>
            <p:nvPr/>
          </p:nvSpPr>
          <p:spPr>
            <a:xfrm rot="2403861">
              <a:off x="6766644" y="606807"/>
              <a:ext cx="816013" cy="812653"/>
            </a:xfrm>
            <a:custGeom>
              <a:rect b="b" l="l" r="r" t="t"/>
              <a:pathLst>
                <a:path extrusionOk="0" fill="none" h="19666" w="19749">
                  <a:moveTo>
                    <a:pt x="19749" y="0"/>
                  </a:moveTo>
                  <a:cubicBezTo>
                    <a:pt x="16048" y="6822"/>
                    <a:pt x="4254" y="17842"/>
                    <a:pt x="1" y="19665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2"/>
            <p:cNvSpPr/>
            <p:nvPr/>
          </p:nvSpPr>
          <p:spPr>
            <a:xfrm rot="2403861">
              <a:off x="6599137" y="917889"/>
              <a:ext cx="386913" cy="336698"/>
            </a:xfrm>
            <a:custGeom>
              <a:rect b="b" l="l" r="r" t="t"/>
              <a:pathLst>
                <a:path extrusionOk="0" fill="none" h="8148" w="9364">
                  <a:moveTo>
                    <a:pt x="4198" y="8148"/>
                  </a:moveTo>
                  <a:cubicBezTo>
                    <a:pt x="8921" y="3315"/>
                    <a:pt x="9363" y="0"/>
                    <a:pt x="9363" y="0"/>
                  </a:cubicBezTo>
                  <a:cubicBezTo>
                    <a:pt x="9363" y="0"/>
                    <a:pt x="4364" y="2348"/>
                    <a:pt x="0" y="3149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2"/>
            <p:cNvSpPr/>
            <p:nvPr/>
          </p:nvSpPr>
          <p:spPr>
            <a:xfrm rot="2403861">
              <a:off x="6721472" y="891338"/>
              <a:ext cx="439388" cy="369797"/>
            </a:xfrm>
            <a:custGeom>
              <a:rect b="b" l="l" r="r" t="t"/>
              <a:pathLst>
                <a:path extrusionOk="0" fill="none" h="8949" w="10634">
                  <a:moveTo>
                    <a:pt x="0" y="1906"/>
                  </a:moveTo>
                  <a:cubicBezTo>
                    <a:pt x="6187" y="2044"/>
                    <a:pt x="10385" y="0"/>
                    <a:pt x="10385" y="0"/>
                  </a:cubicBezTo>
                  <a:cubicBezTo>
                    <a:pt x="10385" y="0"/>
                    <a:pt x="10634" y="5773"/>
                    <a:pt x="8010" y="8949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2"/>
            <p:cNvSpPr/>
            <p:nvPr/>
          </p:nvSpPr>
          <p:spPr>
            <a:xfrm rot="2403861">
              <a:off x="7292691" y="916097"/>
              <a:ext cx="249981" cy="222606"/>
            </a:xfrm>
            <a:custGeom>
              <a:rect b="b" l="l" r="r" t="t"/>
              <a:pathLst>
                <a:path extrusionOk="0" fill="none" h="5387" w="6050">
                  <a:moveTo>
                    <a:pt x="0" y="0"/>
                  </a:moveTo>
                  <a:cubicBezTo>
                    <a:pt x="1685" y="857"/>
                    <a:pt x="5607" y="221"/>
                    <a:pt x="5607" y="221"/>
                  </a:cubicBezTo>
                  <a:cubicBezTo>
                    <a:pt x="5607" y="221"/>
                    <a:pt x="6049" y="3121"/>
                    <a:pt x="5110" y="538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4" name="Google Shape;1214;p12"/>
          <p:cNvSpPr/>
          <p:nvPr/>
        </p:nvSpPr>
        <p:spPr>
          <a:xfrm>
            <a:off x="7761424" y="1989767"/>
            <a:ext cx="361108" cy="262563"/>
          </a:xfrm>
          <a:custGeom>
            <a:rect b="b" l="l" r="r" t="t"/>
            <a:pathLst>
              <a:path extrusionOk="0" fill="none" h="6354" w="8452">
                <a:moveTo>
                  <a:pt x="8452" y="6353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12"/>
          <p:cNvSpPr/>
          <p:nvPr/>
        </p:nvSpPr>
        <p:spPr>
          <a:xfrm>
            <a:off x="7531311" y="1950965"/>
            <a:ext cx="611302" cy="372109"/>
          </a:xfrm>
          <a:custGeom>
            <a:rect b="b" l="l" r="r" t="t"/>
            <a:pathLst>
              <a:path extrusionOk="0" fill="none" h="9005" w="14308">
                <a:moveTo>
                  <a:pt x="1" y="1"/>
                </a:moveTo>
                <a:lnTo>
                  <a:pt x="14307" y="9005"/>
                </a:lnTo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12"/>
          <p:cNvSpPr/>
          <p:nvPr/>
        </p:nvSpPr>
        <p:spPr>
          <a:xfrm>
            <a:off x="7489996" y="2004602"/>
            <a:ext cx="611302" cy="372109"/>
          </a:xfrm>
          <a:custGeom>
            <a:rect b="b" l="l" r="r" t="t"/>
            <a:pathLst>
              <a:path extrusionOk="0" fill="none" h="9005" w="14308">
                <a:moveTo>
                  <a:pt x="1" y="1"/>
                </a:moveTo>
                <a:lnTo>
                  <a:pt x="14308" y="9005"/>
                </a:lnTo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12"/>
          <p:cNvSpPr/>
          <p:nvPr/>
        </p:nvSpPr>
        <p:spPr>
          <a:xfrm>
            <a:off x="7448724" y="2058238"/>
            <a:ext cx="611302" cy="372109"/>
          </a:xfrm>
          <a:custGeom>
            <a:rect b="b" l="l" r="r" t="t"/>
            <a:pathLst>
              <a:path extrusionOk="0" fill="none" h="9005" w="14308">
                <a:moveTo>
                  <a:pt x="0" y="1"/>
                </a:moveTo>
                <a:lnTo>
                  <a:pt x="14307" y="9005"/>
                </a:lnTo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2"/>
          <p:cNvSpPr txBox="1"/>
          <p:nvPr>
            <p:ph type="title"/>
          </p:nvPr>
        </p:nvSpPr>
        <p:spPr>
          <a:xfrm>
            <a:off x="179273" y="107013"/>
            <a:ext cx="5101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User Manual</a:t>
            </a:r>
            <a:endParaRPr/>
          </a:p>
        </p:txBody>
      </p:sp>
      <p:sp>
        <p:nvSpPr>
          <p:cNvPr id="1219" name="Google Shape;1219;p12"/>
          <p:cNvSpPr txBox="1"/>
          <p:nvPr>
            <p:ph idx="1" type="subTitle"/>
          </p:nvPr>
        </p:nvSpPr>
        <p:spPr>
          <a:xfrm>
            <a:off x="185925" y="825400"/>
            <a:ext cx="45411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Set up a user manual for future students and teachers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 Contains info about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Project Overview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Parts used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Assembly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Data Collection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Placement in water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Maintenance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FAQS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Teachers Guide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Every piece of Documentation is neatly organized in Google Drive folder and will be available in the digital archive. </a:t>
            </a:r>
            <a:endParaRPr/>
          </a:p>
        </p:txBody>
      </p:sp>
      <p:grpSp>
        <p:nvGrpSpPr>
          <p:cNvPr id="1220" name="Google Shape;1220;p12"/>
          <p:cNvGrpSpPr/>
          <p:nvPr/>
        </p:nvGrpSpPr>
        <p:grpSpPr>
          <a:xfrm>
            <a:off x="6857651" y="130001"/>
            <a:ext cx="2167370" cy="813256"/>
            <a:chOff x="3064442" y="730625"/>
            <a:chExt cx="2167370" cy="813256"/>
          </a:xfrm>
        </p:grpSpPr>
        <p:sp>
          <p:nvSpPr>
            <p:cNvPr id="1221" name="Google Shape;1221;p12"/>
            <p:cNvSpPr/>
            <p:nvPr/>
          </p:nvSpPr>
          <p:spPr>
            <a:xfrm flipH="1">
              <a:off x="4111410" y="730625"/>
              <a:ext cx="1120402" cy="370799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2"/>
            <p:cNvSpPr/>
            <p:nvPr/>
          </p:nvSpPr>
          <p:spPr>
            <a:xfrm>
              <a:off x="3064442" y="1065688"/>
              <a:ext cx="1444978" cy="478193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screenshot of a computer&#10;&#10;Description automatically generated" id="1223" name="Google Shape;12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1578" y="100720"/>
            <a:ext cx="4108011" cy="2208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24" name="Google Shape;12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3232" y="2395408"/>
            <a:ext cx="4127861" cy="2283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3"/>
          <p:cNvSpPr txBox="1"/>
          <p:nvPr>
            <p:ph type="title"/>
          </p:nvPr>
        </p:nvSpPr>
        <p:spPr>
          <a:xfrm>
            <a:off x="179273" y="107013"/>
            <a:ext cx="5101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Hard Launch </a:t>
            </a:r>
            <a:endParaRPr/>
          </a:p>
        </p:txBody>
      </p:sp>
      <p:sp>
        <p:nvSpPr>
          <p:cNvPr id="1230" name="Google Shape;1230;p13"/>
          <p:cNvSpPr txBox="1"/>
          <p:nvPr>
            <p:ph idx="1" type="subTitle"/>
          </p:nvPr>
        </p:nvSpPr>
        <p:spPr>
          <a:xfrm>
            <a:off x="179283" y="1309884"/>
            <a:ext cx="4662600" cy="26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priola"/>
              <a:buChar char="-"/>
            </a:pPr>
            <a:r>
              <a:rPr lang="en" sz="2400"/>
              <a:t>Launched Buoy in Early March 2024 with two levels of sensors </a:t>
            </a:r>
            <a:endParaRPr sz="24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priola"/>
              <a:buChar char="-"/>
            </a:pPr>
            <a:r>
              <a:rPr lang="en" sz="2400"/>
              <a:t>Launched Stationary Unit in Mid April 2024 at the Inlet of Lake Kilroy </a:t>
            </a:r>
            <a:endParaRPr sz="2400"/>
          </a:p>
          <a:p>
            <a:pPr indent="-1968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None/>
            </a:pPr>
            <a:r>
              <a:t/>
            </a:r>
            <a:endParaRPr/>
          </a:p>
        </p:txBody>
      </p:sp>
      <p:grpSp>
        <p:nvGrpSpPr>
          <p:cNvPr id="1231" name="Google Shape;1231;p13"/>
          <p:cNvGrpSpPr/>
          <p:nvPr/>
        </p:nvGrpSpPr>
        <p:grpSpPr>
          <a:xfrm>
            <a:off x="6670763" y="191451"/>
            <a:ext cx="2167370" cy="813256"/>
            <a:chOff x="3064442" y="730625"/>
            <a:chExt cx="2167370" cy="813256"/>
          </a:xfrm>
        </p:grpSpPr>
        <p:sp>
          <p:nvSpPr>
            <p:cNvPr id="1232" name="Google Shape;1232;p13"/>
            <p:cNvSpPr/>
            <p:nvPr/>
          </p:nvSpPr>
          <p:spPr>
            <a:xfrm flipH="1">
              <a:off x="4111410" y="730625"/>
              <a:ext cx="1120402" cy="370799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3"/>
            <p:cNvSpPr/>
            <p:nvPr/>
          </p:nvSpPr>
          <p:spPr>
            <a:xfrm>
              <a:off x="3064442" y="1065688"/>
              <a:ext cx="1444978" cy="478193"/>
            </a:xfrm>
            <a:custGeom>
              <a:rect b="b" l="l" r="r" t="t"/>
              <a:pathLst>
                <a:path extrusionOk="0" h="9772" w="29527">
                  <a:moveTo>
                    <a:pt x="17662" y="1"/>
                  </a:moveTo>
                  <a:cubicBezTo>
                    <a:pt x="15697" y="1"/>
                    <a:pt x="13694" y="1420"/>
                    <a:pt x="12665" y="4469"/>
                  </a:cubicBezTo>
                  <a:cubicBezTo>
                    <a:pt x="11783" y="3198"/>
                    <a:pt x="10819" y="2638"/>
                    <a:pt x="9956" y="2638"/>
                  </a:cubicBezTo>
                  <a:cubicBezTo>
                    <a:pt x="8752" y="2638"/>
                    <a:pt x="7747" y="3730"/>
                    <a:pt x="7445" y="5505"/>
                  </a:cubicBezTo>
                  <a:cubicBezTo>
                    <a:pt x="6807" y="4894"/>
                    <a:pt x="6154" y="4619"/>
                    <a:pt x="5580" y="4619"/>
                  </a:cubicBezTo>
                  <a:cubicBezTo>
                    <a:pt x="4421" y="4619"/>
                    <a:pt x="3578" y="5735"/>
                    <a:pt x="3800" y="7452"/>
                  </a:cubicBezTo>
                  <a:cubicBezTo>
                    <a:pt x="3301" y="7091"/>
                    <a:pt x="2803" y="6934"/>
                    <a:pt x="2343" y="6934"/>
                  </a:cubicBezTo>
                  <a:cubicBezTo>
                    <a:pt x="1008" y="6934"/>
                    <a:pt x="1" y="8261"/>
                    <a:pt x="278" y="9772"/>
                  </a:cubicBezTo>
                  <a:lnTo>
                    <a:pt x="29526" y="9772"/>
                  </a:lnTo>
                  <a:cubicBezTo>
                    <a:pt x="29526" y="6388"/>
                    <a:pt x="27059" y="4628"/>
                    <a:pt x="24884" y="4628"/>
                  </a:cubicBezTo>
                  <a:cubicBezTo>
                    <a:pt x="24090" y="4628"/>
                    <a:pt x="23335" y="4862"/>
                    <a:pt x="22753" y="5339"/>
                  </a:cubicBezTo>
                  <a:cubicBezTo>
                    <a:pt x="22143" y="1889"/>
                    <a:pt x="19928" y="1"/>
                    <a:pt x="17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4" name="Google Shape;1234;p13"/>
          <p:cNvGrpSpPr/>
          <p:nvPr/>
        </p:nvGrpSpPr>
        <p:grpSpPr>
          <a:xfrm>
            <a:off x="185987" y="3561630"/>
            <a:ext cx="9010490" cy="1169875"/>
            <a:chOff x="232791" y="3164282"/>
            <a:chExt cx="8714206" cy="1169875"/>
          </a:xfrm>
        </p:grpSpPr>
        <p:sp>
          <p:nvSpPr>
            <p:cNvPr id="1235" name="Google Shape;1235;p13"/>
            <p:cNvSpPr/>
            <p:nvPr/>
          </p:nvSpPr>
          <p:spPr>
            <a:xfrm flipH="1" rot="7184">
              <a:off x="8376219" y="3164582"/>
              <a:ext cx="287101" cy="122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3"/>
            <p:cNvSpPr/>
            <p:nvPr/>
          </p:nvSpPr>
          <p:spPr>
            <a:xfrm flipH="1" rot="4102">
              <a:off x="232855" y="4004301"/>
              <a:ext cx="251400" cy="107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3"/>
            <p:cNvSpPr/>
            <p:nvPr/>
          </p:nvSpPr>
          <p:spPr>
            <a:xfrm flipH="1" rot="6095">
              <a:off x="484257" y="3821703"/>
              <a:ext cx="169200" cy="720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3"/>
            <p:cNvSpPr/>
            <p:nvPr/>
          </p:nvSpPr>
          <p:spPr>
            <a:xfrm flipH="1" rot="7184">
              <a:off x="8659769" y="4211757"/>
              <a:ext cx="287101" cy="122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9" name="Google Shape;1239;p13"/>
          <p:cNvGrpSpPr/>
          <p:nvPr/>
        </p:nvGrpSpPr>
        <p:grpSpPr>
          <a:xfrm>
            <a:off x="-58364" y="4344853"/>
            <a:ext cx="1321305" cy="1205420"/>
            <a:chOff x="-3525" y="3947505"/>
            <a:chExt cx="1277857" cy="1205420"/>
          </a:xfrm>
        </p:grpSpPr>
        <p:grpSp>
          <p:nvGrpSpPr>
            <p:cNvPr id="1240" name="Google Shape;1240;p13"/>
            <p:cNvGrpSpPr/>
            <p:nvPr/>
          </p:nvGrpSpPr>
          <p:grpSpPr>
            <a:xfrm flipH="1" rot="-3674922">
              <a:off x="252025" y="4286950"/>
              <a:ext cx="1077456" cy="512016"/>
              <a:chOff x="4925350" y="704275"/>
              <a:chExt cx="1077475" cy="512025"/>
            </a:xfrm>
          </p:grpSpPr>
          <p:sp>
            <p:nvSpPr>
              <p:cNvPr id="1241" name="Google Shape;1241;p13"/>
              <p:cNvSpPr/>
              <p:nvPr/>
            </p:nvSpPr>
            <p:spPr>
              <a:xfrm>
                <a:off x="4925350" y="743200"/>
                <a:ext cx="670500" cy="172925"/>
              </a:xfrm>
              <a:custGeom>
                <a:rect b="b" l="l" r="r" t="t"/>
                <a:pathLst>
                  <a:path extrusionOk="0" h="6917" w="26820">
                    <a:moveTo>
                      <a:pt x="13408" y="0"/>
                    </a:moveTo>
                    <a:cubicBezTo>
                      <a:pt x="6185" y="0"/>
                      <a:pt x="1" y="4481"/>
                      <a:pt x="1" y="4481"/>
                    </a:cubicBezTo>
                    <a:cubicBezTo>
                      <a:pt x="904" y="4638"/>
                      <a:pt x="1765" y="4704"/>
                      <a:pt x="2589" y="4704"/>
                    </a:cubicBezTo>
                    <a:cubicBezTo>
                      <a:pt x="6608" y="4704"/>
                      <a:pt x="9749" y="3155"/>
                      <a:pt x="12638" y="3155"/>
                    </a:cubicBezTo>
                    <a:cubicBezTo>
                      <a:pt x="13686" y="3155"/>
                      <a:pt x="14701" y="3359"/>
                      <a:pt x="15712" y="3914"/>
                    </a:cubicBezTo>
                    <a:cubicBezTo>
                      <a:pt x="20082" y="6316"/>
                      <a:pt x="26820" y="6916"/>
                      <a:pt x="26820" y="6916"/>
                    </a:cubicBezTo>
                    <a:cubicBezTo>
                      <a:pt x="26820" y="6916"/>
                      <a:pt x="22383" y="579"/>
                      <a:pt x="14644" y="45"/>
                    </a:cubicBezTo>
                    <a:cubicBezTo>
                      <a:pt x="14229" y="14"/>
                      <a:pt x="13817" y="0"/>
                      <a:pt x="134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13"/>
              <p:cNvSpPr/>
              <p:nvPr/>
            </p:nvSpPr>
            <p:spPr>
              <a:xfrm>
                <a:off x="5240575" y="942350"/>
                <a:ext cx="567925" cy="146325"/>
              </a:xfrm>
              <a:custGeom>
                <a:rect b="b" l="l" r="r" t="t"/>
                <a:pathLst>
                  <a:path extrusionOk="0" h="5853" w="22717">
                    <a:moveTo>
                      <a:pt x="17929" y="1"/>
                    </a:moveTo>
                    <a:cubicBezTo>
                      <a:pt x="15911" y="1"/>
                      <a:pt x="13527" y="302"/>
                      <a:pt x="11342" y="1352"/>
                    </a:cubicBezTo>
                    <a:cubicBezTo>
                      <a:pt x="5588" y="4132"/>
                      <a:pt x="1548" y="4364"/>
                      <a:pt x="361" y="4364"/>
                    </a:cubicBezTo>
                    <a:cubicBezTo>
                      <a:pt x="124" y="4364"/>
                      <a:pt x="1" y="4354"/>
                      <a:pt x="1" y="4354"/>
                    </a:cubicBezTo>
                    <a:lnTo>
                      <a:pt x="1" y="4354"/>
                    </a:lnTo>
                    <a:cubicBezTo>
                      <a:pt x="2237" y="5423"/>
                      <a:pt x="4500" y="5852"/>
                      <a:pt x="6647" y="5852"/>
                    </a:cubicBezTo>
                    <a:cubicBezTo>
                      <a:pt x="10265" y="5852"/>
                      <a:pt x="13551" y="4631"/>
                      <a:pt x="15812" y="3187"/>
                    </a:cubicBezTo>
                    <a:cubicBezTo>
                      <a:pt x="17880" y="1786"/>
                      <a:pt x="20248" y="918"/>
                      <a:pt x="22717" y="552"/>
                    </a:cubicBezTo>
                    <a:cubicBezTo>
                      <a:pt x="22717" y="552"/>
                      <a:pt x="20657" y="1"/>
                      <a:pt x="179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13"/>
              <p:cNvSpPr/>
              <p:nvPr/>
            </p:nvSpPr>
            <p:spPr>
              <a:xfrm>
                <a:off x="5482425" y="1051825"/>
                <a:ext cx="492875" cy="164475"/>
              </a:xfrm>
              <a:custGeom>
                <a:rect b="b" l="l" r="r" t="t"/>
                <a:pathLst>
                  <a:path extrusionOk="0" h="6579" w="19715">
                    <a:moveTo>
                      <a:pt x="14944" y="0"/>
                    </a:moveTo>
                    <a:cubicBezTo>
                      <a:pt x="12982" y="0"/>
                      <a:pt x="10528" y="740"/>
                      <a:pt x="8540" y="2344"/>
                    </a:cubicBezTo>
                    <a:cubicBezTo>
                      <a:pt x="5471" y="4845"/>
                      <a:pt x="0" y="4879"/>
                      <a:pt x="0" y="4879"/>
                    </a:cubicBezTo>
                    <a:cubicBezTo>
                      <a:pt x="0" y="4879"/>
                      <a:pt x="2899" y="6579"/>
                      <a:pt x="6353" y="6579"/>
                    </a:cubicBezTo>
                    <a:cubicBezTo>
                      <a:pt x="7172" y="6579"/>
                      <a:pt x="8023" y="6483"/>
                      <a:pt x="8873" y="6246"/>
                    </a:cubicBezTo>
                    <a:cubicBezTo>
                      <a:pt x="12727" y="5166"/>
                      <a:pt x="14306" y="2323"/>
                      <a:pt x="17994" y="2323"/>
                    </a:cubicBezTo>
                    <a:cubicBezTo>
                      <a:pt x="18521" y="2323"/>
                      <a:pt x="19090" y="2381"/>
                      <a:pt x="19714" y="2510"/>
                    </a:cubicBezTo>
                    <a:cubicBezTo>
                      <a:pt x="19714" y="2510"/>
                      <a:pt x="19314" y="1877"/>
                      <a:pt x="17613" y="676"/>
                    </a:cubicBezTo>
                    <a:cubicBezTo>
                      <a:pt x="16990" y="233"/>
                      <a:pt x="16044" y="0"/>
                      <a:pt x="149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13"/>
              <p:cNvSpPr/>
              <p:nvPr/>
            </p:nvSpPr>
            <p:spPr>
              <a:xfrm>
                <a:off x="5657550" y="704275"/>
                <a:ext cx="271875" cy="318600"/>
              </a:xfrm>
              <a:custGeom>
                <a:rect b="b" l="l" r="r" t="t"/>
                <a:pathLst>
                  <a:path extrusionOk="0" h="12744" w="10875">
                    <a:moveTo>
                      <a:pt x="0" y="1"/>
                    </a:moveTo>
                    <a:cubicBezTo>
                      <a:pt x="0" y="1"/>
                      <a:pt x="3503" y="1702"/>
                      <a:pt x="5104" y="4437"/>
                    </a:cubicBezTo>
                    <a:cubicBezTo>
                      <a:pt x="6705" y="7139"/>
                      <a:pt x="9941" y="12743"/>
                      <a:pt x="9941" y="12743"/>
                    </a:cubicBezTo>
                    <a:cubicBezTo>
                      <a:pt x="8273" y="8540"/>
                      <a:pt x="10875" y="7439"/>
                      <a:pt x="8840" y="3937"/>
                    </a:cubicBezTo>
                    <a:cubicBezTo>
                      <a:pt x="6805" y="434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13"/>
              <p:cNvSpPr/>
              <p:nvPr/>
            </p:nvSpPr>
            <p:spPr>
              <a:xfrm>
                <a:off x="4925350" y="750975"/>
                <a:ext cx="1077475" cy="422825"/>
              </a:xfrm>
              <a:custGeom>
                <a:rect b="b" l="l" r="r" t="t"/>
                <a:pathLst>
                  <a:path extrusionOk="0" fill="none" h="16913" w="43099">
                    <a:moveTo>
                      <a:pt x="43098" y="16913"/>
                    </a:moveTo>
                    <a:cubicBezTo>
                      <a:pt x="40963" y="11642"/>
                      <a:pt x="37027" y="7406"/>
                      <a:pt x="30356" y="7106"/>
                    </a:cubicBezTo>
                    <a:cubicBezTo>
                      <a:pt x="23718" y="6839"/>
                      <a:pt x="20549" y="3170"/>
                      <a:pt x="15145" y="1602"/>
                    </a:cubicBezTo>
                    <a:cubicBezTo>
                      <a:pt x="9741" y="1"/>
                      <a:pt x="1" y="4170"/>
                      <a:pt x="1" y="417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13"/>
              <p:cNvSpPr/>
              <p:nvPr/>
            </p:nvSpPr>
            <p:spPr>
              <a:xfrm>
                <a:off x="5240575" y="954450"/>
                <a:ext cx="567925" cy="117625"/>
              </a:xfrm>
              <a:custGeom>
                <a:rect b="b" l="l" r="r" t="t"/>
                <a:pathLst>
                  <a:path extrusionOk="0" fill="none" h="4705" w="22717">
                    <a:moveTo>
                      <a:pt x="1" y="3870"/>
                    </a:moveTo>
                    <a:cubicBezTo>
                      <a:pt x="8774" y="4704"/>
                      <a:pt x="12343" y="2803"/>
                      <a:pt x="14978" y="1402"/>
                    </a:cubicBezTo>
                    <a:cubicBezTo>
                      <a:pt x="17613" y="1"/>
                      <a:pt x="22717" y="68"/>
                      <a:pt x="22717" y="68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13"/>
              <p:cNvSpPr/>
              <p:nvPr/>
            </p:nvSpPr>
            <p:spPr>
              <a:xfrm>
                <a:off x="5656700" y="704275"/>
                <a:ext cx="249375" cy="319425"/>
              </a:xfrm>
              <a:custGeom>
                <a:rect b="b" l="l" r="r" t="t"/>
                <a:pathLst>
                  <a:path extrusionOk="0" fill="none" h="12777" w="9975">
                    <a:moveTo>
                      <a:pt x="1" y="1"/>
                    </a:moveTo>
                    <a:cubicBezTo>
                      <a:pt x="4037" y="768"/>
                      <a:pt x="7573" y="3470"/>
                      <a:pt x="8107" y="5972"/>
                    </a:cubicBezTo>
                    <a:cubicBezTo>
                      <a:pt x="8607" y="8240"/>
                      <a:pt x="9241" y="10542"/>
                      <a:pt x="9975" y="1277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13"/>
              <p:cNvSpPr/>
              <p:nvPr/>
            </p:nvSpPr>
            <p:spPr>
              <a:xfrm>
                <a:off x="5481575" y="1069550"/>
                <a:ext cx="492875" cy="134275"/>
              </a:xfrm>
              <a:custGeom>
                <a:rect b="b" l="l" r="r" t="t"/>
                <a:pathLst>
                  <a:path extrusionOk="0" fill="none" h="5371" w="19715">
                    <a:moveTo>
                      <a:pt x="1" y="4170"/>
                    </a:moveTo>
                    <a:cubicBezTo>
                      <a:pt x="5138" y="5371"/>
                      <a:pt x="8974" y="3636"/>
                      <a:pt x="12143" y="1801"/>
                    </a:cubicBezTo>
                    <a:cubicBezTo>
                      <a:pt x="15312" y="0"/>
                      <a:pt x="19715" y="1801"/>
                      <a:pt x="19715" y="180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49" name="Google Shape;1249;p13"/>
            <p:cNvSpPr/>
            <p:nvPr/>
          </p:nvSpPr>
          <p:spPr>
            <a:xfrm flipH="1">
              <a:off x="-3525" y="4379650"/>
              <a:ext cx="1019100" cy="773275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0" name="Google Shape;1250;p13"/>
          <p:cNvGrpSpPr/>
          <p:nvPr/>
        </p:nvGrpSpPr>
        <p:grpSpPr>
          <a:xfrm>
            <a:off x="8957382" y="3212013"/>
            <a:ext cx="289710" cy="626913"/>
            <a:chOff x="2721325" y="3835313"/>
            <a:chExt cx="520400" cy="1164400"/>
          </a:xfrm>
        </p:grpSpPr>
        <p:sp>
          <p:nvSpPr>
            <p:cNvPr id="1251" name="Google Shape;1251;p13"/>
            <p:cNvSpPr/>
            <p:nvPr/>
          </p:nvSpPr>
          <p:spPr>
            <a:xfrm>
              <a:off x="2873925" y="4089863"/>
              <a:ext cx="132625" cy="766400"/>
            </a:xfrm>
            <a:custGeom>
              <a:rect b="b" l="l" r="r" t="t"/>
              <a:pathLst>
                <a:path extrusionOk="0" fill="none" h="30656" w="5305">
                  <a:moveTo>
                    <a:pt x="1" y="30656"/>
                  </a:moveTo>
                  <a:cubicBezTo>
                    <a:pt x="1101" y="26653"/>
                    <a:pt x="4170" y="24818"/>
                    <a:pt x="4537" y="21149"/>
                  </a:cubicBezTo>
                  <a:cubicBezTo>
                    <a:pt x="4938" y="17513"/>
                    <a:pt x="3803" y="14778"/>
                    <a:pt x="4537" y="11275"/>
                  </a:cubicBezTo>
                  <a:cubicBezTo>
                    <a:pt x="5304" y="7773"/>
                    <a:pt x="5171" y="3336"/>
                    <a:pt x="3870" y="0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3"/>
            <p:cNvSpPr/>
            <p:nvPr/>
          </p:nvSpPr>
          <p:spPr>
            <a:xfrm>
              <a:off x="2867250" y="4025213"/>
              <a:ext cx="325275" cy="759000"/>
            </a:xfrm>
            <a:custGeom>
              <a:rect b="b" l="l" r="r" t="t"/>
              <a:pathLst>
                <a:path extrusionOk="0" h="30360" w="13011">
                  <a:moveTo>
                    <a:pt x="5200" y="0"/>
                  </a:moveTo>
                  <a:cubicBezTo>
                    <a:pt x="4945" y="0"/>
                    <a:pt x="4669" y="58"/>
                    <a:pt x="4371" y="185"/>
                  </a:cubicBezTo>
                  <a:cubicBezTo>
                    <a:pt x="1235" y="1519"/>
                    <a:pt x="1669" y="2653"/>
                    <a:pt x="1669" y="2653"/>
                  </a:cubicBezTo>
                  <a:cubicBezTo>
                    <a:pt x="1" y="6589"/>
                    <a:pt x="5138" y="8124"/>
                    <a:pt x="5138" y="8124"/>
                  </a:cubicBezTo>
                  <a:cubicBezTo>
                    <a:pt x="4401" y="10751"/>
                    <a:pt x="4864" y="12301"/>
                    <a:pt x="6883" y="12301"/>
                  </a:cubicBezTo>
                  <a:cubicBezTo>
                    <a:pt x="6966" y="12301"/>
                    <a:pt x="7051" y="12299"/>
                    <a:pt x="7139" y="12293"/>
                  </a:cubicBezTo>
                  <a:lnTo>
                    <a:pt x="7139" y="12293"/>
                  </a:lnTo>
                  <a:cubicBezTo>
                    <a:pt x="5772" y="13928"/>
                    <a:pt x="5838" y="15362"/>
                    <a:pt x="7706" y="16563"/>
                  </a:cubicBezTo>
                  <a:cubicBezTo>
                    <a:pt x="6405" y="18498"/>
                    <a:pt x="6305" y="20199"/>
                    <a:pt x="8273" y="21567"/>
                  </a:cubicBezTo>
                  <a:cubicBezTo>
                    <a:pt x="7006" y="22801"/>
                    <a:pt x="7006" y="24035"/>
                    <a:pt x="7840" y="25236"/>
                  </a:cubicBezTo>
                  <a:cubicBezTo>
                    <a:pt x="6505" y="25870"/>
                    <a:pt x="5938" y="26737"/>
                    <a:pt x="6606" y="27971"/>
                  </a:cubicBezTo>
                  <a:cubicBezTo>
                    <a:pt x="6606" y="27971"/>
                    <a:pt x="4838" y="30039"/>
                    <a:pt x="6038" y="30306"/>
                  </a:cubicBezTo>
                  <a:cubicBezTo>
                    <a:pt x="6222" y="30343"/>
                    <a:pt x="6393" y="30359"/>
                    <a:pt x="6551" y="30359"/>
                  </a:cubicBezTo>
                  <a:cubicBezTo>
                    <a:pt x="8574" y="30359"/>
                    <a:pt x="8574" y="27604"/>
                    <a:pt x="8574" y="27604"/>
                  </a:cubicBezTo>
                  <a:cubicBezTo>
                    <a:pt x="10475" y="27604"/>
                    <a:pt x="10975" y="25736"/>
                    <a:pt x="9674" y="24269"/>
                  </a:cubicBezTo>
                  <a:cubicBezTo>
                    <a:pt x="11276" y="23735"/>
                    <a:pt x="12276" y="21000"/>
                    <a:pt x="10275" y="19765"/>
                  </a:cubicBezTo>
                  <a:cubicBezTo>
                    <a:pt x="12476" y="19365"/>
                    <a:pt x="13010" y="16463"/>
                    <a:pt x="11075" y="15329"/>
                  </a:cubicBezTo>
                  <a:cubicBezTo>
                    <a:pt x="12677" y="12894"/>
                    <a:pt x="12843" y="10792"/>
                    <a:pt x="9975" y="9358"/>
                  </a:cubicBezTo>
                  <a:cubicBezTo>
                    <a:pt x="10508" y="7056"/>
                    <a:pt x="10108" y="5489"/>
                    <a:pt x="8140" y="5188"/>
                  </a:cubicBezTo>
                  <a:cubicBezTo>
                    <a:pt x="8140" y="5188"/>
                    <a:pt x="7621" y="0"/>
                    <a:pt x="5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3"/>
            <p:cNvSpPr/>
            <p:nvPr/>
          </p:nvSpPr>
          <p:spPr>
            <a:xfrm>
              <a:off x="2817225" y="4097363"/>
              <a:ext cx="215175" cy="902350"/>
            </a:xfrm>
            <a:custGeom>
              <a:rect b="b" l="l" r="r" t="t"/>
              <a:pathLst>
                <a:path extrusionOk="0" fill="none" h="36094" w="8607">
                  <a:moveTo>
                    <a:pt x="768" y="1"/>
                  </a:moveTo>
                  <a:cubicBezTo>
                    <a:pt x="1201" y="3770"/>
                    <a:pt x="4337" y="4704"/>
                    <a:pt x="6138" y="9441"/>
                  </a:cubicBezTo>
                  <a:cubicBezTo>
                    <a:pt x="7939" y="14178"/>
                    <a:pt x="8607" y="18714"/>
                    <a:pt x="6772" y="24318"/>
                  </a:cubicBezTo>
                  <a:cubicBezTo>
                    <a:pt x="4904" y="29922"/>
                    <a:pt x="5404" y="30156"/>
                    <a:pt x="4670" y="32090"/>
                  </a:cubicBezTo>
                  <a:cubicBezTo>
                    <a:pt x="3937" y="33992"/>
                    <a:pt x="2035" y="33758"/>
                    <a:pt x="0" y="36093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3"/>
            <p:cNvSpPr/>
            <p:nvPr/>
          </p:nvSpPr>
          <p:spPr>
            <a:xfrm>
              <a:off x="2952325" y="3954763"/>
              <a:ext cx="289400" cy="1044950"/>
            </a:xfrm>
            <a:custGeom>
              <a:rect b="b" l="l" r="r" t="t"/>
              <a:pathLst>
                <a:path extrusionOk="0" fill="none" h="41798" w="11576">
                  <a:moveTo>
                    <a:pt x="3870" y="1"/>
                  </a:moveTo>
                  <a:cubicBezTo>
                    <a:pt x="4737" y="3670"/>
                    <a:pt x="5971" y="7239"/>
                    <a:pt x="7939" y="9407"/>
                  </a:cubicBezTo>
                  <a:cubicBezTo>
                    <a:pt x="9907" y="11576"/>
                    <a:pt x="11575" y="17046"/>
                    <a:pt x="9774" y="22283"/>
                  </a:cubicBezTo>
                  <a:cubicBezTo>
                    <a:pt x="8006" y="27520"/>
                    <a:pt x="8073" y="28254"/>
                    <a:pt x="8006" y="30789"/>
                  </a:cubicBezTo>
                  <a:cubicBezTo>
                    <a:pt x="7939" y="33291"/>
                    <a:pt x="5471" y="34892"/>
                    <a:pt x="2902" y="37794"/>
                  </a:cubicBezTo>
                  <a:cubicBezTo>
                    <a:pt x="300" y="40696"/>
                    <a:pt x="0" y="41797"/>
                    <a:pt x="0" y="41797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3"/>
            <p:cNvSpPr/>
            <p:nvPr/>
          </p:nvSpPr>
          <p:spPr>
            <a:xfrm>
              <a:off x="2963150" y="4042338"/>
              <a:ext cx="168500" cy="873975"/>
            </a:xfrm>
            <a:custGeom>
              <a:rect b="b" l="l" r="r" t="t"/>
              <a:pathLst>
                <a:path extrusionOk="0" fill="none" h="34959" w="6740">
                  <a:moveTo>
                    <a:pt x="1402" y="0"/>
                  </a:moveTo>
                  <a:cubicBezTo>
                    <a:pt x="1402" y="4070"/>
                    <a:pt x="3270" y="5838"/>
                    <a:pt x="4838" y="9474"/>
                  </a:cubicBezTo>
                  <a:cubicBezTo>
                    <a:pt x="6405" y="13110"/>
                    <a:pt x="4804" y="15044"/>
                    <a:pt x="5105" y="18146"/>
                  </a:cubicBezTo>
                  <a:cubicBezTo>
                    <a:pt x="5405" y="21282"/>
                    <a:pt x="6739" y="25218"/>
                    <a:pt x="4838" y="29121"/>
                  </a:cubicBezTo>
                  <a:cubicBezTo>
                    <a:pt x="3737" y="31456"/>
                    <a:pt x="2069" y="33457"/>
                    <a:pt x="1" y="34958"/>
                  </a:cubicBezTo>
                </a:path>
              </a:pathLst>
            </a:custGeom>
            <a:noFill/>
            <a:ln cap="flat" cmpd="sng" w="108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3"/>
            <p:cNvSpPr/>
            <p:nvPr/>
          </p:nvSpPr>
          <p:spPr>
            <a:xfrm>
              <a:off x="2721325" y="3835313"/>
              <a:ext cx="418650" cy="333825"/>
            </a:xfrm>
            <a:custGeom>
              <a:rect b="b" l="l" r="r" t="t"/>
              <a:pathLst>
                <a:path extrusionOk="0" h="13353" w="16746">
                  <a:moveTo>
                    <a:pt x="8904" y="1"/>
                  </a:moveTo>
                  <a:cubicBezTo>
                    <a:pt x="6650" y="1"/>
                    <a:pt x="4335" y="907"/>
                    <a:pt x="2702" y="3044"/>
                  </a:cubicBezTo>
                  <a:cubicBezTo>
                    <a:pt x="0" y="6547"/>
                    <a:pt x="1301" y="12451"/>
                    <a:pt x="3036" y="13251"/>
                  </a:cubicBezTo>
                  <a:cubicBezTo>
                    <a:pt x="3174" y="13319"/>
                    <a:pt x="3411" y="13352"/>
                    <a:pt x="3723" y="13352"/>
                  </a:cubicBezTo>
                  <a:cubicBezTo>
                    <a:pt x="5894" y="13352"/>
                    <a:pt x="11744" y="11718"/>
                    <a:pt x="14077" y="8248"/>
                  </a:cubicBezTo>
                  <a:cubicBezTo>
                    <a:pt x="16746" y="4312"/>
                    <a:pt x="16145" y="2777"/>
                    <a:pt x="13043" y="1076"/>
                  </a:cubicBezTo>
                  <a:cubicBezTo>
                    <a:pt x="11829" y="390"/>
                    <a:pt x="10379" y="1"/>
                    <a:pt x="89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7" name="Google Shape;1257;p13"/>
          <p:cNvGrpSpPr/>
          <p:nvPr/>
        </p:nvGrpSpPr>
        <p:grpSpPr>
          <a:xfrm flipH="1">
            <a:off x="1816717" y="5155286"/>
            <a:ext cx="500404" cy="295550"/>
            <a:chOff x="-1677100" y="665488"/>
            <a:chExt cx="483950" cy="295550"/>
          </a:xfrm>
        </p:grpSpPr>
        <p:sp>
          <p:nvSpPr>
            <p:cNvPr id="1258" name="Google Shape;1258;p13"/>
            <p:cNvSpPr/>
            <p:nvPr/>
          </p:nvSpPr>
          <p:spPr>
            <a:xfrm>
              <a:off x="-1619325" y="675488"/>
              <a:ext cx="268550" cy="261600"/>
            </a:xfrm>
            <a:custGeom>
              <a:rect b="b" l="l" r="r" t="t"/>
              <a:pathLst>
                <a:path extrusionOk="0" h="10464" w="10742">
                  <a:moveTo>
                    <a:pt x="8264" y="1"/>
                  </a:moveTo>
                  <a:cubicBezTo>
                    <a:pt x="7319" y="1"/>
                    <a:pt x="3441" y="26"/>
                    <a:pt x="1836" y="435"/>
                  </a:cubicBezTo>
                  <a:cubicBezTo>
                    <a:pt x="1" y="902"/>
                    <a:pt x="1469" y="1802"/>
                    <a:pt x="6772" y="2570"/>
                  </a:cubicBezTo>
                  <a:lnTo>
                    <a:pt x="7840" y="5405"/>
                  </a:lnTo>
                  <a:cubicBezTo>
                    <a:pt x="7840" y="5405"/>
                    <a:pt x="4871" y="10108"/>
                    <a:pt x="5905" y="10442"/>
                  </a:cubicBezTo>
                  <a:cubicBezTo>
                    <a:pt x="5947" y="10457"/>
                    <a:pt x="5993" y="10464"/>
                    <a:pt x="6043" y="10464"/>
                  </a:cubicBezTo>
                  <a:cubicBezTo>
                    <a:pt x="7239" y="10464"/>
                    <a:pt x="10742" y="6439"/>
                    <a:pt x="10742" y="6439"/>
                  </a:cubicBezTo>
                  <a:lnTo>
                    <a:pt x="8474" y="1"/>
                  </a:lnTo>
                  <a:cubicBezTo>
                    <a:pt x="8474" y="1"/>
                    <a:pt x="8399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3"/>
            <p:cNvSpPr/>
            <p:nvPr/>
          </p:nvSpPr>
          <p:spPr>
            <a:xfrm>
              <a:off x="-1677100" y="820688"/>
              <a:ext cx="98675" cy="53325"/>
            </a:xfrm>
            <a:custGeom>
              <a:rect b="b" l="l" r="r" t="t"/>
              <a:pathLst>
                <a:path extrusionOk="0" h="2133" w="3947">
                  <a:moveTo>
                    <a:pt x="682" y="1"/>
                  </a:moveTo>
                  <a:cubicBezTo>
                    <a:pt x="273" y="1"/>
                    <a:pt x="0" y="92"/>
                    <a:pt x="10" y="231"/>
                  </a:cubicBezTo>
                  <a:cubicBezTo>
                    <a:pt x="77" y="731"/>
                    <a:pt x="3946" y="2132"/>
                    <a:pt x="3946" y="2132"/>
                  </a:cubicBezTo>
                  <a:cubicBezTo>
                    <a:pt x="3384" y="514"/>
                    <a:pt x="1650" y="1"/>
                    <a:pt x="6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3"/>
            <p:cNvSpPr/>
            <p:nvPr/>
          </p:nvSpPr>
          <p:spPr>
            <a:xfrm>
              <a:off x="-1643500" y="873988"/>
              <a:ext cx="72575" cy="87050"/>
            </a:xfrm>
            <a:custGeom>
              <a:rect b="b" l="l" r="r" t="t"/>
              <a:pathLst>
                <a:path extrusionOk="0" h="3482" w="2903">
                  <a:moveTo>
                    <a:pt x="2602" y="0"/>
                  </a:moveTo>
                  <a:cubicBezTo>
                    <a:pt x="2602" y="0"/>
                    <a:pt x="1" y="3102"/>
                    <a:pt x="267" y="3436"/>
                  </a:cubicBezTo>
                  <a:cubicBezTo>
                    <a:pt x="291" y="3466"/>
                    <a:pt x="337" y="3481"/>
                    <a:pt x="400" y="3481"/>
                  </a:cubicBezTo>
                  <a:cubicBezTo>
                    <a:pt x="963" y="3481"/>
                    <a:pt x="2902" y="2280"/>
                    <a:pt x="2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3"/>
            <p:cNvSpPr/>
            <p:nvPr/>
          </p:nvSpPr>
          <p:spPr>
            <a:xfrm>
              <a:off x="-1607650" y="665488"/>
              <a:ext cx="414500" cy="213650"/>
            </a:xfrm>
            <a:custGeom>
              <a:rect b="b" l="l" r="r" t="t"/>
              <a:pathLst>
                <a:path extrusionOk="0" h="8546" w="16580">
                  <a:moveTo>
                    <a:pt x="10508" y="1"/>
                  </a:moveTo>
                  <a:cubicBezTo>
                    <a:pt x="5972" y="34"/>
                    <a:pt x="1" y="4304"/>
                    <a:pt x="1168" y="8340"/>
                  </a:cubicBezTo>
                  <a:cubicBezTo>
                    <a:pt x="2040" y="8477"/>
                    <a:pt x="2917" y="8545"/>
                    <a:pt x="3792" y="8545"/>
                  </a:cubicBezTo>
                  <a:cubicBezTo>
                    <a:pt x="5899" y="8545"/>
                    <a:pt x="7995" y="8151"/>
                    <a:pt x="9975" y="7373"/>
                  </a:cubicBezTo>
                  <a:cubicBezTo>
                    <a:pt x="14578" y="5505"/>
                    <a:pt x="16579" y="3036"/>
                    <a:pt x="16579" y="3036"/>
                  </a:cubicBezTo>
                  <a:cubicBezTo>
                    <a:pt x="16579" y="3036"/>
                    <a:pt x="15012" y="1"/>
                    <a:pt x="10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3"/>
            <p:cNvSpPr/>
            <p:nvPr/>
          </p:nvSpPr>
          <p:spPr>
            <a:xfrm>
              <a:off x="-1396650" y="740563"/>
              <a:ext cx="78400" cy="90900"/>
            </a:xfrm>
            <a:custGeom>
              <a:rect b="b" l="l" r="r" t="t"/>
              <a:pathLst>
                <a:path extrusionOk="0" fill="none" h="3636" w="3136">
                  <a:moveTo>
                    <a:pt x="3136" y="3636"/>
                  </a:moveTo>
                  <a:cubicBezTo>
                    <a:pt x="0" y="2569"/>
                    <a:pt x="134" y="0"/>
                    <a:pt x="134" y="0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3"/>
            <p:cNvSpPr/>
            <p:nvPr/>
          </p:nvSpPr>
          <p:spPr>
            <a:xfrm>
              <a:off x="-1342450" y="730538"/>
              <a:ext cx="32550" cy="31725"/>
            </a:xfrm>
            <a:custGeom>
              <a:rect b="b" l="l" r="r" t="t"/>
              <a:pathLst>
                <a:path extrusionOk="0" h="1269" w="1302">
                  <a:moveTo>
                    <a:pt x="601" y="1"/>
                  </a:moveTo>
                  <a:cubicBezTo>
                    <a:pt x="267" y="34"/>
                    <a:pt x="0" y="334"/>
                    <a:pt x="34" y="668"/>
                  </a:cubicBezTo>
                  <a:cubicBezTo>
                    <a:pt x="34" y="1001"/>
                    <a:pt x="334" y="1268"/>
                    <a:pt x="668" y="1268"/>
                  </a:cubicBezTo>
                  <a:cubicBezTo>
                    <a:pt x="1035" y="1235"/>
                    <a:pt x="1301" y="935"/>
                    <a:pt x="1268" y="601"/>
                  </a:cubicBezTo>
                  <a:cubicBezTo>
                    <a:pt x="1235" y="268"/>
                    <a:pt x="9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3"/>
            <p:cNvSpPr/>
            <p:nvPr/>
          </p:nvSpPr>
          <p:spPr>
            <a:xfrm>
              <a:off x="-1334100" y="738888"/>
              <a:ext cx="8350" cy="8350"/>
            </a:xfrm>
            <a:custGeom>
              <a:rect b="b" l="l" r="r" t="t"/>
              <a:pathLst>
                <a:path extrusionOk="0" h="334" w="334">
                  <a:moveTo>
                    <a:pt x="133" y="0"/>
                  </a:moveTo>
                  <a:cubicBezTo>
                    <a:pt x="67" y="0"/>
                    <a:pt x="0" y="100"/>
                    <a:pt x="0" y="167"/>
                  </a:cubicBezTo>
                  <a:cubicBezTo>
                    <a:pt x="0" y="267"/>
                    <a:pt x="67" y="334"/>
                    <a:pt x="167" y="334"/>
                  </a:cubicBezTo>
                  <a:cubicBezTo>
                    <a:pt x="267" y="334"/>
                    <a:pt x="334" y="267"/>
                    <a:pt x="334" y="167"/>
                  </a:cubicBezTo>
                  <a:cubicBezTo>
                    <a:pt x="334" y="67"/>
                    <a:pt x="234" y="0"/>
                    <a:pt x="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5" name="Google Shape;1265;p13"/>
          <p:cNvSpPr/>
          <p:nvPr/>
        </p:nvSpPr>
        <p:spPr>
          <a:xfrm flipH="1" rot="5895">
            <a:off x="6867892" y="5267076"/>
            <a:ext cx="174953" cy="720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3"/>
          <p:cNvSpPr/>
          <p:nvPr/>
        </p:nvSpPr>
        <p:spPr>
          <a:xfrm flipH="1" rot="6100">
            <a:off x="6403913" y="5155600"/>
            <a:ext cx="338119" cy="139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7" name="Google Shape;1267;p13"/>
          <p:cNvGrpSpPr/>
          <p:nvPr/>
        </p:nvGrpSpPr>
        <p:grpSpPr>
          <a:xfrm>
            <a:off x="8346712" y="4177948"/>
            <a:ext cx="1053749" cy="1372325"/>
            <a:chOff x="8125175" y="3780600"/>
            <a:chExt cx="1019100" cy="1372325"/>
          </a:xfrm>
        </p:grpSpPr>
        <p:sp>
          <p:nvSpPr>
            <p:cNvPr id="1268" name="Google Shape;1268;p13"/>
            <p:cNvSpPr/>
            <p:nvPr/>
          </p:nvSpPr>
          <p:spPr>
            <a:xfrm>
              <a:off x="8125175" y="4379650"/>
              <a:ext cx="1019100" cy="773275"/>
            </a:xfrm>
            <a:custGeom>
              <a:rect b="b" l="l" r="r" t="t"/>
              <a:pathLst>
                <a:path extrusionOk="0" h="30931" w="40764">
                  <a:moveTo>
                    <a:pt x="37643" y="1"/>
                  </a:moveTo>
                  <a:cubicBezTo>
                    <a:pt x="36339" y="1"/>
                    <a:pt x="34901" y="1033"/>
                    <a:pt x="34392" y="2844"/>
                  </a:cubicBezTo>
                  <a:cubicBezTo>
                    <a:pt x="33458" y="6080"/>
                    <a:pt x="36427" y="9048"/>
                    <a:pt x="37795" y="11550"/>
                  </a:cubicBezTo>
                  <a:cubicBezTo>
                    <a:pt x="38740" y="13256"/>
                    <a:pt x="37486" y="14803"/>
                    <a:pt x="36137" y="14803"/>
                  </a:cubicBezTo>
                  <a:cubicBezTo>
                    <a:pt x="35534" y="14803"/>
                    <a:pt x="34912" y="14494"/>
                    <a:pt x="34459" y="13752"/>
                  </a:cubicBezTo>
                  <a:cubicBezTo>
                    <a:pt x="32991" y="11350"/>
                    <a:pt x="34359" y="9148"/>
                    <a:pt x="33425" y="7847"/>
                  </a:cubicBezTo>
                  <a:cubicBezTo>
                    <a:pt x="33198" y="7520"/>
                    <a:pt x="32945" y="7363"/>
                    <a:pt x="32687" y="7363"/>
                  </a:cubicBezTo>
                  <a:cubicBezTo>
                    <a:pt x="31921" y="7363"/>
                    <a:pt x="31105" y="8738"/>
                    <a:pt x="30756" y="11083"/>
                  </a:cubicBezTo>
                  <a:cubicBezTo>
                    <a:pt x="30289" y="14219"/>
                    <a:pt x="32324" y="14619"/>
                    <a:pt x="33992" y="17254"/>
                  </a:cubicBezTo>
                  <a:cubicBezTo>
                    <a:pt x="35660" y="19923"/>
                    <a:pt x="36394" y="24259"/>
                    <a:pt x="33992" y="25193"/>
                  </a:cubicBezTo>
                  <a:cubicBezTo>
                    <a:pt x="33553" y="25364"/>
                    <a:pt x="33191" y="25444"/>
                    <a:pt x="32892" y="25444"/>
                  </a:cubicBezTo>
                  <a:cubicBezTo>
                    <a:pt x="31557" y="25444"/>
                    <a:pt x="31490" y="23835"/>
                    <a:pt x="31490" y="21491"/>
                  </a:cubicBezTo>
                  <a:cubicBezTo>
                    <a:pt x="31490" y="20222"/>
                    <a:pt x="30786" y="19625"/>
                    <a:pt x="30023" y="19625"/>
                  </a:cubicBezTo>
                  <a:cubicBezTo>
                    <a:pt x="29061" y="19625"/>
                    <a:pt x="28005" y="20575"/>
                    <a:pt x="28154" y="22325"/>
                  </a:cubicBezTo>
                  <a:cubicBezTo>
                    <a:pt x="28421" y="25460"/>
                    <a:pt x="28788" y="27395"/>
                    <a:pt x="25653" y="27795"/>
                  </a:cubicBezTo>
                  <a:cubicBezTo>
                    <a:pt x="25516" y="27811"/>
                    <a:pt x="25387" y="27819"/>
                    <a:pt x="25267" y="27819"/>
                  </a:cubicBezTo>
                  <a:cubicBezTo>
                    <a:pt x="22622" y="27819"/>
                    <a:pt x="23775" y="24091"/>
                    <a:pt x="25019" y="21858"/>
                  </a:cubicBezTo>
                  <a:cubicBezTo>
                    <a:pt x="26286" y="19556"/>
                    <a:pt x="29455" y="19022"/>
                    <a:pt x="29822" y="16620"/>
                  </a:cubicBezTo>
                  <a:cubicBezTo>
                    <a:pt x="30189" y="14252"/>
                    <a:pt x="28688" y="14386"/>
                    <a:pt x="28755" y="11817"/>
                  </a:cubicBezTo>
                  <a:cubicBezTo>
                    <a:pt x="28788" y="9282"/>
                    <a:pt x="30256" y="7481"/>
                    <a:pt x="30189" y="4679"/>
                  </a:cubicBezTo>
                  <a:cubicBezTo>
                    <a:pt x="30152" y="3123"/>
                    <a:pt x="29029" y="2336"/>
                    <a:pt x="27786" y="2336"/>
                  </a:cubicBezTo>
                  <a:cubicBezTo>
                    <a:pt x="26818" y="2336"/>
                    <a:pt x="25776" y="2814"/>
                    <a:pt x="25119" y="3778"/>
                  </a:cubicBezTo>
                  <a:cubicBezTo>
                    <a:pt x="23584" y="5979"/>
                    <a:pt x="25286" y="8014"/>
                    <a:pt x="26453" y="12918"/>
                  </a:cubicBezTo>
                  <a:cubicBezTo>
                    <a:pt x="27039" y="15379"/>
                    <a:pt x="26112" y="16437"/>
                    <a:pt x="25056" y="16437"/>
                  </a:cubicBezTo>
                  <a:cubicBezTo>
                    <a:pt x="24009" y="16437"/>
                    <a:pt x="22834" y="15396"/>
                    <a:pt x="22884" y="13652"/>
                  </a:cubicBezTo>
                  <a:cubicBezTo>
                    <a:pt x="22958" y="11056"/>
                    <a:pt x="22867" y="9119"/>
                    <a:pt x="21810" y="9119"/>
                  </a:cubicBezTo>
                  <a:cubicBezTo>
                    <a:pt x="21441" y="9119"/>
                    <a:pt x="20954" y="9356"/>
                    <a:pt x="20315" y="9882"/>
                  </a:cubicBezTo>
                  <a:cubicBezTo>
                    <a:pt x="17814" y="11884"/>
                    <a:pt x="20382" y="16153"/>
                    <a:pt x="22250" y="19823"/>
                  </a:cubicBezTo>
                  <a:cubicBezTo>
                    <a:pt x="23494" y="22311"/>
                    <a:pt x="22714" y="23649"/>
                    <a:pt x="21822" y="23649"/>
                  </a:cubicBezTo>
                  <a:cubicBezTo>
                    <a:pt x="21399" y="23649"/>
                    <a:pt x="20951" y="23348"/>
                    <a:pt x="20682" y="22725"/>
                  </a:cubicBezTo>
                  <a:cubicBezTo>
                    <a:pt x="20188" y="21558"/>
                    <a:pt x="19435" y="20825"/>
                    <a:pt x="18675" y="20825"/>
                  </a:cubicBezTo>
                  <a:cubicBezTo>
                    <a:pt x="18153" y="20825"/>
                    <a:pt x="17628" y="21170"/>
                    <a:pt x="17180" y="21958"/>
                  </a:cubicBezTo>
                  <a:cubicBezTo>
                    <a:pt x="16046" y="23926"/>
                    <a:pt x="17347" y="27428"/>
                    <a:pt x="15979" y="29229"/>
                  </a:cubicBezTo>
                  <a:cubicBezTo>
                    <a:pt x="15530" y="29821"/>
                    <a:pt x="15016" y="30107"/>
                    <a:pt x="14507" y="30107"/>
                  </a:cubicBezTo>
                  <a:cubicBezTo>
                    <a:pt x="13466" y="30107"/>
                    <a:pt x="12446" y="28912"/>
                    <a:pt x="12043" y="26694"/>
                  </a:cubicBezTo>
                  <a:cubicBezTo>
                    <a:pt x="11442" y="23359"/>
                    <a:pt x="13944" y="22792"/>
                    <a:pt x="15512" y="19823"/>
                  </a:cubicBezTo>
                  <a:cubicBezTo>
                    <a:pt x="16814" y="17358"/>
                    <a:pt x="15241" y="15744"/>
                    <a:pt x="13277" y="15744"/>
                  </a:cubicBezTo>
                  <a:cubicBezTo>
                    <a:pt x="12875" y="15744"/>
                    <a:pt x="12456" y="15812"/>
                    <a:pt x="12043" y="15953"/>
                  </a:cubicBezTo>
                  <a:cubicBezTo>
                    <a:pt x="9574" y="16787"/>
                    <a:pt x="11342" y="19956"/>
                    <a:pt x="10709" y="23659"/>
                  </a:cubicBezTo>
                  <a:cubicBezTo>
                    <a:pt x="10514" y="24747"/>
                    <a:pt x="10065" y="25184"/>
                    <a:pt x="9527" y="25184"/>
                  </a:cubicBezTo>
                  <a:cubicBezTo>
                    <a:pt x="8215" y="25184"/>
                    <a:pt x="6372" y="22594"/>
                    <a:pt x="6372" y="20490"/>
                  </a:cubicBezTo>
                  <a:cubicBezTo>
                    <a:pt x="6372" y="18504"/>
                    <a:pt x="5151" y="16412"/>
                    <a:pt x="3783" y="16412"/>
                  </a:cubicBezTo>
                  <a:cubicBezTo>
                    <a:pt x="3128" y="16412"/>
                    <a:pt x="2440" y="16890"/>
                    <a:pt x="1836" y="18088"/>
                  </a:cubicBezTo>
                  <a:cubicBezTo>
                    <a:pt x="1" y="21791"/>
                    <a:pt x="3403" y="24660"/>
                    <a:pt x="4704" y="26127"/>
                  </a:cubicBezTo>
                  <a:cubicBezTo>
                    <a:pt x="6005" y="27595"/>
                    <a:pt x="6472" y="29530"/>
                    <a:pt x="2770" y="30931"/>
                  </a:cubicBezTo>
                  <a:lnTo>
                    <a:pt x="40763" y="30330"/>
                  </a:lnTo>
                  <a:cubicBezTo>
                    <a:pt x="40763" y="30330"/>
                    <a:pt x="40763" y="4979"/>
                    <a:pt x="39929" y="1943"/>
                  </a:cubicBezTo>
                  <a:cubicBezTo>
                    <a:pt x="39567" y="610"/>
                    <a:pt x="38644" y="1"/>
                    <a:pt x="37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9" name="Google Shape;1269;p13"/>
            <p:cNvGrpSpPr/>
            <p:nvPr/>
          </p:nvGrpSpPr>
          <p:grpSpPr>
            <a:xfrm>
              <a:off x="8288300" y="3780600"/>
              <a:ext cx="692200" cy="1356000"/>
              <a:chOff x="3978000" y="1359750"/>
              <a:chExt cx="692200" cy="1356000"/>
            </a:xfrm>
          </p:grpSpPr>
          <p:sp>
            <p:nvSpPr>
              <p:cNvPr id="1270" name="Google Shape;1270;p13"/>
              <p:cNvSpPr/>
              <p:nvPr/>
            </p:nvSpPr>
            <p:spPr>
              <a:xfrm>
                <a:off x="3996350" y="1359750"/>
                <a:ext cx="206850" cy="477025"/>
              </a:xfrm>
              <a:custGeom>
                <a:rect b="b" l="l" r="r" t="t"/>
                <a:pathLst>
                  <a:path extrusionOk="0" h="19081" w="8274">
                    <a:moveTo>
                      <a:pt x="3837" y="0"/>
                    </a:moveTo>
                    <a:cubicBezTo>
                      <a:pt x="3837" y="1"/>
                      <a:pt x="2036" y="5271"/>
                      <a:pt x="1035" y="9541"/>
                    </a:cubicBezTo>
                    <a:cubicBezTo>
                      <a:pt x="1" y="13777"/>
                      <a:pt x="2603" y="19081"/>
                      <a:pt x="2603" y="19081"/>
                    </a:cubicBezTo>
                    <a:cubicBezTo>
                      <a:pt x="8273" y="7973"/>
                      <a:pt x="3837" y="1"/>
                      <a:pt x="3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13"/>
              <p:cNvSpPr/>
              <p:nvPr/>
            </p:nvSpPr>
            <p:spPr>
              <a:xfrm>
                <a:off x="4102275" y="1480675"/>
                <a:ext cx="159300" cy="813100"/>
              </a:xfrm>
              <a:custGeom>
                <a:rect b="b" l="l" r="r" t="t"/>
                <a:pathLst>
                  <a:path extrusionOk="0" h="32524" w="6372">
                    <a:moveTo>
                      <a:pt x="3336" y="0"/>
                    </a:moveTo>
                    <a:cubicBezTo>
                      <a:pt x="3336" y="1"/>
                      <a:pt x="3803" y="935"/>
                      <a:pt x="3736" y="4704"/>
                    </a:cubicBezTo>
                    <a:cubicBezTo>
                      <a:pt x="3669" y="8473"/>
                      <a:pt x="2402" y="11542"/>
                      <a:pt x="1234" y="16645"/>
                    </a:cubicBezTo>
                    <a:cubicBezTo>
                      <a:pt x="67" y="21749"/>
                      <a:pt x="0" y="26586"/>
                      <a:pt x="4403" y="32524"/>
                    </a:cubicBezTo>
                    <a:cubicBezTo>
                      <a:pt x="4403" y="32524"/>
                      <a:pt x="4337" y="31022"/>
                      <a:pt x="4070" y="28621"/>
                    </a:cubicBezTo>
                    <a:cubicBezTo>
                      <a:pt x="3803" y="26186"/>
                      <a:pt x="5271" y="20415"/>
                      <a:pt x="5838" y="12176"/>
                    </a:cubicBezTo>
                    <a:cubicBezTo>
                      <a:pt x="6371" y="3970"/>
                      <a:pt x="3336" y="1"/>
                      <a:pt x="33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13"/>
              <p:cNvSpPr/>
              <p:nvPr/>
            </p:nvSpPr>
            <p:spPr>
              <a:xfrm>
                <a:off x="3978000" y="2038575"/>
                <a:ext cx="466200" cy="391575"/>
              </a:xfrm>
              <a:custGeom>
                <a:rect b="b" l="l" r="r" t="t"/>
                <a:pathLst>
                  <a:path extrusionOk="0" h="15663" w="18648">
                    <a:moveTo>
                      <a:pt x="18322" y="15088"/>
                    </a:moveTo>
                    <a:cubicBezTo>
                      <a:pt x="18431" y="15139"/>
                      <a:pt x="18539" y="15191"/>
                      <a:pt x="18648" y="15244"/>
                    </a:cubicBezTo>
                    <a:cubicBezTo>
                      <a:pt x="18538" y="15190"/>
                      <a:pt x="18429" y="15138"/>
                      <a:pt x="18322" y="15088"/>
                    </a:cubicBezTo>
                    <a:close/>
                    <a:moveTo>
                      <a:pt x="1" y="0"/>
                    </a:moveTo>
                    <a:lnTo>
                      <a:pt x="1" y="0"/>
                    </a:lnTo>
                    <a:cubicBezTo>
                      <a:pt x="735" y="2936"/>
                      <a:pt x="1168" y="5938"/>
                      <a:pt x="1302" y="8973"/>
                    </a:cubicBezTo>
                    <a:cubicBezTo>
                      <a:pt x="1553" y="14117"/>
                      <a:pt x="4104" y="15663"/>
                      <a:pt x="7541" y="15663"/>
                    </a:cubicBezTo>
                    <a:cubicBezTo>
                      <a:pt x="7760" y="15663"/>
                      <a:pt x="7982" y="15657"/>
                      <a:pt x="8207" y="15645"/>
                    </a:cubicBezTo>
                    <a:cubicBezTo>
                      <a:pt x="10798" y="15507"/>
                      <a:pt x="12412" y="14203"/>
                      <a:pt x="14782" y="14203"/>
                    </a:cubicBezTo>
                    <a:cubicBezTo>
                      <a:pt x="15783" y="14203"/>
                      <a:pt x="16920" y="14436"/>
                      <a:pt x="18322" y="15088"/>
                    </a:cubicBezTo>
                    <a:lnTo>
                      <a:pt x="18322" y="15088"/>
                    </a:lnTo>
                    <a:cubicBezTo>
                      <a:pt x="16717" y="14331"/>
                      <a:pt x="15029" y="13751"/>
                      <a:pt x="13310" y="13376"/>
                    </a:cubicBezTo>
                    <a:cubicBezTo>
                      <a:pt x="10542" y="12809"/>
                      <a:pt x="5271" y="13910"/>
                      <a:pt x="4571" y="8973"/>
                    </a:cubicBezTo>
                    <a:cubicBezTo>
                      <a:pt x="3837" y="4037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3"/>
              <p:cNvSpPr/>
              <p:nvPr/>
            </p:nvSpPr>
            <p:spPr>
              <a:xfrm>
                <a:off x="4273225" y="1963525"/>
                <a:ext cx="321075" cy="575425"/>
              </a:xfrm>
              <a:custGeom>
                <a:rect b="b" l="l" r="r" t="t"/>
                <a:pathLst>
                  <a:path extrusionOk="0" h="23017" w="1284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668" y="3603"/>
                      <a:pt x="1401" y="8006"/>
                    </a:cubicBezTo>
                    <a:cubicBezTo>
                      <a:pt x="2135" y="12442"/>
                      <a:pt x="5738" y="13476"/>
                      <a:pt x="7939" y="15378"/>
                    </a:cubicBezTo>
                    <a:cubicBezTo>
                      <a:pt x="10174" y="17246"/>
                      <a:pt x="10541" y="19080"/>
                      <a:pt x="11175" y="20515"/>
                    </a:cubicBezTo>
                    <a:cubicBezTo>
                      <a:pt x="11609" y="21449"/>
                      <a:pt x="12142" y="22283"/>
                      <a:pt x="12843" y="23017"/>
                    </a:cubicBezTo>
                    <a:cubicBezTo>
                      <a:pt x="11275" y="18747"/>
                      <a:pt x="12476" y="13943"/>
                      <a:pt x="10241" y="11942"/>
                    </a:cubicBezTo>
                    <a:cubicBezTo>
                      <a:pt x="8039" y="9974"/>
                      <a:pt x="5037" y="8540"/>
                      <a:pt x="3269" y="4970"/>
                    </a:cubicBezTo>
                    <a:cubicBezTo>
                      <a:pt x="1502" y="1368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13"/>
              <p:cNvSpPr/>
              <p:nvPr/>
            </p:nvSpPr>
            <p:spPr>
              <a:xfrm>
                <a:off x="4038050" y="2497175"/>
                <a:ext cx="628800" cy="180200"/>
              </a:xfrm>
              <a:custGeom>
                <a:rect b="b" l="l" r="r" t="t"/>
                <a:pathLst>
                  <a:path extrusionOk="0" h="7208" w="25152">
                    <a:moveTo>
                      <a:pt x="3418" y="0"/>
                    </a:moveTo>
                    <a:cubicBezTo>
                      <a:pt x="2260" y="0"/>
                      <a:pt x="1107" y="208"/>
                      <a:pt x="1" y="603"/>
                    </a:cubicBezTo>
                    <a:cubicBezTo>
                      <a:pt x="92" y="601"/>
                      <a:pt x="183" y="599"/>
                      <a:pt x="274" y="599"/>
                    </a:cubicBezTo>
                    <a:cubicBezTo>
                      <a:pt x="2546" y="599"/>
                      <a:pt x="4740" y="1397"/>
                      <a:pt x="6472" y="2905"/>
                    </a:cubicBezTo>
                    <a:cubicBezTo>
                      <a:pt x="8918" y="5052"/>
                      <a:pt x="10744" y="6468"/>
                      <a:pt x="13321" y="6468"/>
                    </a:cubicBezTo>
                    <a:cubicBezTo>
                      <a:pt x="13907" y="6468"/>
                      <a:pt x="14532" y="6395"/>
                      <a:pt x="15212" y="6240"/>
                    </a:cubicBezTo>
                    <a:cubicBezTo>
                      <a:pt x="17832" y="5645"/>
                      <a:pt x="19585" y="4964"/>
                      <a:pt x="21090" y="4964"/>
                    </a:cubicBezTo>
                    <a:cubicBezTo>
                      <a:pt x="21692" y="4964"/>
                      <a:pt x="22255" y="5073"/>
                      <a:pt x="22817" y="5340"/>
                    </a:cubicBezTo>
                    <a:cubicBezTo>
                      <a:pt x="24478" y="6088"/>
                      <a:pt x="24991" y="6881"/>
                      <a:pt x="25117" y="7129"/>
                    </a:cubicBezTo>
                    <a:lnTo>
                      <a:pt x="25117" y="7129"/>
                    </a:lnTo>
                    <a:cubicBezTo>
                      <a:pt x="23466" y="3508"/>
                      <a:pt x="20008" y="2301"/>
                      <a:pt x="16214" y="2301"/>
                    </a:cubicBezTo>
                    <a:cubicBezTo>
                      <a:pt x="15674" y="2301"/>
                      <a:pt x="15127" y="2326"/>
                      <a:pt x="14578" y="2371"/>
                    </a:cubicBezTo>
                    <a:cubicBezTo>
                      <a:pt x="14141" y="2407"/>
                      <a:pt x="13735" y="2424"/>
                      <a:pt x="13357" y="2424"/>
                    </a:cubicBezTo>
                    <a:cubicBezTo>
                      <a:pt x="9898" y="2424"/>
                      <a:pt x="8692" y="1025"/>
                      <a:pt x="5805" y="303"/>
                    </a:cubicBezTo>
                    <a:cubicBezTo>
                      <a:pt x="5016" y="99"/>
                      <a:pt x="4216" y="0"/>
                      <a:pt x="3418" y="0"/>
                    </a:cubicBezTo>
                    <a:close/>
                    <a:moveTo>
                      <a:pt x="25117" y="7129"/>
                    </a:moveTo>
                    <a:cubicBezTo>
                      <a:pt x="25128" y="7155"/>
                      <a:pt x="25140" y="7182"/>
                      <a:pt x="25152" y="7208"/>
                    </a:cubicBezTo>
                    <a:cubicBezTo>
                      <a:pt x="25152" y="7208"/>
                      <a:pt x="25142" y="7180"/>
                      <a:pt x="25117" y="7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13"/>
              <p:cNvSpPr/>
              <p:nvPr/>
            </p:nvSpPr>
            <p:spPr>
              <a:xfrm>
                <a:off x="4033875" y="1359750"/>
                <a:ext cx="636325" cy="1356000"/>
              </a:xfrm>
              <a:custGeom>
                <a:rect b="b" l="l" r="r" t="t"/>
                <a:pathLst>
                  <a:path extrusionOk="0" fill="none" h="54240" w="25453">
                    <a:moveTo>
                      <a:pt x="25452" y="54239"/>
                    </a:moveTo>
                    <a:cubicBezTo>
                      <a:pt x="25452" y="49703"/>
                      <a:pt x="21483" y="45300"/>
                      <a:pt x="16413" y="42397"/>
                    </a:cubicBezTo>
                    <a:cubicBezTo>
                      <a:pt x="11342" y="39495"/>
                      <a:pt x="5505" y="38461"/>
                      <a:pt x="2736" y="31456"/>
                    </a:cubicBezTo>
                    <a:cubicBezTo>
                      <a:pt x="1" y="24418"/>
                      <a:pt x="701" y="22450"/>
                      <a:pt x="1168" y="18113"/>
                    </a:cubicBezTo>
                    <a:cubicBezTo>
                      <a:pt x="1635" y="13810"/>
                      <a:pt x="3136" y="4470"/>
                      <a:pt x="2336" y="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3"/>
              <p:cNvSpPr/>
              <p:nvPr/>
            </p:nvSpPr>
            <p:spPr>
              <a:xfrm>
                <a:off x="4139800" y="1480675"/>
                <a:ext cx="91750" cy="813100"/>
              </a:xfrm>
              <a:custGeom>
                <a:rect b="b" l="l" r="r" t="t"/>
                <a:pathLst>
                  <a:path extrusionOk="0" fill="none" h="32524" w="3670">
                    <a:moveTo>
                      <a:pt x="1835" y="0"/>
                    </a:moveTo>
                    <a:cubicBezTo>
                      <a:pt x="3403" y="6171"/>
                      <a:pt x="3670" y="10908"/>
                      <a:pt x="1835" y="18013"/>
                    </a:cubicBezTo>
                    <a:cubicBezTo>
                      <a:pt x="0" y="25118"/>
                      <a:pt x="2369" y="30789"/>
                      <a:pt x="2902" y="32524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13"/>
              <p:cNvSpPr/>
              <p:nvPr/>
            </p:nvSpPr>
            <p:spPr>
              <a:xfrm>
                <a:off x="3978000" y="2037725"/>
                <a:ext cx="441175" cy="373625"/>
              </a:xfrm>
              <a:custGeom>
                <a:rect b="b" l="l" r="r" t="t"/>
                <a:pathLst>
                  <a:path extrusionOk="0" fill="none" h="14945" w="17647">
                    <a:moveTo>
                      <a:pt x="1" y="1"/>
                    </a:moveTo>
                    <a:cubicBezTo>
                      <a:pt x="2503" y="5305"/>
                      <a:pt x="2203" y="10875"/>
                      <a:pt x="4571" y="12910"/>
                    </a:cubicBezTo>
                    <a:cubicBezTo>
                      <a:pt x="6906" y="14945"/>
                      <a:pt x="14311" y="12677"/>
                      <a:pt x="17647" y="14711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13"/>
              <p:cNvSpPr/>
              <p:nvPr/>
            </p:nvSpPr>
            <p:spPr>
              <a:xfrm>
                <a:off x="4273225" y="1963525"/>
                <a:ext cx="320250" cy="575425"/>
              </a:xfrm>
              <a:custGeom>
                <a:rect b="b" l="l" r="r" t="t"/>
                <a:pathLst>
                  <a:path extrusionOk="0" fill="none" h="23017" w="12810">
                    <a:moveTo>
                      <a:pt x="0" y="0"/>
                    </a:moveTo>
                    <a:cubicBezTo>
                      <a:pt x="2135" y="5170"/>
                      <a:pt x="2335" y="9373"/>
                      <a:pt x="5838" y="11508"/>
                    </a:cubicBezTo>
                    <a:cubicBezTo>
                      <a:pt x="9340" y="13643"/>
                      <a:pt x="9707" y="13210"/>
                      <a:pt x="10541" y="16345"/>
                    </a:cubicBezTo>
                    <a:cubicBezTo>
                      <a:pt x="11175" y="18613"/>
                      <a:pt x="11942" y="20848"/>
                      <a:pt x="12810" y="2301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13"/>
              <p:cNvSpPr/>
              <p:nvPr/>
            </p:nvSpPr>
            <p:spPr>
              <a:xfrm>
                <a:off x="4038050" y="2504725"/>
                <a:ext cx="627975" cy="172650"/>
              </a:xfrm>
              <a:custGeom>
                <a:rect b="b" l="l" r="r" t="t"/>
                <a:pathLst>
                  <a:path extrusionOk="0" fill="none" h="6906" w="25119">
                    <a:moveTo>
                      <a:pt x="1" y="301"/>
                    </a:moveTo>
                    <a:cubicBezTo>
                      <a:pt x="5805" y="1"/>
                      <a:pt x="8207" y="3270"/>
                      <a:pt x="11776" y="4204"/>
                    </a:cubicBezTo>
                    <a:cubicBezTo>
                      <a:pt x="15312" y="5105"/>
                      <a:pt x="16646" y="3337"/>
                      <a:pt x="19281" y="3337"/>
                    </a:cubicBezTo>
                    <a:cubicBezTo>
                      <a:pt x="21916" y="3303"/>
                      <a:pt x="25119" y="6906"/>
                      <a:pt x="25119" y="690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80" name="Google Shape;1280;p13"/>
          <p:cNvGrpSpPr/>
          <p:nvPr/>
        </p:nvGrpSpPr>
        <p:grpSpPr>
          <a:xfrm>
            <a:off x="3992822" y="3599036"/>
            <a:ext cx="500404" cy="295550"/>
            <a:chOff x="-1677100" y="665488"/>
            <a:chExt cx="483950" cy="295550"/>
          </a:xfrm>
        </p:grpSpPr>
        <p:sp>
          <p:nvSpPr>
            <p:cNvPr id="1281" name="Google Shape;1281;p13"/>
            <p:cNvSpPr/>
            <p:nvPr/>
          </p:nvSpPr>
          <p:spPr>
            <a:xfrm>
              <a:off x="-1619325" y="675488"/>
              <a:ext cx="268550" cy="261600"/>
            </a:xfrm>
            <a:custGeom>
              <a:rect b="b" l="l" r="r" t="t"/>
              <a:pathLst>
                <a:path extrusionOk="0" h="10464" w="10742">
                  <a:moveTo>
                    <a:pt x="8264" y="1"/>
                  </a:moveTo>
                  <a:cubicBezTo>
                    <a:pt x="7319" y="1"/>
                    <a:pt x="3441" y="26"/>
                    <a:pt x="1836" y="435"/>
                  </a:cubicBezTo>
                  <a:cubicBezTo>
                    <a:pt x="1" y="902"/>
                    <a:pt x="1469" y="1802"/>
                    <a:pt x="6772" y="2570"/>
                  </a:cubicBezTo>
                  <a:lnTo>
                    <a:pt x="7840" y="5405"/>
                  </a:lnTo>
                  <a:cubicBezTo>
                    <a:pt x="7840" y="5405"/>
                    <a:pt x="4871" y="10108"/>
                    <a:pt x="5905" y="10442"/>
                  </a:cubicBezTo>
                  <a:cubicBezTo>
                    <a:pt x="5947" y="10457"/>
                    <a:pt x="5993" y="10464"/>
                    <a:pt x="6043" y="10464"/>
                  </a:cubicBezTo>
                  <a:cubicBezTo>
                    <a:pt x="7239" y="10464"/>
                    <a:pt x="10742" y="6439"/>
                    <a:pt x="10742" y="6439"/>
                  </a:cubicBezTo>
                  <a:lnTo>
                    <a:pt x="8474" y="1"/>
                  </a:lnTo>
                  <a:cubicBezTo>
                    <a:pt x="8474" y="1"/>
                    <a:pt x="8399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3"/>
            <p:cNvSpPr/>
            <p:nvPr/>
          </p:nvSpPr>
          <p:spPr>
            <a:xfrm>
              <a:off x="-1677100" y="820688"/>
              <a:ext cx="98675" cy="53325"/>
            </a:xfrm>
            <a:custGeom>
              <a:rect b="b" l="l" r="r" t="t"/>
              <a:pathLst>
                <a:path extrusionOk="0" h="2133" w="3947">
                  <a:moveTo>
                    <a:pt x="682" y="1"/>
                  </a:moveTo>
                  <a:cubicBezTo>
                    <a:pt x="273" y="1"/>
                    <a:pt x="0" y="92"/>
                    <a:pt x="10" y="231"/>
                  </a:cubicBezTo>
                  <a:cubicBezTo>
                    <a:pt x="77" y="731"/>
                    <a:pt x="3946" y="2132"/>
                    <a:pt x="3946" y="2132"/>
                  </a:cubicBezTo>
                  <a:cubicBezTo>
                    <a:pt x="3384" y="514"/>
                    <a:pt x="1650" y="1"/>
                    <a:pt x="6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3"/>
            <p:cNvSpPr/>
            <p:nvPr/>
          </p:nvSpPr>
          <p:spPr>
            <a:xfrm>
              <a:off x="-1643500" y="873988"/>
              <a:ext cx="72575" cy="87050"/>
            </a:xfrm>
            <a:custGeom>
              <a:rect b="b" l="l" r="r" t="t"/>
              <a:pathLst>
                <a:path extrusionOk="0" h="3482" w="2903">
                  <a:moveTo>
                    <a:pt x="2602" y="0"/>
                  </a:moveTo>
                  <a:cubicBezTo>
                    <a:pt x="2602" y="0"/>
                    <a:pt x="1" y="3102"/>
                    <a:pt x="267" y="3436"/>
                  </a:cubicBezTo>
                  <a:cubicBezTo>
                    <a:pt x="291" y="3466"/>
                    <a:pt x="337" y="3481"/>
                    <a:pt x="400" y="3481"/>
                  </a:cubicBezTo>
                  <a:cubicBezTo>
                    <a:pt x="963" y="3481"/>
                    <a:pt x="2902" y="2280"/>
                    <a:pt x="2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3"/>
            <p:cNvSpPr/>
            <p:nvPr/>
          </p:nvSpPr>
          <p:spPr>
            <a:xfrm>
              <a:off x="-1607650" y="665488"/>
              <a:ext cx="414500" cy="213650"/>
            </a:xfrm>
            <a:custGeom>
              <a:rect b="b" l="l" r="r" t="t"/>
              <a:pathLst>
                <a:path extrusionOk="0" h="8546" w="16580">
                  <a:moveTo>
                    <a:pt x="10508" y="1"/>
                  </a:moveTo>
                  <a:cubicBezTo>
                    <a:pt x="5972" y="34"/>
                    <a:pt x="1" y="4304"/>
                    <a:pt x="1168" y="8340"/>
                  </a:cubicBezTo>
                  <a:cubicBezTo>
                    <a:pt x="2040" y="8477"/>
                    <a:pt x="2917" y="8545"/>
                    <a:pt x="3792" y="8545"/>
                  </a:cubicBezTo>
                  <a:cubicBezTo>
                    <a:pt x="5899" y="8545"/>
                    <a:pt x="7995" y="8151"/>
                    <a:pt x="9975" y="7373"/>
                  </a:cubicBezTo>
                  <a:cubicBezTo>
                    <a:pt x="14578" y="5505"/>
                    <a:pt x="16579" y="3036"/>
                    <a:pt x="16579" y="3036"/>
                  </a:cubicBezTo>
                  <a:cubicBezTo>
                    <a:pt x="16579" y="3036"/>
                    <a:pt x="15012" y="1"/>
                    <a:pt x="10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3"/>
            <p:cNvSpPr/>
            <p:nvPr/>
          </p:nvSpPr>
          <p:spPr>
            <a:xfrm>
              <a:off x="-1396650" y="740563"/>
              <a:ext cx="78400" cy="90900"/>
            </a:xfrm>
            <a:custGeom>
              <a:rect b="b" l="l" r="r" t="t"/>
              <a:pathLst>
                <a:path extrusionOk="0" fill="none" h="3636" w="3136">
                  <a:moveTo>
                    <a:pt x="3136" y="3636"/>
                  </a:moveTo>
                  <a:cubicBezTo>
                    <a:pt x="0" y="2569"/>
                    <a:pt x="134" y="0"/>
                    <a:pt x="134" y="0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3"/>
            <p:cNvSpPr/>
            <p:nvPr/>
          </p:nvSpPr>
          <p:spPr>
            <a:xfrm>
              <a:off x="-1342450" y="730538"/>
              <a:ext cx="32550" cy="31725"/>
            </a:xfrm>
            <a:custGeom>
              <a:rect b="b" l="l" r="r" t="t"/>
              <a:pathLst>
                <a:path extrusionOk="0" h="1269" w="1302">
                  <a:moveTo>
                    <a:pt x="601" y="1"/>
                  </a:moveTo>
                  <a:cubicBezTo>
                    <a:pt x="267" y="34"/>
                    <a:pt x="0" y="334"/>
                    <a:pt x="34" y="668"/>
                  </a:cubicBezTo>
                  <a:cubicBezTo>
                    <a:pt x="34" y="1001"/>
                    <a:pt x="334" y="1268"/>
                    <a:pt x="668" y="1268"/>
                  </a:cubicBezTo>
                  <a:cubicBezTo>
                    <a:pt x="1035" y="1235"/>
                    <a:pt x="1301" y="935"/>
                    <a:pt x="1268" y="601"/>
                  </a:cubicBezTo>
                  <a:cubicBezTo>
                    <a:pt x="1235" y="268"/>
                    <a:pt x="9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3"/>
            <p:cNvSpPr/>
            <p:nvPr/>
          </p:nvSpPr>
          <p:spPr>
            <a:xfrm>
              <a:off x="-1334100" y="738888"/>
              <a:ext cx="8350" cy="8350"/>
            </a:xfrm>
            <a:custGeom>
              <a:rect b="b" l="l" r="r" t="t"/>
              <a:pathLst>
                <a:path extrusionOk="0" h="334" w="334">
                  <a:moveTo>
                    <a:pt x="133" y="0"/>
                  </a:moveTo>
                  <a:cubicBezTo>
                    <a:pt x="67" y="0"/>
                    <a:pt x="0" y="100"/>
                    <a:pt x="0" y="167"/>
                  </a:cubicBezTo>
                  <a:cubicBezTo>
                    <a:pt x="0" y="267"/>
                    <a:pt x="67" y="334"/>
                    <a:pt x="167" y="334"/>
                  </a:cubicBezTo>
                  <a:cubicBezTo>
                    <a:pt x="267" y="334"/>
                    <a:pt x="334" y="267"/>
                    <a:pt x="334" y="167"/>
                  </a:cubicBezTo>
                  <a:cubicBezTo>
                    <a:pt x="334" y="67"/>
                    <a:pt x="234" y="0"/>
                    <a:pt x="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8" name="Google Shape;1288;p13"/>
          <p:cNvGrpSpPr/>
          <p:nvPr/>
        </p:nvGrpSpPr>
        <p:grpSpPr>
          <a:xfrm>
            <a:off x="2986641" y="4465811"/>
            <a:ext cx="3372178" cy="1106033"/>
            <a:chOff x="2675363" y="4068463"/>
            <a:chExt cx="3261294" cy="1106033"/>
          </a:xfrm>
        </p:grpSpPr>
        <p:grpSp>
          <p:nvGrpSpPr>
            <p:cNvPr id="1289" name="Google Shape;1289;p13"/>
            <p:cNvGrpSpPr/>
            <p:nvPr/>
          </p:nvGrpSpPr>
          <p:grpSpPr>
            <a:xfrm>
              <a:off x="2675363" y="4632568"/>
              <a:ext cx="1627676" cy="478232"/>
              <a:chOff x="8674525" y="3553425"/>
              <a:chExt cx="2514950" cy="738925"/>
            </a:xfrm>
          </p:grpSpPr>
          <p:sp>
            <p:nvSpPr>
              <p:cNvPr id="1290" name="Google Shape;1290;p13"/>
              <p:cNvSpPr/>
              <p:nvPr/>
            </p:nvSpPr>
            <p:spPr>
              <a:xfrm>
                <a:off x="9513875" y="3562600"/>
                <a:ext cx="1199925" cy="590600"/>
              </a:xfrm>
              <a:custGeom>
                <a:rect b="b" l="l" r="r" t="t"/>
                <a:pathLst>
                  <a:path extrusionOk="0" h="23624" w="47997">
                    <a:moveTo>
                      <a:pt x="14770" y="0"/>
                    </a:moveTo>
                    <a:cubicBezTo>
                      <a:pt x="8133" y="0"/>
                      <a:pt x="0" y="3063"/>
                      <a:pt x="3041" y="5363"/>
                    </a:cubicBezTo>
                    <a:cubicBezTo>
                      <a:pt x="3763" y="5910"/>
                      <a:pt x="4686" y="6108"/>
                      <a:pt x="5732" y="6108"/>
                    </a:cubicBezTo>
                    <a:cubicBezTo>
                      <a:pt x="8462" y="6108"/>
                      <a:pt x="12028" y="4761"/>
                      <a:pt x="15051" y="4761"/>
                    </a:cubicBezTo>
                    <a:cubicBezTo>
                      <a:pt x="16102" y="4761"/>
                      <a:pt x="17088" y="4924"/>
                      <a:pt x="17950" y="5363"/>
                    </a:cubicBezTo>
                    <a:cubicBezTo>
                      <a:pt x="22238" y="7550"/>
                      <a:pt x="22636" y="11554"/>
                      <a:pt x="28514" y="12633"/>
                    </a:cubicBezTo>
                    <a:cubicBezTo>
                      <a:pt x="29468" y="12804"/>
                      <a:pt x="30368" y="12868"/>
                      <a:pt x="31222" y="12868"/>
                    </a:cubicBezTo>
                    <a:cubicBezTo>
                      <a:pt x="33844" y="12868"/>
                      <a:pt x="36024" y="12261"/>
                      <a:pt x="37966" y="12261"/>
                    </a:cubicBezTo>
                    <a:cubicBezTo>
                      <a:pt x="39287" y="12261"/>
                      <a:pt x="40498" y="12542"/>
                      <a:pt x="41663" y="13485"/>
                    </a:cubicBezTo>
                    <a:cubicBezTo>
                      <a:pt x="43821" y="15218"/>
                      <a:pt x="44191" y="18398"/>
                      <a:pt x="47996" y="23624"/>
                    </a:cubicBezTo>
                    <a:cubicBezTo>
                      <a:pt x="45809" y="17717"/>
                      <a:pt x="46292" y="11554"/>
                      <a:pt x="40470" y="9027"/>
                    </a:cubicBezTo>
                    <a:cubicBezTo>
                      <a:pt x="38993" y="8378"/>
                      <a:pt x="37874" y="8152"/>
                      <a:pt x="36946" y="8152"/>
                    </a:cubicBezTo>
                    <a:cubicBezTo>
                      <a:pt x="34808" y="8152"/>
                      <a:pt x="33683" y="9352"/>
                      <a:pt x="31523" y="9352"/>
                    </a:cubicBezTo>
                    <a:cubicBezTo>
                      <a:pt x="30926" y="9352"/>
                      <a:pt x="30250" y="9261"/>
                      <a:pt x="29452" y="9027"/>
                    </a:cubicBezTo>
                    <a:cubicBezTo>
                      <a:pt x="24482" y="7550"/>
                      <a:pt x="23033" y="592"/>
                      <a:pt x="16218" y="53"/>
                    </a:cubicBezTo>
                    <a:cubicBezTo>
                      <a:pt x="15747" y="17"/>
                      <a:pt x="15262" y="0"/>
                      <a:pt x="147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3"/>
              <p:cNvSpPr/>
              <p:nvPr/>
            </p:nvSpPr>
            <p:spPr>
              <a:xfrm>
                <a:off x="9858975" y="4039550"/>
                <a:ext cx="854825" cy="249475"/>
              </a:xfrm>
              <a:custGeom>
                <a:rect b="b" l="l" r="r" t="t"/>
                <a:pathLst>
                  <a:path extrusionOk="0" h="9979" w="34193">
                    <a:moveTo>
                      <a:pt x="18678" y="1"/>
                    </a:moveTo>
                    <a:cubicBezTo>
                      <a:pt x="15005" y="1"/>
                      <a:pt x="10976" y="836"/>
                      <a:pt x="6816" y="3211"/>
                    </a:cubicBezTo>
                    <a:cubicBezTo>
                      <a:pt x="1205" y="6388"/>
                      <a:pt x="0" y="9978"/>
                      <a:pt x="3787" y="9978"/>
                    </a:cubicBezTo>
                    <a:cubicBezTo>
                      <a:pt x="4333" y="9978"/>
                      <a:pt x="4982" y="9904"/>
                      <a:pt x="5736" y="9743"/>
                    </a:cubicBezTo>
                    <a:cubicBezTo>
                      <a:pt x="11757" y="8465"/>
                      <a:pt x="12836" y="5966"/>
                      <a:pt x="16698" y="4546"/>
                    </a:cubicBezTo>
                    <a:cubicBezTo>
                      <a:pt x="18889" y="3746"/>
                      <a:pt x="20269" y="3073"/>
                      <a:pt x="23247" y="3073"/>
                    </a:cubicBezTo>
                    <a:cubicBezTo>
                      <a:pt x="25558" y="3073"/>
                      <a:pt x="28831" y="3478"/>
                      <a:pt x="34192" y="4546"/>
                    </a:cubicBezTo>
                    <a:cubicBezTo>
                      <a:pt x="34192" y="4546"/>
                      <a:pt x="29307" y="1734"/>
                      <a:pt x="24309" y="627"/>
                    </a:cubicBezTo>
                    <a:cubicBezTo>
                      <a:pt x="22561" y="247"/>
                      <a:pt x="20672" y="1"/>
                      <a:pt x="186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3"/>
              <p:cNvSpPr/>
              <p:nvPr/>
            </p:nvSpPr>
            <p:spPr>
              <a:xfrm>
                <a:off x="8899075" y="3553425"/>
                <a:ext cx="1327675" cy="473200"/>
              </a:xfrm>
              <a:custGeom>
                <a:rect b="b" l="l" r="r" t="t"/>
                <a:pathLst>
                  <a:path extrusionOk="0" h="18928" w="53107">
                    <a:moveTo>
                      <a:pt x="7686" y="1"/>
                    </a:moveTo>
                    <a:cubicBezTo>
                      <a:pt x="6786" y="1"/>
                      <a:pt x="5921" y="116"/>
                      <a:pt x="5112" y="363"/>
                    </a:cubicBezTo>
                    <a:cubicBezTo>
                      <a:pt x="0" y="1925"/>
                      <a:pt x="6220" y="5247"/>
                      <a:pt x="14853" y="8542"/>
                    </a:cubicBezTo>
                    <a:cubicBezTo>
                      <a:pt x="23458" y="11836"/>
                      <a:pt x="23856" y="16351"/>
                      <a:pt x="28967" y="18368"/>
                    </a:cubicBezTo>
                    <a:cubicBezTo>
                      <a:pt x="29993" y="18766"/>
                      <a:pt x="31059" y="18928"/>
                      <a:pt x="32150" y="18928"/>
                    </a:cubicBezTo>
                    <a:cubicBezTo>
                      <a:pt x="36497" y="18928"/>
                      <a:pt x="41233" y="16368"/>
                      <a:pt x="45297" y="16096"/>
                    </a:cubicBezTo>
                    <a:cubicBezTo>
                      <a:pt x="46911" y="15988"/>
                      <a:pt x="48285" y="15951"/>
                      <a:pt x="49408" y="15951"/>
                    </a:cubicBezTo>
                    <a:cubicBezTo>
                      <a:pt x="51843" y="15951"/>
                      <a:pt x="53106" y="16124"/>
                      <a:pt x="53106" y="16124"/>
                    </a:cubicBezTo>
                    <a:cubicBezTo>
                      <a:pt x="50460" y="15050"/>
                      <a:pt x="47877" y="14687"/>
                      <a:pt x="45244" y="14687"/>
                    </a:cubicBezTo>
                    <a:cubicBezTo>
                      <a:pt x="42310" y="14687"/>
                      <a:pt x="39313" y="15137"/>
                      <a:pt x="36095" y="15556"/>
                    </a:cubicBezTo>
                    <a:cubicBezTo>
                      <a:pt x="35628" y="15617"/>
                      <a:pt x="35173" y="15646"/>
                      <a:pt x="34731" y="15646"/>
                    </a:cubicBezTo>
                    <a:cubicBezTo>
                      <a:pt x="29400" y="15646"/>
                      <a:pt x="25827" y="11398"/>
                      <a:pt x="21868" y="7150"/>
                    </a:cubicBezTo>
                    <a:cubicBezTo>
                      <a:pt x="18258" y="3254"/>
                      <a:pt x="12475" y="1"/>
                      <a:pt x="76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3"/>
              <p:cNvSpPr/>
              <p:nvPr/>
            </p:nvSpPr>
            <p:spPr>
              <a:xfrm>
                <a:off x="8674525" y="3842775"/>
                <a:ext cx="853600" cy="238150"/>
              </a:xfrm>
              <a:custGeom>
                <a:rect b="b" l="l" r="r" t="t"/>
                <a:pathLst>
                  <a:path extrusionOk="0" h="9526" w="34144">
                    <a:moveTo>
                      <a:pt x="9414" y="1"/>
                    </a:moveTo>
                    <a:cubicBezTo>
                      <a:pt x="4875" y="1"/>
                      <a:pt x="954" y="1081"/>
                      <a:pt x="378" y="3585"/>
                    </a:cubicBezTo>
                    <a:cubicBezTo>
                      <a:pt x="1" y="5220"/>
                      <a:pt x="978" y="5718"/>
                      <a:pt x="2724" y="5718"/>
                    </a:cubicBezTo>
                    <a:cubicBezTo>
                      <a:pt x="5441" y="5718"/>
                      <a:pt x="10020" y="4511"/>
                      <a:pt x="14252" y="4511"/>
                    </a:cubicBezTo>
                    <a:cubicBezTo>
                      <a:pt x="14475" y="4511"/>
                      <a:pt x="14697" y="4515"/>
                      <a:pt x="14918" y="4522"/>
                    </a:cubicBezTo>
                    <a:cubicBezTo>
                      <a:pt x="21795" y="4745"/>
                      <a:pt x="26597" y="9526"/>
                      <a:pt x="33714" y="9526"/>
                    </a:cubicBezTo>
                    <a:cubicBezTo>
                      <a:pt x="33857" y="9526"/>
                      <a:pt x="34000" y="9524"/>
                      <a:pt x="34144" y="9520"/>
                    </a:cubicBezTo>
                    <a:cubicBezTo>
                      <a:pt x="27697" y="6794"/>
                      <a:pt x="26135" y="3982"/>
                      <a:pt x="19206" y="1568"/>
                    </a:cubicBezTo>
                    <a:cubicBezTo>
                      <a:pt x="16308" y="567"/>
                      <a:pt x="12699" y="1"/>
                      <a:pt x="94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3"/>
              <p:cNvSpPr/>
              <p:nvPr/>
            </p:nvSpPr>
            <p:spPr>
              <a:xfrm>
                <a:off x="9589875" y="3583775"/>
                <a:ext cx="1123925" cy="694375"/>
              </a:xfrm>
              <a:custGeom>
                <a:rect b="b" l="l" r="r" t="t"/>
                <a:pathLst>
                  <a:path extrusionOk="0" fill="none" h="27775" w="44957">
                    <a:moveTo>
                      <a:pt x="1" y="4516"/>
                    </a:moveTo>
                    <a:cubicBezTo>
                      <a:pt x="11275" y="910"/>
                      <a:pt x="14967" y="1"/>
                      <a:pt x="19283" y="5027"/>
                    </a:cubicBezTo>
                    <a:cubicBezTo>
                      <a:pt x="23600" y="10026"/>
                      <a:pt x="26014" y="11304"/>
                      <a:pt x="31722" y="9742"/>
                    </a:cubicBezTo>
                    <a:cubicBezTo>
                      <a:pt x="37402" y="8151"/>
                      <a:pt x="40639" y="10821"/>
                      <a:pt x="41946" y="14882"/>
                    </a:cubicBezTo>
                    <a:cubicBezTo>
                      <a:pt x="43224" y="18971"/>
                      <a:pt x="44956" y="22777"/>
                      <a:pt x="44956" y="22777"/>
                    </a:cubicBezTo>
                    <a:cubicBezTo>
                      <a:pt x="44956" y="22777"/>
                      <a:pt x="37913" y="18687"/>
                      <a:pt x="31097" y="19880"/>
                    </a:cubicBezTo>
                    <a:cubicBezTo>
                      <a:pt x="24282" y="21073"/>
                      <a:pt x="16216" y="25361"/>
                      <a:pt x="12780" y="2777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3"/>
              <p:cNvSpPr/>
              <p:nvPr/>
            </p:nvSpPr>
            <p:spPr>
              <a:xfrm>
                <a:off x="8980725" y="3598700"/>
                <a:ext cx="1246025" cy="411100"/>
              </a:xfrm>
              <a:custGeom>
                <a:rect b="b" l="l" r="r" t="t"/>
                <a:pathLst>
                  <a:path extrusionOk="0" fill="none" h="16444" w="49841">
                    <a:moveTo>
                      <a:pt x="0" y="0"/>
                    </a:moveTo>
                    <a:cubicBezTo>
                      <a:pt x="8577" y="511"/>
                      <a:pt x="14086" y="2783"/>
                      <a:pt x="18488" y="7668"/>
                    </a:cubicBezTo>
                    <a:cubicBezTo>
                      <a:pt x="22890" y="12553"/>
                      <a:pt x="25332" y="16443"/>
                      <a:pt x="31182" y="15534"/>
                    </a:cubicBezTo>
                    <a:cubicBezTo>
                      <a:pt x="37033" y="14626"/>
                      <a:pt x="44984" y="12638"/>
                      <a:pt x="49840" y="14285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3"/>
              <p:cNvSpPr/>
              <p:nvPr/>
            </p:nvSpPr>
            <p:spPr>
              <a:xfrm>
                <a:off x="8682525" y="3877700"/>
                <a:ext cx="817925" cy="196700"/>
              </a:xfrm>
              <a:custGeom>
                <a:rect b="b" l="l" r="r" t="t"/>
                <a:pathLst>
                  <a:path extrusionOk="0" fill="none" h="7868" w="32717">
                    <a:moveTo>
                      <a:pt x="1" y="3125"/>
                    </a:moveTo>
                    <a:cubicBezTo>
                      <a:pt x="8577" y="86"/>
                      <a:pt x="16501" y="1"/>
                      <a:pt x="22095" y="2898"/>
                    </a:cubicBezTo>
                    <a:cubicBezTo>
                      <a:pt x="27718" y="5794"/>
                      <a:pt x="29024" y="7498"/>
                      <a:pt x="32716" y="7867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3"/>
              <p:cNvSpPr/>
              <p:nvPr/>
            </p:nvSpPr>
            <p:spPr>
              <a:xfrm>
                <a:off x="9408125" y="3898300"/>
                <a:ext cx="1781350" cy="394050"/>
              </a:xfrm>
              <a:custGeom>
                <a:rect b="b" l="l" r="r" t="t"/>
                <a:pathLst>
                  <a:path extrusionOk="0" fill="none" h="15762" w="71254">
                    <a:moveTo>
                      <a:pt x="0" y="5084"/>
                    </a:moveTo>
                    <a:cubicBezTo>
                      <a:pt x="9088" y="10962"/>
                      <a:pt x="15961" y="7753"/>
                      <a:pt x="25503" y="3863"/>
                    </a:cubicBezTo>
                    <a:cubicBezTo>
                      <a:pt x="35016" y="1"/>
                      <a:pt x="41832" y="4062"/>
                      <a:pt x="48932" y="8321"/>
                    </a:cubicBezTo>
                    <a:cubicBezTo>
                      <a:pt x="56032" y="12553"/>
                      <a:pt x="62961" y="15762"/>
                      <a:pt x="71253" y="15364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8" name="Google Shape;1298;p13"/>
            <p:cNvGrpSpPr/>
            <p:nvPr/>
          </p:nvGrpSpPr>
          <p:grpSpPr>
            <a:xfrm>
              <a:off x="4630154" y="4406150"/>
              <a:ext cx="1306503" cy="768346"/>
              <a:chOff x="11944150" y="3369375"/>
              <a:chExt cx="1586525" cy="933025"/>
            </a:xfrm>
          </p:grpSpPr>
          <p:sp>
            <p:nvSpPr>
              <p:cNvPr id="1299" name="Google Shape;1299;p13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3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3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3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3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3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3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6" name="Google Shape;1306;p13"/>
            <p:cNvGrpSpPr/>
            <p:nvPr/>
          </p:nvGrpSpPr>
          <p:grpSpPr>
            <a:xfrm flipH="1" rot="899892">
              <a:off x="3194363" y="4224421"/>
              <a:ext cx="1306427" cy="768301"/>
              <a:chOff x="11944150" y="3369375"/>
              <a:chExt cx="1586525" cy="933025"/>
            </a:xfrm>
          </p:grpSpPr>
          <p:sp>
            <p:nvSpPr>
              <p:cNvPr id="1307" name="Google Shape;1307;p13"/>
              <p:cNvSpPr/>
              <p:nvPr/>
            </p:nvSpPr>
            <p:spPr>
              <a:xfrm>
                <a:off x="12532725" y="3369375"/>
                <a:ext cx="354000" cy="731300"/>
              </a:xfrm>
              <a:custGeom>
                <a:rect b="b" l="l" r="r" t="t"/>
                <a:pathLst>
                  <a:path extrusionOk="0" h="29252" w="14160">
                    <a:moveTo>
                      <a:pt x="11212" y="0"/>
                    </a:moveTo>
                    <a:cubicBezTo>
                      <a:pt x="9469" y="0"/>
                      <a:pt x="7162" y="1378"/>
                      <a:pt x="5424" y="4175"/>
                    </a:cubicBezTo>
                    <a:cubicBezTo>
                      <a:pt x="1960" y="9798"/>
                      <a:pt x="2215" y="12808"/>
                      <a:pt x="2357" y="17238"/>
                    </a:cubicBezTo>
                    <a:cubicBezTo>
                      <a:pt x="2499" y="21697"/>
                      <a:pt x="0" y="29251"/>
                      <a:pt x="0" y="29251"/>
                    </a:cubicBezTo>
                    <a:cubicBezTo>
                      <a:pt x="5169" y="24764"/>
                      <a:pt x="6305" y="21016"/>
                      <a:pt x="5992" y="14484"/>
                    </a:cubicBezTo>
                    <a:cubicBezTo>
                      <a:pt x="5708" y="7924"/>
                      <a:pt x="12467" y="9684"/>
                      <a:pt x="13603" y="4175"/>
                    </a:cubicBezTo>
                    <a:cubicBezTo>
                      <a:pt x="14160" y="1406"/>
                      <a:pt x="12974" y="0"/>
                      <a:pt x="112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3"/>
              <p:cNvSpPr/>
              <p:nvPr/>
            </p:nvSpPr>
            <p:spPr>
              <a:xfrm>
                <a:off x="12458875" y="3660000"/>
                <a:ext cx="1011500" cy="515925"/>
              </a:xfrm>
              <a:custGeom>
                <a:rect b="b" l="l" r="r" t="t"/>
                <a:pathLst>
                  <a:path extrusionOk="0" h="20637" w="40460">
                    <a:moveTo>
                      <a:pt x="35642" y="0"/>
                    </a:moveTo>
                    <a:cubicBezTo>
                      <a:pt x="35472" y="0"/>
                      <a:pt x="35293" y="6"/>
                      <a:pt x="35102" y="19"/>
                    </a:cubicBezTo>
                    <a:cubicBezTo>
                      <a:pt x="29507" y="416"/>
                      <a:pt x="28826" y="6039"/>
                      <a:pt x="22010" y="6721"/>
                    </a:cubicBezTo>
                    <a:cubicBezTo>
                      <a:pt x="15194" y="7374"/>
                      <a:pt x="13462" y="9050"/>
                      <a:pt x="10253" y="13224"/>
                    </a:cubicBezTo>
                    <a:cubicBezTo>
                      <a:pt x="7044" y="17399"/>
                      <a:pt x="1" y="20636"/>
                      <a:pt x="1" y="20636"/>
                    </a:cubicBezTo>
                    <a:cubicBezTo>
                      <a:pt x="8123" y="19927"/>
                      <a:pt x="12013" y="15014"/>
                      <a:pt x="16671" y="11946"/>
                    </a:cubicBezTo>
                    <a:cubicBezTo>
                      <a:pt x="21328" y="8851"/>
                      <a:pt x="22947" y="11520"/>
                      <a:pt x="29905" y="8198"/>
                    </a:cubicBezTo>
                    <a:cubicBezTo>
                      <a:pt x="36626" y="4960"/>
                      <a:pt x="40459" y="0"/>
                      <a:pt x="356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3"/>
              <p:cNvSpPr/>
              <p:nvPr/>
            </p:nvSpPr>
            <p:spPr>
              <a:xfrm>
                <a:off x="12353800" y="3942625"/>
                <a:ext cx="1176875" cy="359775"/>
              </a:xfrm>
              <a:custGeom>
                <a:rect b="b" l="l" r="r" t="t"/>
                <a:pathLst>
                  <a:path extrusionOk="0" h="14391" w="47075">
                    <a:moveTo>
                      <a:pt x="44882" y="1"/>
                    </a:moveTo>
                    <a:cubicBezTo>
                      <a:pt x="42116" y="1"/>
                      <a:pt x="37057" y="1922"/>
                      <a:pt x="32655" y="1922"/>
                    </a:cubicBezTo>
                    <a:cubicBezTo>
                      <a:pt x="32571" y="1922"/>
                      <a:pt x="32487" y="1921"/>
                      <a:pt x="32404" y="1919"/>
                    </a:cubicBezTo>
                    <a:cubicBezTo>
                      <a:pt x="32336" y="1919"/>
                      <a:pt x="32268" y="1918"/>
                      <a:pt x="32201" y="1918"/>
                    </a:cubicBezTo>
                    <a:cubicBezTo>
                      <a:pt x="25672" y="1918"/>
                      <a:pt x="22856" y="5981"/>
                      <a:pt x="19567" y="8764"/>
                    </a:cubicBezTo>
                    <a:cubicBezTo>
                      <a:pt x="16892" y="11008"/>
                      <a:pt x="13113" y="12058"/>
                      <a:pt x="10065" y="12058"/>
                    </a:cubicBezTo>
                    <a:cubicBezTo>
                      <a:pt x="9295" y="12058"/>
                      <a:pt x="8571" y="11991"/>
                      <a:pt x="7924" y="11859"/>
                    </a:cubicBezTo>
                    <a:cubicBezTo>
                      <a:pt x="6334" y="11518"/>
                      <a:pt x="4353" y="11433"/>
                      <a:pt x="2770" y="11433"/>
                    </a:cubicBezTo>
                    <a:cubicBezTo>
                      <a:pt x="1186" y="11433"/>
                      <a:pt x="1" y="11518"/>
                      <a:pt x="1" y="11518"/>
                    </a:cubicBezTo>
                    <a:cubicBezTo>
                      <a:pt x="5718" y="12209"/>
                      <a:pt x="9403" y="14391"/>
                      <a:pt x="13770" y="14391"/>
                    </a:cubicBezTo>
                    <a:cubicBezTo>
                      <a:pt x="15151" y="14391"/>
                      <a:pt x="16601" y="14172"/>
                      <a:pt x="18204" y="13620"/>
                    </a:cubicBezTo>
                    <a:cubicBezTo>
                      <a:pt x="24906" y="11319"/>
                      <a:pt x="24367" y="7031"/>
                      <a:pt x="30103" y="7031"/>
                    </a:cubicBezTo>
                    <a:cubicBezTo>
                      <a:pt x="35868" y="7031"/>
                      <a:pt x="46546" y="6293"/>
                      <a:pt x="46944" y="1919"/>
                    </a:cubicBezTo>
                    <a:cubicBezTo>
                      <a:pt x="47075" y="480"/>
                      <a:pt x="46265" y="1"/>
                      <a:pt x="448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13"/>
              <p:cNvSpPr/>
              <p:nvPr/>
            </p:nvSpPr>
            <p:spPr>
              <a:xfrm>
                <a:off x="12539825" y="3393500"/>
                <a:ext cx="323050" cy="696525"/>
              </a:xfrm>
              <a:custGeom>
                <a:rect b="b" l="l" r="r" t="t"/>
                <a:pathLst>
                  <a:path extrusionOk="0" fill="none" h="27861" w="12922">
                    <a:moveTo>
                      <a:pt x="12922" y="1"/>
                    </a:moveTo>
                    <a:cubicBezTo>
                      <a:pt x="8633" y="3608"/>
                      <a:pt x="4516" y="3295"/>
                      <a:pt x="4232" y="10679"/>
                    </a:cubicBezTo>
                    <a:cubicBezTo>
                      <a:pt x="3919" y="18063"/>
                      <a:pt x="3067" y="23856"/>
                      <a:pt x="0" y="2786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13"/>
              <p:cNvSpPr/>
              <p:nvPr/>
            </p:nvSpPr>
            <p:spPr>
              <a:xfrm>
                <a:off x="12458875" y="3676075"/>
                <a:ext cx="940750" cy="500550"/>
              </a:xfrm>
              <a:custGeom>
                <a:rect b="b" l="l" r="r" t="t"/>
                <a:pathLst>
                  <a:path extrusionOk="0" fill="none" h="20022" w="37630">
                    <a:moveTo>
                      <a:pt x="37629" y="1"/>
                    </a:moveTo>
                    <a:cubicBezTo>
                      <a:pt x="33114" y="1591"/>
                      <a:pt x="30984" y="5822"/>
                      <a:pt x="26298" y="6958"/>
                    </a:cubicBezTo>
                    <a:cubicBezTo>
                      <a:pt x="21641" y="8094"/>
                      <a:pt x="19340" y="7413"/>
                      <a:pt x="16160" y="9429"/>
                    </a:cubicBezTo>
                    <a:cubicBezTo>
                      <a:pt x="13007" y="11445"/>
                      <a:pt x="12468" y="13632"/>
                      <a:pt x="8606" y="15904"/>
                    </a:cubicBezTo>
                    <a:cubicBezTo>
                      <a:pt x="5822" y="17466"/>
                      <a:pt x="2954" y="18858"/>
                      <a:pt x="1" y="2002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3"/>
              <p:cNvSpPr/>
              <p:nvPr/>
            </p:nvSpPr>
            <p:spPr>
              <a:xfrm>
                <a:off x="12354525" y="3967175"/>
                <a:ext cx="1170750" cy="318800"/>
              </a:xfrm>
              <a:custGeom>
                <a:rect b="b" l="l" r="r" t="t"/>
                <a:pathLst>
                  <a:path extrusionOk="0" fill="none" h="12752" w="46830">
                    <a:moveTo>
                      <a:pt x="46830" y="0"/>
                    </a:moveTo>
                    <a:cubicBezTo>
                      <a:pt x="41491" y="3266"/>
                      <a:pt x="34079" y="2840"/>
                      <a:pt x="30500" y="3380"/>
                    </a:cubicBezTo>
                    <a:cubicBezTo>
                      <a:pt x="26894" y="3919"/>
                      <a:pt x="24849" y="6333"/>
                      <a:pt x="20362" y="9542"/>
                    </a:cubicBezTo>
                    <a:cubicBezTo>
                      <a:pt x="15847" y="12751"/>
                      <a:pt x="10990" y="12212"/>
                      <a:pt x="8633" y="11729"/>
                    </a:cubicBezTo>
                    <a:cubicBezTo>
                      <a:pt x="6305" y="11275"/>
                      <a:pt x="0" y="10536"/>
                      <a:pt x="0" y="10536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283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3"/>
              <p:cNvSpPr/>
              <p:nvPr/>
            </p:nvSpPr>
            <p:spPr>
              <a:xfrm>
                <a:off x="11944150" y="4040300"/>
                <a:ext cx="626225" cy="242825"/>
              </a:xfrm>
              <a:custGeom>
                <a:rect b="b" l="l" r="r" t="t"/>
                <a:pathLst>
                  <a:path extrusionOk="0" fill="none" h="9713" w="25049">
                    <a:moveTo>
                      <a:pt x="0" y="9713"/>
                    </a:moveTo>
                    <a:cubicBezTo>
                      <a:pt x="18233" y="9628"/>
                      <a:pt x="22038" y="5396"/>
                      <a:pt x="25048" y="0"/>
                    </a:cubicBezTo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rgbClr val="1B27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14" name="Google Shape;1314;p13"/>
          <p:cNvGrpSpPr/>
          <p:nvPr/>
        </p:nvGrpSpPr>
        <p:grpSpPr>
          <a:xfrm rot="-251935">
            <a:off x="1009090" y="3776658"/>
            <a:ext cx="457736" cy="203429"/>
            <a:chOff x="3028264" y="3167975"/>
            <a:chExt cx="442736" cy="203375"/>
          </a:xfrm>
        </p:grpSpPr>
        <p:sp>
          <p:nvSpPr>
            <p:cNvPr id="1315" name="Google Shape;1315;p13"/>
            <p:cNvSpPr/>
            <p:nvPr/>
          </p:nvSpPr>
          <p:spPr>
            <a:xfrm>
              <a:off x="3134900" y="3167975"/>
              <a:ext cx="189500" cy="203375"/>
            </a:xfrm>
            <a:custGeom>
              <a:rect b="b" l="l" r="r" t="t"/>
              <a:pathLst>
                <a:path extrusionOk="0" h="8135" w="7580">
                  <a:moveTo>
                    <a:pt x="4307" y="1"/>
                  </a:moveTo>
                  <a:cubicBezTo>
                    <a:pt x="3145" y="1"/>
                    <a:pt x="1903" y="214"/>
                    <a:pt x="1235" y="724"/>
                  </a:cubicBezTo>
                  <a:cubicBezTo>
                    <a:pt x="1" y="1691"/>
                    <a:pt x="201" y="6661"/>
                    <a:pt x="1869" y="7262"/>
                  </a:cubicBezTo>
                  <a:cubicBezTo>
                    <a:pt x="3134" y="7717"/>
                    <a:pt x="4841" y="8134"/>
                    <a:pt x="5621" y="8134"/>
                  </a:cubicBezTo>
                  <a:cubicBezTo>
                    <a:pt x="5868" y="8134"/>
                    <a:pt x="6022" y="8092"/>
                    <a:pt x="6039" y="7996"/>
                  </a:cubicBezTo>
                  <a:cubicBezTo>
                    <a:pt x="6139" y="7595"/>
                    <a:pt x="3370" y="6028"/>
                    <a:pt x="3370" y="6028"/>
                  </a:cubicBezTo>
                  <a:lnTo>
                    <a:pt x="3537" y="1558"/>
                  </a:lnTo>
                  <a:cubicBezTo>
                    <a:pt x="3945" y="1618"/>
                    <a:pt x="4333" y="1645"/>
                    <a:pt x="4692" y="1645"/>
                  </a:cubicBezTo>
                  <a:cubicBezTo>
                    <a:pt x="6505" y="1645"/>
                    <a:pt x="7580" y="958"/>
                    <a:pt x="6772" y="457"/>
                  </a:cubicBezTo>
                  <a:cubicBezTo>
                    <a:pt x="6330" y="173"/>
                    <a:pt x="5351" y="1"/>
                    <a:pt x="43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3"/>
            <p:cNvSpPr/>
            <p:nvPr/>
          </p:nvSpPr>
          <p:spPr>
            <a:xfrm>
              <a:off x="3351725" y="3228375"/>
              <a:ext cx="106775" cy="64450"/>
            </a:xfrm>
            <a:custGeom>
              <a:rect b="b" l="l" r="r" t="t"/>
              <a:pathLst>
                <a:path extrusionOk="0" h="2578" w="4271">
                  <a:moveTo>
                    <a:pt x="3786" y="1"/>
                  </a:moveTo>
                  <a:cubicBezTo>
                    <a:pt x="2892" y="1"/>
                    <a:pt x="228" y="818"/>
                    <a:pt x="1" y="2577"/>
                  </a:cubicBezTo>
                  <a:cubicBezTo>
                    <a:pt x="1" y="2577"/>
                    <a:pt x="4270" y="376"/>
                    <a:pt x="4070" y="76"/>
                  </a:cubicBezTo>
                  <a:cubicBezTo>
                    <a:pt x="4045" y="26"/>
                    <a:pt x="3943" y="1"/>
                    <a:pt x="37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3"/>
            <p:cNvSpPr/>
            <p:nvPr/>
          </p:nvSpPr>
          <p:spPr>
            <a:xfrm>
              <a:off x="3346125" y="3292800"/>
              <a:ext cx="124875" cy="55525"/>
            </a:xfrm>
            <a:custGeom>
              <a:rect b="b" l="l" r="r" t="t"/>
              <a:pathLst>
                <a:path extrusionOk="0" h="2221" w="4995">
                  <a:moveTo>
                    <a:pt x="225" y="0"/>
                  </a:moveTo>
                  <a:lnTo>
                    <a:pt x="225" y="0"/>
                  </a:lnTo>
                  <a:cubicBezTo>
                    <a:pt x="0" y="366"/>
                    <a:pt x="1880" y="2220"/>
                    <a:pt x="3495" y="2220"/>
                  </a:cubicBezTo>
                  <a:cubicBezTo>
                    <a:pt x="3798" y="2220"/>
                    <a:pt x="4092" y="2155"/>
                    <a:pt x="4361" y="2002"/>
                  </a:cubicBezTo>
                  <a:cubicBezTo>
                    <a:pt x="4995" y="1668"/>
                    <a:pt x="225" y="1"/>
                    <a:pt x="2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3"/>
            <p:cNvSpPr/>
            <p:nvPr/>
          </p:nvSpPr>
          <p:spPr>
            <a:xfrm>
              <a:off x="3028264" y="3194549"/>
              <a:ext cx="334850" cy="165025"/>
            </a:xfrm>
            <a:custGeom>
              <a:rect b="b" l="l" r="r" t="t"/>
              <a:pathLst>
                <a:path extrusionOk="0" h="6601" w="13394">
                  <a:moveTo>
                    <a:pt x="5827" y="0"/>
                  </a:moveTo>
                  <a:cubicBezTo>
                    <a:pt x="5708" y="0"/>
                    <a:pt x="5589" y="5"/>
                    <a:pt x="5471" y="15"/>
                  </a:cubicBezTo>
                  <a:cubicBezTo>
                    <a:pt x="2002" y="316"/>
                    <a:pt x="1" y="4585"/>
                    <a:pt x="167" y="5286"/>
                  </a:cubicBezTo>
                  <a:cubicBezTo>
                    <a:pt x="262" y="5682"/>
                    <a:pt x="2308" y="6601"/>
                    <a:pt x="5208" y="6601"/>
                  </a:cubicBezTo>
                  <a:cubicBezTo>
                    <a:pt x="7437" y="6601"/>
                    <a:pt x="10170" y="6058"/>
                    <a:pt x="12910" y="4318"/>
                  </a:cubicBezTo>
                  <a:cubicBezTo>
                    <a:pt x="13393" y="3996"/>
                    <a:pt x="9238" y="0"/>
                    <a:pt x="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3"/>
            <p:cNvSpPr/>
            <p:nvPr/>
          </p:nvSpPr>
          <p:spPr>
            <a:xfrm>
              <a:off x="3164925" y="3257775"/>
              <a:ext cx="20875" cy="92600"/>
            </a:xfrm>
            <a:custGeom>
              <a:rect b="b" l="l" r="r" t="t"/>
              <a:pathLst>
                <a:path extrusionOk="0" fill="none" h="3704" w="835">
                  <a:moveTo>
                    <a:pt x="1" y="0"/>
                  </a:moveTo>
                  <a:cubicBezTo>
                    <a:pt x="835" y="1535"/>
                    <a:pt x="468" y="3169"/>
                    <a:pt x="34" y="370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3"/>
            <p:cNvSpPr/>
            <p:nvPr/>
          </p:nvSpPr>
          <p:spPr>
            <a:xfrm>
              <a:off x="3081550" y="3257050"/>
              <a:ext cx="28375" cy="25675"/>
            </a:xfrm>
            <a:custGeom>
              <a:rect b="b" l="l" r="r" t="t"/>
              <a:pathLst>
                <a:path extrusionOk="0" h="1027" w="1135">
                  <a:moveTo>
                    <a:pt x="563" y="0"/>
                  </a:moveTo>
                  <a:cubicBezTo>
                    <a:pt x="508" y="0"/>
                    <a:pt x="454" y="9"/>
                    <a:pt x="400" y="29"/>
                  </a:cubicBezTo>
                  <a:cubicBezTo>
                    <a:pt x="133" y="130"/>
                    <a:pt x="0" y="396"/>
                    <a:pt x="100" y="663"/>
                  </a:cubicBezTo>
                  <a:cubicBezTo>
                    <a:pt x="153" y="877"/>
                    <a:pt x="356" y="1026"/>
                    <a:pt x="572" y="1026"/>
                  </a:cubicBezTo>
                  <a:cubicBezTo>
                    <a:pt x="626" y="1026"/>
                    <a:pt x="681" y="1017"/>
                    <a:pt x="734" y="997"/>
                  </a:cubicBezTo>
                  <a:cubicBezTo>
                    <a:pt x="1001" y="897"/>
                    <a:pt x="1134" y="630"/>
                    <a:pt x="1067" y="363"/>
                  </a:cubicBezTo>
                  <a:cubicBezTo>
                    <a:pt x="987" y="150"/>
                    <a:pt x="779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3"/>
            <p:cNvSpPr/>
            <p:nvPr/>
          </p:nvSpPr>
          <p:spPr>
            <a:xfrm>
              <a:off x="3088200" y="3264950"/>
              <a:ext cx="7550" cy="7025"/>
            </a:xfrm>
            <a:custGeom>
              <a:rect b="b" l="l" r="r" t="t"/>
              <a:pathLst>
                <a:path extrusionOk="0" h="281" w="302">
                  <a:moveTo>
                    <a:pt x="159" y="1"/>
                  </a:moveTo>
                  <a:cubicBezTo>
                    <a:pt x="139" y="1"/>
                    <a:pt x="119" y="5"/>
                    <a:pt x="101" y="14"/>
                  </a:cubicBezTo>
                  <a:cubicBezTo>
                    <a:pt x="34" y="14"/>
                    <a:pt x="1" y="114"/>
                    <a:pt x="34" y="180"/>
                  </a:cubicBezTo>
                  <a:cubicBezTo>
                    <a:pt x="34" y="247"/>
                    <a:pt x="134" y="281"/>
                    <a:pt x="201" y="281"/>
                  </a:cubicBezTo>
                  <a:cubicBezTo>
                    <a:pt x="268" y="247"/>
                    <a:pt x="301" y="147"/>
                    <a:pt x="268" y="80"/>
                  </a:cubicBezTo>
                  <a:cubicBezTo>
                    <a:pt x="268" y="32"/>
                    <a:pt x="214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22" name="Google Shape;132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940" y="1601109"/>
            <a:ext cx="4110181" cy="19804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4"/>
          <p:cNvSpPr txBox="1"/>
          <p:nvPr>
            <p:ph type="title"/>
          </p:nvPr>
        </p:nvSpPr>
        <p:spPr>
          <a:xfrm>
            <a:off x="309025" y="-193477"/>
            <a:ext cx="3249600" cy="13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Collaboration</a:t>
            </a:r>
            <a:endParaRPr/>
          </a:p>
        </p:txBody>
      </p:sp>
      <p:sp>
        <p:nvSpPr>
          <p:cNvPr id="1328" name="Google Shape;1328;p14"/>
          <p:cNvSpPr txBox="1"/>
          <p:nvPr>
            <p:ph idx="1" type="subTitle"/>
          </p:nvPr>
        </p:nvSpPr>
        <p:spPr>
          <a:xfrm>
            <a:off x="393474" y="716699"/>
            <a:ext cx="68349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Mr. McKeown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Will be a part of Engineering classes for upkeep and Maintenance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Used to study how to make an Engineering Journal, and a manual for how to use projects in engineering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Statistics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 can be easily exported for use in statistics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Thingspeak data can be exported to MatLab for more data analyzation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Sciences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Has been used in Oceanography Classes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Hope to be used in other classes such as Microbiology and Biology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db8fbce85d_0_13"/>
          <p:cNvSpPr txBox="1"/>
          <p:nvPr>
            <p:ph type="title"/>
          </p:nvPr>
        </p:nvSpPr>
        <p:spPr>
          <a:xfrm>
            <a:off x="309025" y="-193475"/>
            <a:ext cx="4784700" cy="13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Problems Faced</a:t>
            </a:r>
            <a:endParaRPr/>
          </a:p>
        </p:txBody>
      </p:sp>
      <p:sp>
        <p:nvSpPr>
          <p:cNvPr id="1334" name="Google Shape;1334;g2db8fbce85d_0_13"/>
          <p:cNvSpPr txBox="1"/>
          <p:nvPr>
            <p:ph idx="1" type="subTitle"/>
          </p:nvPr>
        </p:nvSpPr>
        <p:spPr>
          <a:xfrm>
            <a:off x="393474" y="716699"/>
            <a:ext cx="68349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Cable Extenders on Second Level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Had weird data coming through when using second level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Ended having to contact Atlas and calibrate in a different way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Storms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With a lots of rain and wind storms </a:t>
            </a:r>
            <a:r>
              <a:rPr lang="en"/>
              <a:t>something's</a:t>
            </a:r>
            <a:r>
              <a:rPr lang="en"/>
              <a:t> broke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second level solar panel broke and ended up having to open it and solder connects to usb port back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Money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Money ended being tight with an accounting error done by the school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Ended up having around 1000$ for this year (700 less than expected)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15"/>
          <p:cNvGrpSpPr/>
          <p:nvPr/>
        </p:nvGrpSpPr>
        <p:grpSpPr>
          <a:xfrm>
            <a:off x="-3525" y="-1838299"/>
            <a:ext cx="10577892" cy="7012795"/>
            <a:chOff x="-3525" y="-1838299"/>
            <a:chExt cx="10577892" cy="7012795"/>
          </a:xfrm>
        </p:grpSpPr>
        <p:grpSp>
          <p:nvGrpSpPr>
            <p:cNvPr id="1340" name="Google Shape;1340;p15"/>
            <p:cNvGrpSpPr/>
            <p:nvPr/>
          </p:nvGrpSpPr>
          <p:grpSpPr>
            <a:xfrm>
              <a:off x="-3525" y="1684857"/>
              <a:ext cx="9158100" cy="3489639"/>
              <a:chOff x="-3525" y="1684857"/>
              <a:chExt cx="9158100" cy="3489639"/>
            </a:xfrm>
          </p:grpSpPr>
          <p:grpSp>
            <p:nvGrpSpPr>
              <p:cNvPr id="1341" name="Google Shape;1341;p15"/>
              <p:cNvGrpSpPr/>
              <p:nvPr/>
            </p:nvGrpSpPr>
            <p:grpSpPr>
              <a:xfrm>
                <a:off x="-3525" y="2571741"/>
                <a:ext cx="9158100" cy="2571911"/>
                <a:chOff x="-3525" y="2571741"/>
                <a:chExt cx="9158100" cy="2571911"/>
              </a:xfrm>
            </p:grpSpPr>
            <p:sp>
              <p:nvSpPr>
                <p:cNvPr id="1342" name="Google Shape;1342;p15"/>
                <p:cNvSpPr/>
                <p:nvPr/>
              </p:nvSpPr>
              <p:spPr>
                <a:xfrm>
                  <a:off x="0" y="2571752"/>
                  <a:ext cx="9144000" cy="25719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43" name="Google Shape;1343;p15"/>
                <p:cNvCxnSpPr/>
                <p:nvPr/>
              </p:nvCxnSpPr>
              <p:spPr>
                <a:xfrm>
                  <a:off x="-3525" y="2571741"/>
                  <a:ext cx="9158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1344" name="Google Shape;1344;p15"/>
                <p:cNvGrpSpPr/>
                <p:nvPr/>
              </p:nvGrpSpPr>
              <p:grpSpPr>
                <a:xfrm>
                  <a:off x="232727" y="3164282"/>
                  <a:ext cx="8714292" cy="1169875"/>
                  <a:chOff x="232727" y="3164282"/>
                  <a:chExt cx="8714292" cy="1169875"/>
                </a:xfrm>
              </p:grpSpPr>
              <p:sp>
                <p:nvSpPr>
                  <p:cNvPr id="1345" name="Google Shape;1345;p15"/>
                  <p:cNvSpPr/>
                  <p:nvPr/>
                </p:nvSpPr>
                <p:spPr>
                  <a:xfrm flipH="1" rot="7184">
                    <a:off x="8376241" y="3164582"/>
                    <a:ext cx="287101" cy="1221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6" name="Google Shape;1346;p15"/>
                  <p:cNvSpPr/>
                  <p:nvPr/>
                </p:nvSpPr>
                <p:spPr>
                  <a:xfrm flipH="1" rot="4102">
                    <a:off x="232791" y="4004301"/>
                    <a:ext cx="251400" cy="1071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7" name="Google Shape;1347;p15"/>
                  <p:cNvSpPr/>
                  <p:nvPr/>
                </p:nvSpPr>
                <p:spPr>
                  <a:xfrm flipH="1" rot="6095">
                    <a:off x="484193" y="3821703"/>
                    <a:ext cx="169200" cy="720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8" name="Google Shape;1348;p15"/>
                  <p:cNvSpPr/>
                  <p:nvPr/>
                </p:nvSpPr>
                <p:spPr>
                  <a:xfrm flipH="1" rot="7184">
                    <a:off x="8659791" y="4211757"/>
                    <a:ext cx="287101" cy="1221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349" name="Google Shape;1349;p15"/>
              <p:cNvGrpSpPr/>
              <p:nvPr/>
            </p:nvGrpSpPr>
            <p:grpSpPr>
              <a:xfrm>
                <a:off x="-3525" y="3947507"/>
                <a:ext cx="1277856" cy="1205418"/>
                <a:chOff x="-3525" y="3947507"/>
                <a:chExt cx="1277856" cy="1205418"/>
              </a:xfrm>
            </p:grpSpPr>
            <p:grpSp>
              <p:nvGrpSpPr>
                <p:cNvPr id="1350" name="Google Shape;1350;p15"/>
                <p:cNvGrpSpPr/>
                <p:nvPr/>
              </p:nvGrpSpPr>
              <p:grpSpPr>
                <a:xfrm flipH="1" rot="-3674922">
                  <a:off x="252024" y="4286952"/>
                  <a:ext cx="1077456" cy="512016"/>
                  <a:chOff x="4925350" y="704275"/>
                  <a:chExt cx="1077475" cy="512025"/>
                </a:xfrm>
              </p:grpSpPr>
              <p:sp>
                <p:nvSpPr>
                  <p:cNvPr id="1351" name="Google Shape;1351;p15"/>
                  <p:cNvSpPr/>
                  <p:nvPr/>
                </p:nvSpPr>
                <p:spPr>
                  <a:xfrm>
                    <a:off x="4925350" y="743200"/>
                    <a:ext cx="670500" cy="172925"/>
                  </a:xfrm>
                  <a:custGeom>
                    <a:rect b="b" l="l" r="r" t="t"/>
                    <a:pathLst>
                      <a:path extrusionOk="0" h="6917" w="26820">
                        <a:moveTo>
                          <a:pt x="13408" y="0"/>
                        </a:moveTo>
                        <a:cubicBezTo>
                          <a:pt x="6185" y="0"/>
                          <a:pt x="1" y="4481"/>
                          <a:pt x="1" y="4481"/>
                        </a:cubicBezTo>
                        <a:cubicBezTo>
                          <a:pt x="904" y="4638"/>
                          <a:pt x="1765" y="4704"/>
                          <a:pt x="2589" y="4704"/>
                        </a:cubicBezTo>
                        <a:cubicBezTo>
                          <a:pt x="6608" y="4704"/>
                          <a:pt x="9749" y="3155"/>
                          <a:pt x="12638" y="3155"/>
                        </a:cubicBezTo>
                        <a:cubicBezTo>
                          <a:pt x="13686" y="3155"/>
                          <a:pt x="14701" y="3359"/>
                          <a:pt x="15712" y="3914"/>
                        </a:cubicBezTo>
                        <a:cubicBezTo>
                          <a:pt x="20082" y="6316"/>
                          <a:pt x="26820" y="6916"/>
                          <a:pt x="26820" y="6916"/>
                        </a:cubicBezTo>
                        <a:cubicBezTo>
                          <a:pt x="26820" y="6916"/>
                          <a:pt x="22383" y="579"/>
                          <a:pt x="14644" y="45"/>
                        </a:cubicBezTo>
                        <a:cubicBezTo>
                          <a:pt x="14229" y="14"/>
                          <a:pt x="13817" y="0"/>
                          <a:pt x="13408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2" name="Google Shape;1352;p15"/>
                  <p:cNvSpPr/>
                  <p:nvPr/>
                </p:nvSpPr>
                <p:spPr>
                  <a:xfrm>
                    <a:off x="5240575" y="942350"/>
                    <a:ext cx="567925" cy="146325"/>
                  </a:xfrm>
                  <a:custGeom>
                    <a:rect b="b" l="l" r="r" t="t"/>
                    <a:pathLst>
                      <a:path extrusionOk="0" h="5853" w="22717">
                        <a:moveTo>
                          <a:pt x="17929" y="1"/>
                        </a:moveTo>
                        <a:cubicBezTo>
                          <a:pt x="15911" y="1"/>
                          <a:pt x="13527" y="302"/>
                          <a:pt x="11342" y="1352"/>
                        </a:cubicBezTo>
                        <a:cubicBezTo>
                          <a:pt x="5588" y="4132"/>
                          <a:pt x="1548" y="4364"/>
                          <a:pt x="361" y="4364"/>
                        </a:cubicBezTo>
                        <a:cubicBezTo>
                          <a:pt x="124" y="4364"/>
                          <a:pt x="1" y="4354"/>
                          <a:pt x="1" y="4354"/>
                        </a:cubicBezTo>
                        <a:lnTo>
                          <a:pt x="1" y="4354"/>
                        </a:lnTo>
                        <a:cubicBezTo>
                          <a:pt x="2237" y="5423"/>
                          <a:pt x="4500" y="5852"/>
                          <a:pt x="6647" y="5852"/>
                        </a:cubicBezTo>
                        <a:cubicBezTo>
                          <a:pt x="10265" y="5852"/>
                          <a:pt x="13551" y="4631"/>
                          <a:pt x="15812" y="3187"/>
                        </a:cubicBezTo>
                        <a:cubicBezTo>
                          <a:pt x="17880" y="1786"/>
                          <a:pt x="20248" y="918"/>
                          <a:pt x="22717" y="552"/>
                        </a:cubicBezTo>
                        <a:cubicBezTo>
                          <a:pt x="22717" y="552"/>
                          <a:pt x="20657" y="1"/>
                          <a:pt x="1792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3" name="Google Shape;1353;p15"/>
                  <p:cNvSpPr/>
                  <p:nvPr/>
                </p:nvSpPr>
                <p:spPr>
                  <a:xfrm>
                    <a:off x="5482425" y="1051825"/>
                    <a:ext cx="492875" cy="164475"/>
                  </a:xfrm>
                  <a:custGeom>
                    <a:rect b="b" l="l" r="r" t="t"/>
                    <a:pathLst>
                      <a:path extrusionOk="0" h="6579" w="19715">
                        <a:moveTo>
                          <a:pt x="14944" y="0"/>
                        </a:moveTo>
                        <a:cubicBezTo>
                          <a:pt x="12982" y="0"/>
                          <a:pt x="10528" y="740"/>
                          <a:pt x="8540" y="2344"/>
                        </a:cubicBezTo>
                        <a:cubicBezTo>
                          <a:pt x="5471" y="4845"/>
                          <a:pt x="0" y="4879"/>
                          <a:pt x="0" y="4879"/>
                        </a:cubicBezTo>
                        <a:cubicBezTo>
                          <a:pt x="0" y="4879"/>
                          <a:pt x="2899" y="6579"/>
                          <a:pt x="6353" y="6579"/>
                        </a:cubicBezTo>
                        <a:cubicBezTo>
                          <a:pt x="7172" y="6579"/>
                          <a:pt x="8023" y="6483"/>
                          <a:pt x="8873" y="6246"/>
                        </a:cubicBezTo>
                        <a:cubicBezTo>
                          <a:pt x="12727" y="5166"/>
                          <a:pt x="14306" y="2323"/>
                          <a:pt x="17994" y="2323"/>
                        </a:cubicBezTo>
                        <a:cubicBezTo>
                          <a:pt x="18521" y="2323"/>
                          <a:pt x="19090" y="2381"/>
                          <a:pt x="19714" y="2510"/>
                        </a:cubicBezTo>
                        <a:cubicBezTo>
                          <a:pt x="19714" y="2510"/>
                          <a:pt x="19314" y="1877"/>
                          <a:pt x="17613" y="676"/>
                        </a:cubicBezTo>
                        <a:cubicBezTo>
                          <a:pt x="16990" y="233"/>
                          <a:pt x="16044" y="0"/>
                          <a:pt x="14944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4" name="Google Shape;1354;p15"/>
                  <p:cNvSpPr/>
                  <p:nvPr/>
                </p:nvSpPr>
                <p:spPr>
                  <a:xfrm>
                    <a:off x="5657550" y="704275"/>
                    <a:ext cx="271875" cy="318600"/>
                  </a:xfrm>
                  <a:custGeom>
                    <a:rect b="b" l="l" r="r" t="t"/>
                    <a:pathLst>
                      <a:path extrusionOk="0" h="12744" w="10875">
                        <a:moveTo>
                          <a:pt x="0" y="1"/>
                        </a:moveTo>
                        <a:cubicBezTo>
                          <a:pt x="0" y="1"/>
                          <a:pt x="3503" y="1702"/>
                          <a:pt x="5104" y="4437"/>
                        </a:cubicBezTo>
                        <a:cubicBezTo>
                          <a:pt x="6705" y="7139"/>
                          <a:pt x="9941" y="12743"/>
                          <a:pt x="9941" y="12743"/>
                        </a:cubicBezTo>
                        <a:cubicBezTo>
                          <a:pt x="8273" y="8540"/>
                          <a:pt x="10875" y="7439"/>
                          <a:pt x="8840" y="3937"/>
                        </a:cubicBezTo>
                        <a:cubicBezTo>
                          <a:pt x="6805" y="434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5" name="Google Shape;1355;p15"/>
                  <p:cNvSpPr/>
                  <p:nvPr/>
                </p:nvSpPr>
                <p:spPr>
                  <a:xfrm>
                    <a:off x="4925350" y="750975"/>
                    <a:ext cx="1077475" cy="422825"/>
                  </a:xfrm>
                  <a:custGeom>
                    <a:rect b="b" l="l" r="r" t="t"/>
                    <a:pathLst>
                      <a:path extrusionOk="0" fill="none" h="16913" w="43099">
                        <a:moveTo>
                          <a:pt x="43098" y="16913"/>
                        </a:moveTo>
                        <a:cubicBezTo>
                          <a:pt x="40963" y="11642"/>
                          <a:pt x="37027" y="7406"/>
                          <a:pt x="30356" y="7106"/>
                        </a:cubicBezTo>
                        <a:cubicBezTo>
                          <a:pt x="23718" y="6839"/>
                          <a:pt x="20549" y="3170"/>
                          <a:pt x="15145" y="1602"/>
                        </a:cubicBezTo>
                        <a:cubicBezTo>
                          <a:pt x="9741" y="1"/>
                          <a:pt x="1" y="4170"/>
                          <a:pt x="1" y="417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6" name="Google Shape;1356;p15"/>
                  <p:cNvSpPr/>
                  <p:nvPr/>
                </p:nvSpPr>
                <p:spPr>
                  <a:xfrm>
                    <a:off x="5240575" y="954450"/>
                    <a:ext cx="567925" cy="117625"/>
                  </a:xfrm>
                  <a:custGeom>
                    <a:rect b="b" l="l" r="r" t="t"/>
                    <a:pathLst>
                      <a:path extrusionOk="0" fill="none" h="4705" w="22717">
                        <a:moveTo>
                          <a:pt x="1" y="3870"/>
                        </a:moveTo>
                        <a:cubicBezTo>
                          <a:pt x="8774" y="4704"/>
                          <a:pt x="12343" y="2803"/>
                          <a:pt x="14978" y="1402"/>
                        </a:cubicBezTo>
                        <a:cubicBezTo>
                          <a:pt x="17613" y="1"/>
                          <a:pt x="22717" y="68"/>
                          <a:pt x="22717" y="68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7" name="Google Shape;1357;p15"/>
                  <p:cNvSpPr/>
                  <p:nvPr/>
                </p:nvSpPr>
                <p:spPr>
                  <a:xfrm>
                    <a:off x="5656700" y="704275"/>
                    <a:ext cx="249375" cy="319425"/>
                  </a:xfrm>
                  <a:custGeom>
                    <a:rect b="b" l="l" r="r" t="t"/>
                    <a:pathLst>
                      <a:path extrusionOk="0" fill="none" h="12777" w="9975">
                        <a:moveTo>
                          <a:pt x="1" y="1"/>
                        </a:moveTo>
                        <a:cubicBezTo>
                          <a:pt x="4037" y="768"/>
                          <a:pt x="7573" y="3470"/>
                          <a:pt x="8107" y="5972"/>
                        </a:cubicBezTo>
                        <a:cubicBezTo>
                          <a:pt x="8607" y="8240"/>
                          <a:pt x="9241" y="10542"/>
                          <a:pt x="9975" y="1277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8" name="Google Shape;1358;p15"/>
                  <p:cNvSpPr/>
                  <p:nvPr/>
                </p:nvSpPr>
                <p:spPr>
                  <a:xfrm>
                    <a:off x="5481575" y="1069550"/>
                    <a:ext cx="492875" cy="134275"/>
                  </a:xfrm>
                  <a:custGeom>
                    <a:rect b="b" l="l" r="r" t="t"/>
                    <a:pathLst>
                      <a:path extrusionOk="0" fill="none" h="5371" w="19715">
                        <a:moveTo>
                          <a:pt x="1" y="4170"/>
                        </a:moveTo>
                        <a:cubicBezTo>
                          <a:pt x="5138" y="5371"/>
                          <a:pt x="8974" y="3636"/>
                          <a:pt x="12143" y="1801"/>
                        </a:cubicBezTo>
                        <a:cubicBezTo>
                          <a:pt x="15312" y="0"/>
                          <a:pt x="19715" y="1801"/>
                          <a:pt x="19715" y="180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59" name="Google Shape;1359;p15"/>
                <p:cNvSpPr/>
                <p:nvPr/>
              </p:nvSpPr>
              <p:spPr>
                <a:xfrm flipH="1">
                  <a:off x="-3525" y="4379650"/>
                  <a:ext cx="1019100" cy="773275"/>
                </a:xfrm>
                <a:custGeom>
                  <a:rect b="b" l="l" r="r" t="t"/>
                  <a:pathLst>
                    <a:path extrusionOk="0" h="30931" w="40764">
                      <a:moveTo>
                        <a:pt x="37643" y="1"/>
                      </a:moveTo>
                      <a:cubicBezTo>
                        <a:pt x="36339" y="1"/>
                        <a:pt x="34901" y="1033"/>
                        <a:pt x="34392" y="2844"/>
                      </a:cubicBezTo>
                      <a:cubicBezTo>
                        <a:pt x="33458" y="6080"/>
                        <a:pt x="36427" y="9048"/>
                        <a:pt x="37795" y="11550"/>
                      </a:cubicBezTo>
                      <a:cubicBezTo>
                        <a:pt x="38740" y="13256"/>
                        <a:pt x="37486" y="14803"/>
                        <a:pt x="36137" y="14803"/>
                      </a:cubicBezTo>
                      <a:cubicBezTo>
                        <a:pt x="35534" y="14803"/>
                        <a:pt x="34912" y="14494"/>
                        <a:pt x="34459" y="13752"/>
                      </a:cubicBezTo>
                      <a:cubicBezTo>
                        <a:pt x="32991" y="11350"/>
                        <a:pt x="34359" y="9148"/>
                        <a:pt x="33425" y="7847"/>
                      </a:cubicBezTo>
                      <a:cubicBezTo>
                        <a:pt x="33198" y="7520"/>
                        <a:pt x="32945" y="7363"/>
                        <a:pt x="32687" y="7363"/>
                      </a:cubicBezTo>
                      <a:cubicBezTo>
                        <a:pt x="31921" y="7363"/>
                        <a:pt x="31105" y="8738"/>
                        <a:pt x="30756" y="11083"/>
                      </a:cubicBezTo>
                      <a:cubicBezTo>
                        <a:pt x="30289" y="14219"/>
                        <a:pt x="32324" y="14619"/>
                        <a:pt x="33992" y="17254"/>
                      </a:cubicBezTo>
                      <a:cubicBezTo>
                        <a:pt x="35660" y="19923"/>
                        <a:pt x="36394" y="24259"/>
                        <a:pt x="33992" y="25193"/>
                      </a:cubicBezTo>
                      <a:cubicBezTo>
                        <a:pt x="33553" y="25364"/>
                        <a:pt x="33191" y="25444"/>
                        <a:pt x="32892" y="25444"/>
                      </a:cubicBezTo>
                      <a:cubicBezTo>
                        <a:pt x="31557" y="25444"/>
                        <a:pt x="31490" y="23835"/>
                        <a:pt x="31490" y="21491"/>
                      </a:cubicBezTo>
                      <a:cubicBezTo>
                        <a:pt x="31490" y="20222"/>
                        <a:pt x="30786" y="19625"/>
                        <a:pt x="30023" y="19625"/>
                      </a:cubicBezTo>
                      <a:cubicBezTo>
                        <a:pt x="29061" y="19625"/>
                        <a:pt x="28005" y="20575"/>
                        <a:pt x="28154" y="22325"/>
                      </a:cubicBezTo>
                      <a:cubicBezTo>
                        <a:pt x="28421" y="25460"/>
                        <a:pt x="28788" y="27395"/>
                        <a:pt x="25653" y="27795"/>
                      </a:cubicBezTo>
                      <a:cubicBezTo>
                        <a:pt x="25516" y="27811"/>
                        <a:pt x="25387" y="27819"/>
                        <a:pt x="25267" y="27819"/>
                      </a:cubicBezTo>
                      <a:cubicBezTo>
                        <a:pt x="22622" y="27819"/>
                        <a:pt x="23775" y="24091"/>
                        <a:pt x="25019" y="21858"/>
                      </a:cubicBezTo>
                      <a:cubicBezTo>
                        <a:pt x="26286" y="19556"/>
                        <a:pt x="29455" y="19022"/>
                        <a:pt x="29822" y="16620"/>
                      </a:cubicBezTo>
                      <a:cubicBezTo>
                        <a:pt x="30189" y="14252"/>
                        <a:pt x="28688" y="14386"/>
                        <a:pt x="28755" y="11817"/>
                      </a:cubicBezTo>
                      <a:cubicBezTo>
                        <a:pt x="28788" y="9282"/>
                        <a:pt x="30256" y="7481"/>
                        <a:pt x="30189" y="4679"/>
                      </a:cubicBezTo>
                      <a:cubicBezTo>
                        <a:pt x="30152" y="3123"/>
                        <a:pt x="29029" y="2336"/>
                        <a:pt x="27786" y="2336"/>
                      </a:cubicBezTo>
                      <a:cubicBezTo>
                        <a:pt x="26818" y="2336"/>
                        <a:pt x="25776" y="2814"/>
                        <a:pt x="25119" y="3778"/>
                      </a:cubicBezTo>
                      <a:cubicBezTo>
                        <a:pt x="23584" y="5979"/>
                        <a:pt x="25286" y="8014"/>
                        <a:pt x="26453" y="12918"/>
                      </a:cubicBezTo>
                      <a:cubicBezTo>
                        <a:pt x="27039" y="15379"/>
                        <a:pt x="26112" y="16437"/>
                        <a:pt x="25056" y="16437"/>
                      </a:cubicBezTo>
                      <a:cubicBezTo>
                        <a:pt x="24009" y="16437"/>
                        <a:pt x="22834" y="15396"/>
                        <a:pt x="22884" y="13652"/>
                      </a:cubicBezTo>
                      <a:cubicBezTo>
                        <a:pt x="22958" y="11056"/>
                        <a:pt x="22867" y="9119"/>
                        <a:pt x="21810" y="9119"/>
                      </a:cubicBezTo>
                      <a:cubicBezTo>
                        <a:pt x="21441" y="9119"/>
                        <a:pt x="20954" y="9356"/>
                        <a:pt x="20315" y="9882"/>
                      </a:cubicBezTo>
                      <a:cubicBezTo>
                        <a:pt x="17814" y="11884"/>
                        <a:pt x="20382" y="16153"/>
                        <a:pt x="22250" y="19823"/>
                      </a:cubicBezTo>
                      <a:cubicBezTo>
                        <a:pt x="23494" y="22311"/>
                        <a:pt x="22714" y="23649"/>
                        <a:pt x="21822" y="23649"/>
                      </a:cubicBezTo>
                      <a:cubicBezTo>
                        <a:pt x="21399" y="23649"/>
                        <a:pt x="20951" y="23348"/>
                        <a:pt x="20682" y="22725"/>
                      </a:cubicBezTo>
                      <a:cubicBezTo>
                        <a:pt x="20188" y="21558"/>
                        <a:pt x="19435" y="20825"/>
                        <a:pt x="18675" y="20825"/>
                      </a:cubicBezTo>
                      <a:cubicBezTo>
                        <a:pt x="18153" y="20825"/>
                        <a:pt x="17628" y="21170"/>
                        <a:pt x="17180" y="21958"/>
                      </a:cubicBezTo>
                      <a:cubicBezTo>
                        <a:pt x="16046" y="23926"/>
                        <a:pt x="17347" y="27428"/>
                        <a:pt x="15979" y="29229"/>
                      </a:cubicBezTo>
                      <a:cubicBezTo>
                        <a:pt x="15530" y="29821"/>
                        <a:pt x="15016" y="30107"/>
                        <a:pt x="14507" y="30107"/>
                      </a:cubicBezTo>
                      <a:cubicBezTo>
                        <a:pt x="13466" y="30107"/>
                        <a:pt x="12446" y="28912"/>
                        <a:pt x="12043" y="26694"/>
                      </a:cubicBezTo>
                      <a:cubicBezTo>
                        <a:pt x="11442" y="23359"/>
                        <a:pt x="13944" y="22792"/>
                        <a:pt x="15512" y="19823"/>
                      </a:cubicBezTo>
                      <a:cubicBezTo>
                        <a:pt x="16814" y="17358"/>
                        <a:pt x="15241" y="15744"/>
                        <a:pt x="13277" y="15744"/>
                      </a:cubicBezTo>
                      <a:cubicBezTo>
                        <a:pt x="12875" y="15744"/>
                        <a:pt x="12456" y="15812"/>
                        <a:pt x="12043" y="15953"/>
                      </a:cubicBezTo>
                      <a:cubicBezTo>
                        <a:pt x="9574" y="16787"/>
                        <a:pt x="11342" y="19956"/>
                        <a:pt x="10709" y="23659"/>
                      </a:cubicBezTo>
                      <a:cubicBezTo>
                        <a:pt x="10514" y="24747"/>
                        <a:pt x="10065" y="25184"/>
                        <a:pt x="9527" y="25184"/>
                      </a:cubicBezTo>
                      <a:cubicBezTo>
                        <a:pt x="8215" y="25184"/>
                        <a:pt x="6372" y="22594"/>
                        <a:pt x="6372" y="20490"/>
                      </a:cubicBezTo>
                      <a:cubicBezTo>
                        <a:pt x="6372" y="18504"/>
                        <a:pt x="5151" y="16412"/>
                        <a:pt x="3783" y="16412"/>
                      </a:cubicBezTo>
                      <a:cubicBezTo>
                        <a:pt x="3128" y="16412"/>
                        <a:pt x="2440" y="16890"/>
                        <a:pt x="1836" y="18088"/>
                      </a:cubicBezTo>
                      <a:cubicBezTo>
                        <a:pt x="1" y="21791"/>
                        <a:pt x="3403" y="24660"/>
                        <a:pt x="4704" y="26127"/>
                      </a:cubicBezTo>
                      <a:cubicBezTo>
                        <a:pt x="6005" y="27595"/>
                        <a:pt x="6472" y="29530"/>
                        <a:pt x="2770" y="30931"/>
                      </a:cubicBezTo>
                      <a:lnTo>
                        <a:pt x="40763" y="30330"/>
                      </a:lnTo>
                      <a:cubicBezTo>
                        <a:pt x="40763" y="30330"/>
                        <a:pt x="40763" y="4979"/>
                        <a:pt x="39929" y="1943"/>
                      </a:cubicBezTo>
                      <a:cubicBezTo>
                        <a:pt x="39567" y="610"/>
                        <a:pt x="38644" y="1"/>
                        <a:pt x="3764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60" name="Google Shape;1360;p15"/>
              <p:cNvGrpSpPr/>
              <p:nvPr/>
            </p:nvGrpSpPr>
            <p:grpSpPr>
              <a:xfrm>
                <a:off x="8715763" y="2814665"/>
                <a:ext cx="280183" cy="626913"/>
                <a:chOff x="2721325" y="3835313"/>
                <a:chExt cx="520400" cy="1164400"/>
              </a:xfrm>
            </p:grpSpPr>
            <p:sp>
              <p:nvSpPr>
                <p:cNvPr id="1361" name="Google Shape;1361;p15"/>
                <p:cNvSpPr/>
                <p:nvPr/>
              </p:nvSpPr>
              <p:spPr>
                <a:xfrm>
                  <a:off x="2873925" y="4089863"/>
                  <a:ext cx="132625" cy="766400"/>
                </a:xfrm>
                <a:custGeom>
                  <a:rect b="b" l="l" r="r" t="t"/>
                  <a:pathLst>
                    <a:path extrusionOk="0" fill="none" h="30656" w="5305">
                      <a:moveTo>
                        <a:pt x="1" y="30656"/>
                      </a:moveTo>
                      <a:cubicBezTo>
                        <a:pt x="1101" y="26653"/>
                        <a:pt x="4170" y="24818"/>
                        <a:pt x="4537" y="21149"/>
                      </a:cubicBezTo>
                      <a:cubicBezTo>
                        <a:pt x="4938" y="17513"/>
                        <a:pt x="3803" y="14778"/>
                        <a:pt x="4537" y="11275"/>
                      </a:cubicBezTo>
                      <a:cubicBezTo>
                        <a:pt x="5304" y="7773"/>
                        <a:pt x="5171" y="3336"/>
                        <a:pt x="3870" y="0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2" name="Google Shape;1362;p15"/>
                <p:cNvSpPr/>
                <p:nvPr/>
              </p:nvSpPr>
              <p:spPr>
                <a:xfrm>
                  <a:off x="2867250" y="4025213"/>
                  <a:ext cx="325275" cy="759000"/>
                </a:xfrm>
                <a:custGeom>
                  <a:rect b="b" l="l" r="r" t="t"/>
                  <a:pathLst>
                    <a:path extrusionOk="0" h="30360" w="13011">
                      <a:moveTo>
                        <a:pt x="5200" y="0"/>
                      </a:moveTo>
                      <a:cubicBezTo>
                        <a:pt x="4945" y="0"/>
                        <a:pt x="4669" y="58"/>
                        <a:pt x="4371" y="185"/>
                      </a:cubicBezTo>
                      <a:cubicBezTo>
                        <a:pt x="1235" y="1519"/>
                        <a:pt x="1669" y="2653"/>
                        <a:pt x="1669" y="2653"/>
                      </a:cubicBezTo>
                      <a:cubicBezTo>
                        <a:pt x="1" y="6589"/>
                        <a:pt x="5138" y="8124"/>
                        <a:pt x="5138" y="8124"/>
                      </a:cubicBezTo>
                      <a:cubicBezTo>
                        <a:pt x="4401" y="10751"/>
                        <a:pt x="4864" y="12301"/>
                        <a:pt x="6883" y="12301"/>
                      </a:cubicBezTo>
                      <a:cubicBezTo>
                        <a:pt x="6966" y="12301"/>
                        <a:pt x="7051" y="12299"/>
                        <a:pt x="7139" y="12293"/>
                      </a:cubicBezTo>
                      <a:lnTo>
                        <a:pt x="7139" y="12293"/>
                      </a:lnTo>
                      <a:cubicBezTo>
                        <a:pt x="5772" y="13928"/>
                        <a:pt x="5838" y="15362"/>
                        <a:pt x="7706" y="16563"/>
                      </a:cubicBezTo>
                      <a:cubicBezTo>
                        <a:pt x="6405" y="18498"/>
                        <a:pt x="6305" y="20199"/>
                        <a:pt x="8273" y="21567"/>
                      </a:cubicBezTo>
                      <a:cubicBezTo>
                        <a:pt x="7006" y="22801"/>
                        <a:pt x="7006" y="24035"/>
                        <a:pt x="7840" y="25236"/>
                      </a:cubicBezTo>
                      <a:cubicBezTo>
                        <a:pt x="6505" y="25870"/>
                        <a:pt x="5938" y="26737"/>
                        <a:pt x="6606" y="27971"/>
                      </a:cubicBezTo>
                      <a:cubicBezTo>
                        <a:pt x="6606" y="27971"/>
                        <a:pt x="4838" y="30039"/>
                        <a:pt x="6038" y="30306"/>
                      </a:cubicBezTo>
                      <a:cubicBezTo>
                        <a:pt x="6222" y="30343"/>
                        <a:pt x="6393" y="30359"/>
                        <a:pt x="6551" y="30359"/>
                      </a:cubicBezTo>
                      <a:cubicBezTo>
                        <a:pt x="8574" y="30359"/>
                        <a:pt x="8574" y="27604"/>
                        <a:pt x="8574" y="27604"/>
                      </a:cubicBezTo>
                      <a:cubicBezTo>
                        <a:pt x="10475" y="27604"/>
                        <a:pt x="10975" y="25736"/>
                        <a:pt x="9674" y="24269"/>
                      </a:cubicBezTo>
                      <a:cubicBezTo>
                        <a:pt x="11276" y="23735"/>
                        <a:pt x="12276" y="21000"/>
                        <a:pt x="10275" y="19765"/>
                      </a:cubicBezTo>
                      <a:cubicBezTo>
                        <a:pt x="12476" y="19365"/>
                        <a:pt x="13010" y="16463"/>
                        <a:pt x="11075" y="15329"/>
                      </a:cubicBezTo>
                      <a:cubicBezTo>
                        <a:pt x="12677" y="12894"/>
                        <a:pt x="12843" y="10792"/>
                        <a:pt x="9975" y="9358"/>
                      </a:cubicBezTo>
                      <a:cubicBezTo>
                        <a:pt x="10508" y="7056"/>
                        <a:pt x="10108" y="5489"/>
                        <a:pt x="8140" y="5188"/>
                      </a:cubicBezTo>
                      <a:cubicBezTo>
                        <a:pt x="8140" y="5188"/>
                        <a:pt x="7621" y="0"/>
                        <a:pt x="5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3" name="Google Shape;1363;p15"/>
                <p:cNvSpPr/>
                <p:nvPr/>
              </p:nvSpPr>
              <p:spPr>
                <a:xfrm>
                  <a:off x="2817225" y="4097363"/>
                  <a:ext cx="215175" cy="902350"/>
                </a:xfrm>
                <a:custGeom>
                  <a:rect b="b" l="l" r="r" t="t"/>
                  <a:pathLst>
                    <a:path extrusionOk="0" fill="none" h="36094" w="8607">
                      <a:moveTo>
                        <a:pt x="768" y="1"/>
                      </a:moveTo>
                      <a:cubicBezTo>
                        <a:pt x="1201" y="3770"/>
                        <a:pt x="4337" y="4704"/>
                        <a:pt x="6138" y="9441"/>
                      </a:cubicBezTo>
                      <a:cubicBezTo>
                        <a:pt x="7939" y="14178"/>
                        <a:pt x="8607" y="18714"/>
                        <a:pt x="6772" y="24318"/>
                      </a:cubicBezTo>
                      <a:cubicBezTo>
                        <a:pt x="4904" y="29922"/>
                        <a:pt x="5404" y="30156"/>
                        <a:pt x="4670" y="32090"/>
                      </a:cubicBezTo>
                      <a:cubicBezTo>
                        <a:pt x="3937" y="33992"/>
                        <a:pt x="2035" y="33758"/>
                        <a:pt x="0" y="36093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4" name="Google Shape;1364;p15"/>
                <p:cNvSpPr/>
                <p:nvPr/>
              </p:nvSpPr>
              <p:spPr>
                <a:xfrm>
                  <a:off x="2952325" y="3954763"/>
                  <a:ext cx="289400" cy="1044950"/>
                </a:xfrm>
                <a:custGeom>
                  <a:rect b="b" l="l" r="r" t="t"/>
                  <a:pathLst>
                    <a:path extrusionOk="0" fill="none" h="41798" w="11576">
                      <a:moveTo>
                        <a:pt x="3870" y="1"/>
                      </a:moveTo>
                      <a:cubicBezTo>
                        <a:pt x="4737" y="3670"/>
                        <a:pt x="5971" y="7239"/>
                        <a:pt x="7939" y="9407"/>
                      </a:cubicBezTo>
                      <a:cubicBezTo>
                        <a:pt x="9907" y="11576"/>
                        <a:pt x="11575" y="17046"/>
                        <a:pt x="9774" y="22283"/>
                      </a:cubicBezTo>
                      <a:cubicBezTo>
                        <a:pt x="8006" y="27520"/>
                        <a:pt x="8073" y="28254"/>
                        <a:pt x="8006" y="30789"/>
                      </a:cubicBezTo>
                      <a:cubicBezTo>
                        <a:pt x="7939" y="33291"/>
                        <a:pt x="5471" y="34892"/>
                        <a:pt x="2902" y="37794"/>
                      </a:cubicBezTo>
                      <a:cubicBezTo>
                        <a:pt x="300" y="40696"/>
                        <a:pt x="0" y="41797"/>
                        <a:pt x="0" y="41797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5" name="Google Shape;1365;p15"/>
                <p:cNvSpPr/>
                <p:nvPr/>
              </p:nvSpPr>
              <p:spPr>
                <a:xfrm>
                  <a:off x="2963150" y="4042338"/>
                  <a:ext cx="168500" cy="873975"/>
                </a:xfrm>
                <a:custGeom>
                  <a:rect b="b" l="l" r="r" t="t"/>
                  <a:pathLst>
                    <a:path extrusionOk="0" fill="none" h="34959" w="6740">
                      <a:moveTo>
                        <a:pt x="1402" y="0"/>
                      </a:moveTo>
                      <a:cubicBezTo>
                        <a:pt x="1402" y="4070"/>
                        <a:pt x="3270" y="5838"/>
                        <a:pt x="4838" y="9474"/>
                      </a:cubicBezTo>
                      <a:cubicBezTo>
                        <a:pt x="6405" y="13110"/>
                        <a:pt x="4804" y="15044"/>
                        <a:pt x="5105" y="18146"/>
                      </a:cubicBezTo>
                      <a:cubicBezTo>
                        <a:pt x="5405" y="21282"/>
                        <a:pt x="6739" y="25218"/>
                        <a:pt x="4838" y="29121"/>
                      </a:cubicBezTo>
                      <a:cubicBezTo>
                        <a:pt x="3737" y="31456"/>
                        <a:pt x="2069" y="33457"/>
                        <a:pt x="1" y="34958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6" name="Google Shape;1366;p15"/>
                <p:cNvSpPr/>
                <p:nvPr/>
              </p:nvSpPr>
              <p:spPr>
                <a:xfrm>
                  <a:off x="2721325" y="3835313"/>
                  <a:ext cx="418650" cy="333825"/>
                </a:xfrm>
                <a:custGeom>
                  <a:rect b="b" l="l" r="r" t="t"/>
                  <a:pathLst>
                    <a:path extrusionOk="0" h="13353" w="16746">
                      <a:moveTo>
                        <a:pt x="8904" y="1"/>
                      </a:moveTo>
                      <a:cubicBezTo>
                        <a:pt x="6650" y="1"/>
                        <a:pt x="4335" y="907"/>
                        <a:pt x="2702" y="3044"/>
                      </a:cubicBezTo>
                      <a:cubicBezTo>
                        <a:pt x="0" y="6547"/>
                        <a:pt x="1301" y="12451"/>
                        <a:pt x="3036" y="13251"/>
                      </a:cubicBezTo>
                      <a:cubicBezTo>
                        <a:pt x="3174" y="13319"/>
                        <a:pt x="3411" y="13352"/>
                        <a:pt x="3723" y="13352"/>
                      </a:cubicBezTo>
                      <a:cubicBezTo>
                        <a:pt x="5894" y="13352"/>
                        <a:pt x="11744" y="11718"/>
                        <a:pt x="14077" y="8248"/>
                      </a:cubicBezTo>
                      <a:cubicBezTo>
                        <a:pt x="16746" y="4312"/>
                        <a:pt x="16145" y="2777"/>
                        <a:pt x="13043" y="1076"/>
                      </a:cubicBezTo>
                      <a:cubicBezTo>
                        <a:pt x="11829" y="390"/>
                        <a:pt x="10379" y="1"/>
                        <a:pt x="8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67" name="Google Shape;1367;p15"/>
              <p:cNvGrpSpPr/>
              <p:nvPr/>
            </p:nvGrpSpPr>
            <p:grpSpPr>
              <a:xfrm flipH="1">
                <a:off x="1809900" y="4757938"/>
                <a:ext cx="483950" cy="295550"/>
                <a:chOff x="-1677100" y="665488"/>
                <a:chExt cx="483950" cy="295550"/>
              </a:xfrm>
            </p:grpSpPr>
            <p:sp>
              <p:nvSpPr>
                <p:cNvPr id="1368" name="Google Shape;1368;p15"/>
                <p:cNvSpPr/>
                <p:nvPr/>
              </p:nvSpPr>
              <p:spPr>
                <a:xfrm>
                  <a:off x="-1619325" y="675488"/>
                  <a:ext cx="268550" cy="261600"/>
                </a:xfrm>
                <a:custGeom>
                  <a:rect b="b" l="l" r="r" t="t"/>
                  <a:pathLst>
                    <a:path extrusionOk="0" h="10464" w="10742">
                      <a:moveTo>
                        <a:pt x="8264" y="1"/>
                      </a:moveTo>
                      <a:cubicBezTo>
                        <a:pt x="7319" y="1"/>
                        <a:pt x="3441" y="26"/>
                        <a:pt x="1836" y="435"/>
                      </a:cubicBezTo>
                      <a:cubicBezTo>
                        <a:pt x="1" y="902"/>
                        <a:pt x="1469" y="1802"/>
                        <a:pt x="6772" y="2570"/>
                      </a:cubicBezTo>
                      <a:lnTo>
                        <a:pt x="7840" y="5405"/>
                      </a:lnTo>
                      <a:cubicBezTo>
                        <a:pt x="7840" y="5405"/>
                        <a:pt x="4871" y="10108"/>
                        <a:pt x="5905" y="10442"/>
                      </a:cubicBezTo>
                      <a:cubicBezTo>
                        <a:pt x="5947" y="10457"/>
                        <a:pt x="5993" y="10464"/>
                        <a:pt x="6043" y="10464"/>
                      </a:cubicBezTo>
                      <a:cubicBezTo>
                        <a:pt x="7239" y="10464"/>
                        <a:pt x="10742" y="6439"/>
                        <a:pt x="10742" y="6439"/>
                      </a:cubicBezTo>
                      <a:lnTo>
                        <a:pt x="8474" y="1"/>
                      </a:lnTo>
                      <a:cubicBezTo>
                        <a:pt x="8474" y="1"/>
                        <a:pt x="8399" y="1"/>
                        <a:pt x="82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9" name="Google Shape;1369;p15"/>
                <p:cNvSpPr/>
                <p:nvPr/>
              </p:nvSpPr>
              <p:spPr>
                <a:xfrm>
                  <a:off x="-1677100" y="820688"/>
                  <a:ext cx="98675" cy="53325"/>
                </a:xfrm>
                <a:custGeom>
                  <a:rect b="b" l="l" r="r" t="t"/>
                  <a:pathLst>
                    <a:path extrusionOk="0" h="2133" w="3947">
                      <a:moveTo>
                        <a:pt x="682" y="1"/>
                      </a:moveTo>
                      <a:cubicBezTo>
                        <a:pt x="273" y="1"/>
                        <a:pt x="0" y="92"/>
                        <a:pt x="10" y="231"/>
                      </a:cubicBezTo>
                      <a:cubicBezTo>
                        <a:pt x="77" y="731"/>
                        <a:pt x="3946" y="2132"/>
                        <a:pt x="3946" y="2132"/>
                      </a:cubicBezTo>
                      <a:cubicBezTo>
                        <a:pt x="3384" y="514"/>
                        <a:pt x="1650" y="1"/>
                        <a:pt x="6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0" name="Google Shape;1370;p15"/>
                <p:cNvSpPr/>
                <p:nvPr/>
              </p:nvSpPr>
              <p:spPr>
                <a:xfrm>
                  <a:off x="-1643500" y="873988"/>
                  <a:ext cx="72575" cy="87050"/>
                </a:xfrm>
                <a:custGeom>
                  <a:rect b="b" l="l" r="r" t="t"/>
                  <a:pathLst>
                    <a:path extrusionOk="0" h="3482" w="2903">
                      <a:moveTo>
                        <a:pt x="2602" y="0"/>
                      </a:moveTo>
                      <a:cubicBezTo>
                        <a:pt x="2602" y="0"/>
                        <a:pt x="1" y="3102"/>
                        <a:pt x="267" y="3436"/>
                      </a:cubicBezTo>
                      <a:cubicBezTo>
                        <a:pt x="291" y="3466"/>
                        <a:pt x="337" y="3481"/>
                        <a:pt x="400" y="3481"/>
                      </a:cubicBezTo>
                      <a:cubicBezTo>
                        <a:pt x="963" y="3481"/>
                        <a:pt x="2902" y="2280"/>
                        <a:pt x="260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1" name="Google Shape;1371;p15"/>
                <p:cNvSpPr/>
                <p:nvPr/>
              </p:nvSpPr>
              <p:spPr>
                <a:xfrm>
                  <a:off x="-1607650" y="665488"/>
                  <a:ext cx="414500" cy="213650"/>
                </a:xfrm>
                <a:custGeom>
                  <a:rect b="b" l="l" r="r" t="t"/>
                  <a:pathLst>
                    <a:path extrusionOk="0" h="8546" w="16580">
                      <a:moveTo>
                        <a:pt x="10508" y="1"/>
                      </a:moveTo>
                      <a:cubicBezTo>
                        <a:pt x="5972" y="34"/>
                        <a:pt x="1" y="4304"/>
                        <a:pt x="1168" y="8340"/>
                      </a:cubicBezTo>
                      <a:cubicBezTo>
                        <a:pt x="2040" y="8477"/>
                        <a:pt x="2917" y="8545"/>
                        <a:pt x="3792" y="8545"/>
                      </a:cubicBezTo>
                      <a:cubicBezTo>
                        <a:pt x="5899" y="8545"/>
                        <a:pt x="7995" y="8151"/>
                        <a:pt x="9975" y="7373"/>
                      </a:cubicBezTo>
                      <a:cubicBezTo>
                        <a:pt x="14578" y="5505"/>
                        <a:pt x="16579" y="3036"/>
                        <a:pt x="16579" y="3036"/>
                      </a:cubicBezTo>
                      <a:cubicBezTo>
                        <a:pt x="16579" y="3036"/>
                        <a:pt x="15012" y="1"/>
                        <a:pt x="1050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2" name="Google Shape;1372;p15"/>
                <p:cNvSpPr/>
                <p:nvPr/>
              </p:nvSpPr>
              <p:spPr>
                <a:xfrm>
                  <a:off x="-1396650" y="740563"/>
                  <a:ext cx="78400" cy="90900"/>
                </a:xfrm>
                <a:custGeom>
                  <a:rect b="b" l="l" r="r" t="t"/>
                  <a:pathLst>
                    <a:path extrusionOk="0" fill="none" h="3636" w="3136">
                      <a:moveTo>
                        <a:pt x="3136" y="3636"/>
                      </a:moveTo>
                      <a:cubicBezTo>
                        <a:pt x="0" y="2569"/>
                        <a:pt x="134" y="0"/>
                        <a:pt x="134" y="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3" name="Google Shape;1373;p15"/>
                <p:cNvSpPr/>
                <p:nvPr/>
              </p:nvSpPr>
              <p:spPr>
                <a:xfrm>
                  <a:off x="-1342450" y="730538"/>
                  <a:ext cx="32550" cy="31725"/>
                </a:xfrm>
                <a:custGeom>
                  <a:rect b="b" l="l" r="r" t="t"/>
                  <a:pathLst>
                    <a:path extrusionOk="0" h="1269" w="1302">
                      <a:moveTo>
                        <a:pt x="601" y="1"/>
                      </a:moveTo>
                      <a:cubicBezTo>
                        <a:pt x="267" y="34"/>
                        <a:pt x="0" y="334"/>
                        <a:pt x="34" y="668"/>
                      </a:cubicBezTo>
                      <a:cubicBezTo>
                        <a:pt x="34" y="1001"/>
                        <a:pt x="334" y="1268"/>
                        <a:pt x="668" y="1268"/>
                      </a:cubicBezTo>
                      <a:cubicBezTo>
                        <a:pt x="1035" y="1235"/>
                        <a:pt x="1301" y="935"/>
                        <a:pt x="1268" y="601"/>
                      </a:cubicBezTo>
                      <a:cubicBezTo>
                        <a:pt x="1235" y="268"/>
                        <a:pt x="968" y="1"/>
                        <a:pt x="6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4" name="Google Shape;1374;p15"/>
                <p:cNvSpPr/>
                <p:nvPr/>
              </p:nvSpPr>
              <p:spPr>
                <a:xfrm>
                  <a:off x="-1334100" y="738888"/>
                  <a:ext cx="8350" cy="8350"/>
                </a:xfrm>
                <a:custGeom>
                  <a:rect b="b" l="l" r="r" t="t"/>
                  <a:pathLst>
                    <a:path extrusionOk="0" h="334" w="334">
                      <a:moveTo>
                        <a:pt x="133" y="0"/>
                      </a:moveTo>
                      <a:cubicBezTo>
                        <a:pt x="67" y="0"/>
                        <a:pt x="0" y="100"/>
                        <a:pt x="0" y="167"/>
                      </a:cubicBezTo>
                      <a:cubicBezTo>
                        <a:pt x="0" y="267"/>
                        <a:pt x="67" y="334"/>
                        <a:pt x="167" y="334"/>
                      </a:cubicBezTo>
                      <a:cubicBezTo>
                        <a:pt x="267" y="334"/>
                        <a:pt x="334" y="267"/>
                        <a:pt x="334" y="167"/>
                      </a:cubicBezTo>
                      <a:cubicBezTo>
                        <a:pt x="334" y="67"/>
                        <a:pt x="23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75" name="Google Shape;1375;p15"/>
              <p:cNvSpPr/>
              <p:nvPr/>
            </p:nvSpPr>
            <p:spPr>
              <a:xfrm flipH="1" rot="6095">
                <a:off x="6694918" y="4869728"/>
                <a:ext cx="169200" cy="720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15"/>
              <p:cNvSpPr/>
              <p:nvPr/>
            </p:nvSpPr>
            <p:spPr>
              <a:xfrm flipH="1" rot="6308">
                <a:off x="6246281" y="4758252"/>
                <a:ext cx="327001" cy="139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15"/>
              <p:cNvSpPr/>
              <p:nvPr/>
            </p:nvSpPr>
            <p:spPr>
              <a:xfrm>
                <a:off x="7351490" y="3497262"/>
                <a:ext cx="740702" cy="381241"/>
              </a:xfrm>
              <a:custGeom>
                <a:rect b="b" l="l" r="r" t="t"/>
                <a:pathLst>
                  <a:path extrusionOk="0" fill="none" h="9226" w="17926">
                    <a:moveTo>
                      <a:pt x="17926" y="7955"/>
                    </a:moveTo>
                    <a:cubicBezTo>
                      <a:pt x="10883" y="9225"/>
                      <a:pt x="3785" y="6077"/>
                      <a:pt x="1" y="1"/>
                    </a:cubicBezTo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15"/>
              <p:cNvSpPr/>
              <p:nvPr/>
            </p:nvSpPr>
            <p:spPr>
              <a:xfrm>
                <a:off x="5980864" y="1684857"/>
                <a:ext cx="2921613" cy="3479892"/>
              </a:xfrm>
              <a:custGeom>
                <a:rect b="b" l="l" r="r" t="t"/>
                <a:pathLst>
                  <a:path extrusionOk="0" h="84213" w="70707">
                    <a:moveTo>
                      <a:pt x="39137" y="1"/>
                    </a:moveTo>
                    <a:cubicBezTo>
                      <a:pt x="37370" y="968"/>
                      <a:pt x="35630" y="1741"/>
                      <a:pt x="33752" y="2625"/>
                    </a:cubicBezTo>
                    <a:cubicBezTo>
                      <a:pt x="16655" y="10524"/>
                      <a:pt x="8204" y="23174"/>
                      <a:pt x="4088" y="37204"/>
                    </a:cubicBezTo>
                    <a:cubicBezTo>
                      <a:pt x="1" y="51263"/>
                      <a:pt x="4088" y="84212"/>
                      <a:pt x="4088" y="84212"/>
                    </a:cubicBezTo>
                    <a:lnTo>
                      <a:pt x="66536" y="83522"/>
                    </a:lnTo>
                    <a:cubicBezTo>
                      <a:pt x="66536" y="83522"/>
                      <a:pt x="70706" y="70541"/>
                      <a:pt x="60598" y="59825"/>
                    </a:cubicBezTo>
                    <a:cubicBezTo>
                      <a:pt x="50489" y="49108"/>
                      <a:pt x="40297" y="37259"/>
                      <a:pt x="37176" y="28836"/>
                    </a:cubicBezTo>
                    <a:cubicBezTo>
                      <a:pt x="33917" y="20053"/>
                      <a:pt x="36486" y="13645"/>
                      <a:pt x="38198" y="9364"/>
                    </a:cubicBezTo>
                    <a:cubicBezTo>
                      <a:pt x="39137" y="6961"/>
                      <a:pt x="41540" y="5497"/>
                      <a:pt x="43446" y="4641"/>
                    </a:cubicBezTo>
                    <a:cubicBezTo>
                      <a:pt x="42286" y="3647"/>
                      <a:pt x="41209" y="2597"/>
                      <a:pt x="40215" y="1465"/>
                    </a:cubicBezTo>
                    <a:cubicBezTo>
                      <a:pt x="39800" y="995"/>
                      <a:pt x="39441" y="526"/>
                      <a:pt x="391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15"/>
              <p:cNvSpPr/>
              <p:nvPr/>
            </p:nvSpPr>
            <p:spPr>
              <a:xfrm>
                <a:off x="7140386" y="2222422"/>
                <a:ext cx="1762091" cy="2919476"/>
              </a:xfrm>
              <a:custGeom>
                <a:rect b="b" l="l" r="r" t="t"/>
                <a:pathLst>
                  <a:path extrusionOk="0" h="70651" w="42645">
                    <a:moveTo>
                      <a:pt x="8783" y="1"/>
                    </a:moveTo>
                    <a:cubicBezTo>
                      <a:pt x="0" y="24389"/>
                      <a:pt x="10744" y="35133"/>
                      <a:pt x="19886" y="48970"/>
                    </a:cubicBezTo>
                    <a:cubicBezTo>
                      <a:pt x="24775" y="56372"/>
                      <a:pt x="26542" y="64575"/>
                      <a:pt x="27150" y="70651"/>
                    </a:cubicBezTo>
                    <a:lnTo>
                      <a:pt x="38474" y="70513"/>
                    </a:lnTo>
                    <a:cubicBezTo>
                      <a:pt x="38474" y="70513"/>
                      <a:pt x="42644" y="57559"/>
                      <a:pt x="32536" y="46816"/>
                    </a:cubicBezTo>
                    <a:cubicBezTo>
                      <a:pt x="22427" y="36099"/>
                      <a:pt x="12235" y="24250"/>
                      <a:pt x="9114" y="15827"/>
                    </a:cubicBezTo>
                    <a:cubicBezTo>
                      <a:pt x="7153" y="10745"/>
                      <a:pt x="7015" y="5166"/>
                      <a:pt x="8783" y="1"/>
                    </a:cubicBezTo>
                    <a:close/>
                  </a:path>
                </a:pathLst>
              </a:custGeom>
              <a:solidFill>
                <a:srgbClr val="324766">
                  <a:alpha val="20000"/>
                </a:srgbClr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15"/>
              <p:cNvSpPr/>
              <p:nvPr/>
            </p:nvSpPr>
            <p:spPr>
              <a:xfrm>
                <a:off x="6834225" y="1854975"/>
                <a:ext cx="1040327" cy="2731676"/>
              </a:xfrm>
              <a:custGeom>
                <a:rect b="b" l="l" r="r" t="t"/>
                <a:pathLst>
                  <a:path extrusionOk="0" fill="none" h="49633" w="29747">
                    <a:moveTo>
                      <a:pt x="17787" y="0"/>
                    </a:moveTo>
                    <a:cubicBezTo>
                      <a:pt x="0" y="20107"/>
                      <a:pt x="9391" y="27482"/>
                      <a:pt x="29746" y="49632"/>
                    </a:cubicBezTo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15"/>
              <p:cNvSpPr/>
              <p:nvPr/>
            </p:nvSpPr>
            <p:spPr>
              <a:xfrm>
                <a:off x="5988880" y="2423290"/>
                <a:ext cx="1379757" cy="2609061"/>
              </a:xfrm>
              <a:custGeom>
                <a:rect b="b" l="l" r="r" t="t"/>
                <a:pathLst>
                  <a:path extrusionOk="0" fill="none" h="63139" w="33392">
                    <a:moveTo>
                      <a:pt x="13644" y="1"/>
                    </a:moveTo>
                    <a:cubicBezTo>
                      <a:pt x="0" y="39828"/>
                      <a:pt x="33392" y="38336"/>
                      <a:pt x="29277" y="63139"/>
                    </a:cubicBezTo>
                  </a:path>
                </a:pathLst>
              </a:custGeom>
              <a:noFill/>
              <a:ln cap="rnd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82" name="Google Shape;1382;p15"/>
              <p:cNvGrpSpPr/>
              <p:nvPr/>
            </p:nvGrpSpPr>
            <p:grpSpPr>
              <a:xfrm>
                <a:off x="8125175" y="3780600"/>
                <a:ext cx="1019100" cy="1372325"/>
                <a:chOff x="8125175" y="3780600"/>
                <a:chExt cx="1019100" cy="1372325"/>
              </a:xfrm>
            </p:grpSpPr>
            <p:sp>
              <p:nvSpPr>
                <p:cNvPr id="1383" name="Google Shape;1383;p15"/>
                <p:cNvSpPr/>
                <p:nvPr/>
              </p:nvSpPr>
              <p:spPr>
                <a:xfrm>
                  <a:off x="8125175" y="4379650"/>
                  <a:ext cx="1019100" cy="773275"/>
                </a:xfrm>
                <a:custGeom>
                  <a:rect b="b" l="l" r="r" t="t"/>
                  <a:pathLst>
                    <a:path extrusionOk="0" h="30931" w="40764">
                      <a:moveTo>
                        <a:pt x="37643" y="1"/>
                      </a:moveTo>
                      <a:cubicBezTo>
                        <a:pt x="36339" y="1"/>
                        <a:pt x="34901" y="1033"/>
                        <a:pt x="34392" y="2844"/>
                      </a:cubicBezTo>
                      <a:cubicBezTo>
                        <a:pt x="33458" y="6080"/>
                        <a:pt x="36427" y="9048"/>
                        <a:pt x="37795" y="11550"/>
                      </a:cubicBezTo>
                      <a:cubicBezTo>
                        <a:pt x="38740" y="13256"/>
                        <a:pt x="37486" y="14803"/>
                        <a:pt x="36137" y="14803"/>
                      </a:cubicBezTo>
                      <a:cubicBezTo>
                        <a:pt x="35534" y="14803"/>
                        <a:pt x="34912" y="14494"/>
                        <a:pt x="34459" y="13752"/>
                      </a:cubicBezTo>
                      <a:cubicBezTo>
                        <a:pt x="32991" y="11350"/>
                        <a:pt x="34359" y="9148"/>
                        <a:pt x="33425" y="7847"/>
                      </a:cubicBezTo>
                      <a:cubicBezTo>
                        <a:pt x="33198" y="7520"/>
                        <a:pt x="32945" y="7363"/>
                        <a:pt x="32687" y="7363"/>
                      </a:cubicBezTo>
                      <a:cubicBezTo>
                        <a:pt x="31921" y="7363"/>
                        <a:pt x="31105" y="8738"/>
                        <a:pt x="30756" y="11083"/>
                      </a:cubicBezTo>
                      <a:cubicBezTo>
                        <a:pt x="30289" y="14219"/>
                        <a:pt x="32324" y="14619"/>
                        <a:pt x="33992" y="17254"/>
                      </a:cubicBezTo>
                      <a:cubicBezTo>
                        <a:pt x="35660" y="19923"/>
                        <a:pt x="36394" y="24259"/>
                        <a:pt x="33992" y="25193"/>
                      </a:cubicBezTo>
                      <a:cubicBezTo>
                        <a:pt x="33553" y="25364"/>
                        <a:pt x="33191" y="25444"/>
                        <a:pt x="32892" y="25444"/>
                      </a:cubicBezTo>
                      <a:cubicBezTo>
                        <a:pt x="31557" y="25444"/>
                        <a:pt x="31490" y="23835"/>
                        <a:pt x="31490" y="21491"/>
                      </a:cubicBezTo>
                      <a:cubicBezTo>
                        <a:pt x="31490" y="20222"/>
                        <a:pt x="30786" y="19625"/>
                        <a:pt x="30023" y="19625"/>
                      </a:cubicBezTo>
                      <a:cubicBezTo>
                        <a:pt x="29061" y="19625"/>
                        <a:pt x="28005" y="20575"/>
                        <a:pt x="28154" y="22325"/>
                      </a:cubicBezTo>
                      <a:cubicBezTo>
                        <a:pt x="28421" y="25460"/>
                        <a:pt x="28788" y="27395"/>
                        <a:pt x="25653" y="27795"/>
                      </a:cubicBezTo>
                      <a:cubicBezTo>
                        <a:pt x="25516" y="27811"/>
                        <a:pt x="25387" y="27819"/>
                        <a:pt x="25267" y="27819"/>
                      </a:cubicBezTo>
                      <a:cubicBezTo>
                        <a:pt x="22622" y="27819"/>
                        <a:pt x="23775" y="24091"/>
                        <a:pt x="25019" y="21858"/>
                      </a:cubicBezTo>
                      <a:cubicBezTo>
                        <a:pt x="26286" y="19556"/>
                        <a:pt x="29455" y="19022"/>
                        <a:pt x="29822" y="16620"/>
                      </a:cubicBezTo>
                      <a:cubicBezTo>
                        <a:pt x="30189" y="14252"/>
                        <a:pt x="28688" y="14386"/>
                        <a:pt x="28755" y="11817"/>
                      </a:cubicBezTo>
                      <a:cubicBezTo>
                        <a:pt x="28788" y="9282"/>
                        <a:pt x="30256" y="7481"/>
                        <a:pt x="30189" y="4679"/>
                      </a:cubicBezTo>
                      <a:cubicBezTo>
                        <a:pt x="30152" y="3123"/>
                        <a:pt x="29029" y="2336"/>
                        <a:pt x="27786" y="2336"/>
                      </a:cubicBezTo>
                      <a:cubicBezTo>
                        <a:pt x="26818" y="2336"/>
                        <a:pt x="25776" y="2814"/>
                        <a:pt x="25119" y="3778"/>
                      </a:cubicBezTo>
                      <a:cubicBezTo>
                        <a:pt x="23584" y="5979"/>
                        <a:pt x="25286" y="8014"/>
                        <a:pt x="26453" y="12918"/>
                      </a:cubicBezTo>
                      <a:cubicBezTo>
                        <a:pt x="27039" y="15379"/>
                        <a:pt x="26112" y="16437"/>
                        <a:pt x="25056" y="16437"/>
                      </a:cubicBezTo>
                      <a:cubicBezTo>
                        <a:pt x="24009" y="16437"/>
                        <a:pt x="22834" y="15396"/>
                        <a:pt x="22884" y="13652"/>
                      </a:cubicBezTo>
                      <a:cubicBezTo>
                        <a:pt x="22958" y="11056"/>
                        <a:pt x="22867" y="9119"/>
                        <a:pt x="21810" y="9119"/>
                      </a:cubicBezTo>
                      <a:cubicBezTo>
                        <a:pt x="21441" y="9119"/>
                        <a:pt x="20954" y="9356"/>
                        <a:pt x="20315" y="9882"/>
                      </a:cubicBezTo>
                      <a:cubicBezTo>
                        <a:pt x="17814" y="11884"/>
                        <a:pt x="20382" y="16153"/>
                        <a:pt x="22250" y="19823"/>
                      </a:cubicBezTo>
                      <a:cubicBezTo>
                        <a:pt x="23494" y="22311"/>
                        <a:pt x="22714" y="23649"/>
                        <a:pt x="21822" y="23649"/>
                      </a:cubicBezTo>
                      <a:cubicBezTo>
                        <a:pt x="21399" y="23649"/>
                        <a:pt x="20951" y="23348"/>
                        <a:pt x="20682" y="22725"/>
                      </a:cubicBezTo>
                      <a:cubicBezTo>
                        <a:pt x="20188" y="21558"/>
                        <a:pt x="19435" y="20825"/>
                        <a:pt x="18675" y="20825"/>
                      </a:cubicBezTo>
                      <a:cubicBezTo>
                        <a:pt x="18153" y="20825"/>
                        <a:pt x="17628" y="21170"/>
                        <a:pt x="17180" y="21958"/>
                      </a:cubicBezTo>
                      <a:cubicBezTo>
                        <a:pt x="16046" y="23926"/>
                        <a:pt x="17347" y="27428"/>
                        <a:pt x="15979" y="29229"/>
                      </a:cubicBezTo>
                      <a:cubicBezTo>
                        <a:pt x="15530" y="29821"/>
                        <a:pt x="15016" y="30107"/>
                        <a:pt x="14507" y="30107"/>
                      </a:cubicBezTo>
                      <a:cubicBezTo>
                        <a:pt x="13466" y="30107"/>
                        <a:pt x="12446" y="28912"/>
                        <a:pt x="12043" y="26694"/>
                      </a:cubicBezTo>
                      <a:cubicBezTo>
                        <a:pt x="11442" y="23359"/>
                        <a:pt x="13944" y="22792"/>
                        <a:pt x="15512" y="19823"/>
                      </a:cubicBezTo>
                      <a:cubicBezTo>
                        <a:pt x="16814" y="17358"/>
                        <a:pt x="15241" y="15744"/>
                        <a:pt x="13277" y="15744"/>
                      </a:cubicBezTo>
                      <a:cubicBezTo>
                        <a:pt x="12875" y="15744"/>
                        <a:pt x="12456" y="15812"/>
                        <a:pt x="12043" y="15953"/>
                      </a:cubicBezTo>
                      <a:cubicBezTo>
                        <a:pt x="9574" y="16787"/>
                        <a:pt x="11342" y="19956"/>
                        <a:pt x="10709" y="23659"/>
                      </a:cubicBezTo>
                      <a:cubicBezTo>
                        <a:pt x="10514" y="24747"/>
                        <a:pt x="10065" y="25184"/>
                        <a:pt x="9527" y="25184"/>
                      </a:cubicBezTo>
                      <a:cubicBezTo>
                        <a:pt x="8215" y="25184"/>
                        <a:pt x="6372" y="22594"/>
                        <a:pt x="6372" y="20490"/>
                      </a:cubicBezTo>
                      <a:cubicBezTo>
                        <a:pt x="6372" y="18504"/>
                        <a:pt x="5151" y="16412"/>
                        <a:pt x="3783" y="16412"/>
                      </a:cubicBezTo>
                      <a:cubicBezTo>
                        <a:pt x="3128" y="16412"/>
                        <a:pt x="2440" y="16890"/>
                        <a:pt x="1836" y="18088"/>
                      </a:cubicBezTo>
                      <a:cubicBezTo>
                        <a:pt x="1" y="21791"/>
                        <a:pt x="3403" y="24660"/>
                        <a:pt x="4704" y="26127"/>
                      </a:cubicBezTo>
                      <a:cubicBezTo>
                        <a:pt x="6005" y="27595"/>
                        <a:pt x="6472" y="29530"/>
                        <a:pt x="2770" y="30931"/>
                      </a:cubicBezTo>
                      <a:lnTo>
                        <a:pt x="40763" y="30330"/>
                      </a:lnTo>
                      <a:cubicBezTo>
                        <a:pt x="40763" y="30330"/>
                        <a:pt x="40763" y="4979"/>
                        <a:pt x="39929" y="1943"/>
                      </a:cubicBezTo>
                      <a:cubicBezTo>
                        <a:pt x="39567" y="610"/>
                        <a:pt x="38644" y="1"/>
                        <a:pt x="376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84" name="Google Shape;1384;p15"/>
                <p:cNvGrpSpPr/>
                <p:nvPr/>
              </p:nvGrpSpPr>
              <p:grpSpPr>
                <a:xfrm>
                  <a:off x="8288300" y="3780600"/>
                  <a:ext cx="692200" cy="1356000"/>
                  <a:chOff x="3978000" y="1359750"/>
                  <a:chExt cx="692200" cy="1356000"/>
                </a:xfrm>
              </p:grpSpPr>
              <p:sp>
                <p:nvSpPr>
                  <p:cNvPr id="1385" name="Google Shape;1385;p15"/>
                  <p:cNvSpPr/>
                  <p:nvPr/>
                </p:nvSpPr>
                <p:spPr>
                  <a:xfrm>
                    <a:off x="3996350" y="1359750"/>
                    <a:ext cx="206850" cy="477025"/>
                  </a:xfrm>
                  <a:custGeom>
                    <a:rect b="b" l="l" r="r" t="t"/>
                    <a:pathLst>
                      <a:path extrusionOk="0" h="19081" w="8274">
                        <a:moveTo>
                          <a:pt x="3837" y="0"/>
                        </a:moveTo>
                        <a:cubicBezTo>
                          <a:pt x="3837" y="1"/>
                          <a:pt x="2036" y="5271"/>
                          <a:pt x="1035" y="9541"/>
                        </a:cubicBezTo>
                        <a:cubicBezTo>
                          <a:pt x="1" y="13777"/>
                          <a:pt x="2603" y="19081"/>
                          <a:pt x="2603" y="19081"/>
                        </a:cubicBezTo>
                        <a:cubicBezTo>
                          <a:pt x="8273" y="7973"/>
                          <a:pt x="3837" y="1"/>
                          <a:pt x="3837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6" name="Google Shape;1386;p15"/>
                  <p:cNvSpPr/>
                  <p:nvPr/>
                </p:nvSpPr>
                <p:spPr>
                  <a:xfrm>
                    <a:off x="4102275" y="1480675"/>
                    <a:ext cx="159300" cy="813100"/>
                  </a:xfrm>
                  <a:custGeom>
                    <a:rect b="b" l="l" r="r" t="t"/>
                    <a:pathLst>
                      <a:path extrusionOk="0" h="32524" w="6372">
                        <a:moveTo>
                          <a:pt x="3336" y="0"/>
                        </a:moveTo>
                        <a:cubicBezTo>
                          <a:pt x="3336" y="1"/>
                          <a:pt x="3803" y="935"/>
                          <a:pt x="3736" y="4704"/>
                        </a:cubicBezTo>
                        <a:cubicBezTo>
                          <a:pt x="3669" y="8473"/>
                          <a:pt x="2402" y="11542"/>
                          <a:pt x="1234" y="16645"/>
                        </a:cubicBezTo>
                        <a:cubicBezTo>
                          <a:pt x="67" y="21749"/>
                          <a:pt x="0" y="26586"/>
                          <a:pt x="4403" y="32524"/>
                        </a:cubicBezTo>
                        <a:cubicBezTo>
                          <a:pt x="4403" y="32524"/>
                          <a:pt x="4337" y="31022"/>
                          <a:pt x="4070" y="28621"/>
                        </a:cubicBezTo>
                        <a:cubicBezTo>
                          <a:pt x="3803" y="26186"/>
                          <a:pt x="5271" y="20415"/>
                          <a:pt x="5838" y="12176"/>
                        </a:cubicBezTo>
                        <a:cubicBezTo>
                          <a:pt x="6371" y="3970"/>
                          <a:pt x="3336" y="1"/>
                          <a:pt x="333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7" name="Google Shape;1387;p15"/>
                  <p:cNvSpPr/>
                  <p:nvPr/>
                </p:nvSpPr>
                <p:spPr>
                  <a:xfrm>
                    <a:off x="3978000" y="2038575"/>
                    <a:ext cx="466200" cy="391575"/>
                  </a:xfrm>
                  <a:custGeom>
                    <a:rect b="b" l="l" r="r" t="t"/>
                    <a:pathLst>
                      <a:path extrusionOk="0" h="15663" w="18648">
                        <a:moveTo>
                          <a:pt x="18322" y="15088"/>
                        </a:moveTo>
                        <a:cubicBezTo>
                          <a:pt x="18431" y="15139"/>
                          <a:pt x="18539" y="15191"/>
                          <a:pt x="18648" y="15244"/>
                        </a:cubicBezTo>
                        <a:cubicBezTo>
                          <a:pt x="18538" y="15190"/>
                          <a:pt x="18429" y="15138"/>
                          <a:pt x="18322" y="15088"/>
                        </a:cubicBezTo>
                        <a:close/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735" y="2936"/>
                          <a:pt x="1168" y="5938"/>
                          <a:pt x="1302" y="8973"/>
                        </a:cubicBezTo>
                        <a:cubicBezTo>
                          <a:pt x="1553" y="14117"/>
                          <a:pt x="4104" y="15663"/>
                          <a:pt x="7541" y="15663"/>
                        </a:cubicBezTo>
                        <a:cubicBezTo>
                          <a:pt x="7760" y="15663"/>
                          <a:pt x="7982" y="15657"/>
                          <a:pt x="8207" y="15645"/>
                        </a:cubicBezTo>
                        <a:cubicBezTo>
                          <a:pt x="10798" y="15507"/>
                          <a:pt x="12412" y="14203"/>
                          <a:pt x="14782" y="14203"/>
                        </a:cubicBezTo>
                        <a:cubicBezTo>
                          <a:pt x="15783" y="14203"/>
                          <a:pt x="16920" y="14436"/>
                          <a:pt x="18322" y="15088"/>
                        </a:cubicBezTo>
                        <a:lnTo>
                          <a:pt x="18322" y="15088"/>
                        </a:lnTo>
                        <a:cubicBezTo>
                          <a:pt x="16717" y="14331"/>
                          <a:pt x="15029" y="13751"/>
                          <a:pt x="13310" y="13376"/>
                        </a:cubicBezTo>
                        <a:cubicBezTo>
                          <a:pt x="10542" y="12809"/>
                          <a:pt x="5271" y="13910"/>
                          <a:pt x="4571" y="8973"/>
                        </a:cubicBezTo>
                        <a:cubicBezTo>
                          <a:pt x="3837" y="4037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8" name="Google Shape;1388;p15"/>
                  <p:cNvSpPr/>
                  <p:nvPr/>
                </p:nvSpPr>
                <p:spPr>
                  <a:xfrm>
                    <a:off x="4273225" y="1963525"/>
                    <a:ext cx="321075" cy="575425"/>
                  </a:xfrm>
                  <a:custGeom>
                    <a:rect b="b" l="l" r="r" t="t"/>
                    <a:pathLst>
                      <a:path extrusionOk="0" h="23017" w="12843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0" y="0"/>
                          <a:pt x="668" y="3603"/>
                          <a:pt x="1401" y="8006"/>
                        </a:cubicBezTo>
                        <a:cubicBezTo>
                          <a:pt x="2135" y="12442"/>
                          <a:pt x="5738" y="13476"/>
                          <a:pt x="7939" y="15378"/>
                        </a:cubicBezTo>
                        <a:cubicBezTo>
                          <a:pt x="10174" y="17246"/>
                          <a:pt x="10541" y="19080"/>
                          <a:pt x="11175" y="20515"/>
                        </a:cubicBezTo>
                        <a:cubicBezTo>
                          <a:pt x="11609" y="21449"/>
                          <a:pt x="12142" y="22283"/>
                          <a:pt x="12843" y="23017"/>
                        </a:cubicBezTo>
                        <a:cubicBezTo>
                          <a:pt x="11275" y="18747"/>
                          <a:pt x="12476" y="13943"/>
                          <a:pt x="10241" y="11942"/>
                        </a:cubicBezTo>
                        <a:cubicBezTo>
                          <a:pt x="8039" y="9974"/>
                          <a:pt x="5037" y="8540"/>
                          <a:pt x="3269" y="4970"/>
                        </a:cubicBezTo>
                        <a:cubicBezTo>
                          <a:pt x="1502" y="1368"/>
                          <a:pt x="1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9" name="Google Shape;1389;p15"/>
                  <p:cNvSpPr/>
                  <p:nvPr/>
                </p:nvSpPr>
                <p:spPr>
                  <a:xfrm>
                    <a:off x="4038050" y="2497175"/>
                    <a:ext cx="628800" cy="180200"/>
                  </a:xfrm>
                  <a:custGeom>
                    <a:rect b="b" l="l" r="r" t="t"/>
                    <a:pathLst>
                      <a:path extrusionOk="0" h="7208" w="25152">
                        <a:moveTo>
                          <a:pt x="3418" y="0"/>
                        </a:moveTo>
                        <a:cubicBezTo>
                          <a:pt x="2260" y="0"/>
                          <a:pt x="1107" y="208"/>
                          <a:pt x="1" y="603"/>
                        </a:cubicBezTo>
                        <a:cubicBezTo>
                          <a:pt x="92" y="601"/>
                          <a:pt x="183" y="599"/>
                          <a:pt x="274" y="599"/>
                        </a:cubicBezTo>
                        <a:cubicBezTo>
                          <a:pt x="2546" y="599"/>
                          <a:pt x="4740" y="1397"/>
                          <a:pt x="6472" y="2905"/>
                        </a:cubicBezTo>
                        <a:cubicBezTo>
                          <a:pt x="8918" y="5052"/>
                          <a:pt x="10744" y="6468"/>
                          <a:pt x="13321" y="6468"/>
                        </a:cubicBezTo>
                        <a:cubicBezTo>
                          <a:pt x="13907" y="6468"/>
                          <a:pt x="14532" y="6395"/>
                          <a:pt x="15212" y="6240"/>
                        </a:cubicBezTo>
                        <a:cubicBezTo>
                          <a:pt x="17832" y="5645"/>
                          <a:pt x="19585" y="4964"/>
                          <a:pt x="21090" y="4964"/>
                        </a:cubicBezTo>
                        <a:cubicBezTo>
                          <a:pt x="21692" y="4964"/>
                          <a:pt x="22255" y="5073"/>
                          <a:pt x="22817" y="5340"/>
                        </a:cubicBezTo>
                        <a:cubicBezTo>
                          <a:pt x="24478" y="6088"/>
                          <a:pt x="24991" y="6881"/>
                          <a:pt x="25117" y="7129"/>
                        </a:cubicBezTo>
                        <a:lnTo>
                          <a:pt x="25117" y="7129"/>
                        </a:lnTo>
                        <a:cubicBezTo>
                          <a:pt x="23466" y="3508"/>
                          <a:pt x="20008" y="2301"/>
                          <a:pt x="16214" y="2301"/>
                        </a:cubicBezTo>
                        <a:cubicBezTo>
                          <a:pt x="15674" y="2301"/>
                          <a:pt x="15127" y="2326"/>
                          <a:pt x="14578" y="2371"/>
                        </a:cubicBezTo>
                        <a:cubicBezTo>
                          <a:pt x="14141" y="2407"/>
                          <a:pt x="13735" y="2424"/>
                          <a:pt x="13357" y="2424"/>
                        </a:cubicBezTo>
                        <a:cubicBezTo>
                          <a:pt x="9898" y="2424"/>
                          <a:pt x="8692" y="1025"/>
                          <a:pt x="5805" y="303"/>
                        </a:cubicBezTo>
                        <a:cubicBezTo>
                          <a:pt x="5016" y="99"/>
                          <a:pt x="4216" y="0"/>
                          <a:pt x="3418" y="0"/>
                        </a:cubicBezTo>
                        <a:close/>
                        <a:moveTo>
                          <a:pt x="25117" y="7129"/>
                        </a:moveTo>
                        <a:cubicBezTo>
                          <a:pt x="25128" y="7155"/>
                          <a:pt x="25140" y="7182"/>
                          <a:pt x="25152" y="7208"/>
                        </a:cubicBezTo>
                        <a:cubicBezTo>
                          <a:pt x="25152" y="7208"/>
                          <a:pt x="25142" y="7180"/>
                          <a:pt x="25117" y="712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0" name="Google Shape;1390;p15"/>
                  <p:cNvSpPr/>
                  <p:nvPr/>
                </p:nvSpPr>
                <p:spPr>
                  <a:xfrm>
                    <a:off x="4033875" y="1359750"/>
                    <a:ext cx="636325" cy="1356000"/>
                  </a:xfrm>
                  <a:custGeom>
                    <a:rect b="b" l="l" r="r" t="t"/>
                    <a:pathLst>
                      <a:path extrusionOk="0" fill="none" h="54240" w="25453">
                        <a:moveTo>
                          <a:pt x="25452" y="54239"/>
                        </a:moveTo>
                        <a:cubicBezTo>
                          <a:pt x="25452" y="49703"/>
                          <a:pt x="21483" y="45300"/>
                          <a:pt x="16413" y="42397"/>
                        </a:cubicBezTo>
                        <a:cubicBezTo>
                          <a:pt x="11342" y="39495"/>
                          <a:pt x="5505" y="38461"/>
                          <a:pt x="2736" y="31456"/>
                        </a:cubicBezTo>
                        <a:cubicBezTo>
                          <a:pt x="1" y="24418"/>
                          <a:pt x="701" y="22450"/>
                          <a:pt x="1168" y="18113"/>
                        </a:cubicBezTo>
                        <a:cubicBezTo>
                          <a:pt x="1635" y="13810"/>
                          <a:pt x="3136" y="4470"/>
                          <a:pt x="2336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1" name="Google Shape;1391;p15"/>
                  <p:cNvSpPr/>
                  <p:nvPr/>
                </p:nvSpPr>
                <p:spPr>
                  <a:xfrm>
                    <a:off x="4139800" y="1480675"/>
                    <a:ext cx="91750" cy="813100"/>
                  </a:xfrm>
                  <a:custGeom>
                    <a:rect b="b" l="l" r="r" t="t"/>
                    <a:pathLst>
                      <a:path extrusionOk="0" fill="none" h="32524" w="3670">
                        <a:moveTo>
                          <a:pt x="1835" y="0"/>
                        </a:moveTo>
                        <a:cubicBezTo>
                          <a:pt x="3403" y="6171"/>
                          <a:pt x="3670" y="10908"/>
                          <a:pt x="1835" y="18013"/>
                        </a:cubicBezTo>
                        <a:cubicBezTo>
                          <a:pt x="0" y="25118"/>
                          <a:pt x="2369" y="30789"/>
                          <a:pt x="2902" y="32524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2" name="Google Shape;1392;p15"/>
                  <p:cNvSpPr/>
                  <p:nvPr/>
                </p:nvSpPr>
                <p:spPr>
                  <a:xfrm>
                    <a:off x="3978000" y="2037725"/>
                    <a:ext cx="441175" cy="373625"/>
                  </a:xfrm>
                  <a:custGeom>
                    <a:rect b="b" l="l" r="r" t="t"/>
                    <a:pathLst>
                      <a:path extrusionOk="0" fill="none" h="14945" w="17647">
                        <a:moveTo>
                          <a:pt x="1" y="1"/>
                        </a:moveTo>
                        <a:cubicBezTo>
                          <a:pt x="2503" y="5305"/>
                          <a:pt x="2203" y="10875"/>
                          <a:pt x="4571" y="12910"/>
                        </a:cubicBezTo>
                        <a:cubicBezTo>
                          <a:pt x="6906" y="14945"/>
                          <a:pt x="14311" y="12677"/>
                          <a:pt x="17647" y="1471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3" name="Google Shape;1393;p15"/>
                  <p:cNvSpPr/>
                  <p:nvPr/>
                </p:nvSpPr>
                <p:spPr>
                  <a:xfrm>
                    <a:off x="4273225" y="1963525"/>
                    <a:ext cx="320250" cy="575425"/>
                  </a:xfrm>
                  <a:custGeom>
                    <a:rect b="b" l="l" r="r" t="t"/>
                    <a:pathLst>
                      <a:path extrusionOk="0" fill="none" h="23017" w="12810">
                        <a:moveTo>
                          <a:pt x="0" y="0"/>
                        </a:moveTo>
                        <a:cubicBezTo>
                          <a:pt x="2135" y="5170"/>
                          <a:pt x="2335" y="9373"/>
                          <a:pt x="5838" y="11508"/>
                        </a:cubicBezTo>
                        <a:cubicBezTo>
                          <a:pt x="9340" y="13643"/>
                          <a:pt x="9707" y="13210"/>
                          <a:pt x="10541" y="16345"/>
                        </a:cubicBezTo>
                        <a:cubicBezTo>
                          <a:pt x="11175" y="18613"/>
                          <a:pt x="11942" y="20848"/>
                          <a:pt x="12810" y="23017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4" name="Google Shape;1394;p15"/>
                  <p:cNvSpPr/>
                  <p:nvPr/>
                </p:nvSpPr>
                <p:spPr>
                  <a:xfrm>
                    <a:off x="4038050" y="2504725"/>
                    <a:ext cx="627975" cy="172650"/>
                  </a:xfrm>
                  <a:custGeom>
                    <a:rect b="b" l="l" r="r" t="t"/>
                    <a:pathLst>
                      <a:path extrusionOk="0" fill="none" h="6906" w="25119">
                        <a:moveTo>
                          <a:pt x="1" y="301"/>
                        </a:moveTo>
                        <a:cubicBezTo>
                          <a:pt x="5805" y="1"/>
                          <a:pt x="8207" y="3270"/>
                          <a:pt x="11776" y="4204"/>
                        </a:cubicBezTo>
                        <a:cubicBezTo>
                          <a:pt x="15312" y="5105"/>
                          <a:pt x="16646" y="3337"/>
                          <a:pt x="19281" y="3337"/>
                        </a:cubicBezTo>
                        <a:cubicBezTo>
                          <a:pt x="21916" y="3303"/>
                          <a:pt x="25119" y="6906"/>
                          <a:pt x="25119" y="690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3335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395" name="Google Shape;1395;p15"/>
              <p:cNvGrpSpPr/>
              <p:nvPr/>
            </p:nvGrpSpPr>
            <p:grpSpPr>
              <a:xfrm rot="-1419239">
                <a:off x="5754765" y="2914954"/>
                <a:ext cx="740638" cy="1149732"/>
                <a:chOff x="4191425" y="5591575"/>
                <a:chExt cx="761150" cy="1181575"/>
              </a:xfrm>
            </p:grpSpPr>
            <p:sp>
              <p:nvSpPr>
                <p:cNvPr id="1396" name="Google Shape;1396;p15"/>
                <p:cNvSpPr/>
                <p:nvPr/>
              </p:nvSpPr>
              <p:spPr>
                <a:xfrm>
                  <a:off x="4314000" y="5827450"/>
                  <a:ext cx="263550" cy="778075"/>
                </a:xfrm>
                <a:custGeom>
                  <a:rect b="b" l="l" r="r" t="t"/>
                  <a:pathLst>
                    <a:path extrusionOk="0" fill="none" h="31123" w="10542">
                      <a:moveTo>
                        <a:pt x="5538" y="31123"/>
                      </a:moveTo>
                      <a:cubicBezTo>
                        <a:pt x="4537" y="26953"/>
                        <a:pt x="1001" y="28821"/>
                        <a:pt x="1201" y="23350"/>
                      </a:cubicBezTo>
                      <a:cubicBezTo>
                        <a:pt x="1368" y="17846"/>
                        <a:pt x="3503" y="16812"/>
                        <a:pt x="2769" y="13076"/>
                      </a:cubicBezTo>
                      <a:cubicBezTo>
                        <a:pt x="2002" y="9307"/>
                        <a:pt x="1" y="8907"/>
                        <a:pt x="1668" y="5204"/>
                      </a:cubicBezTo>
                      <a:cubicBezTo>
                        <a:pt x="3336" y="1535"/>
                        <a:pt x="10541" y="0"/>
                        <a:pt x="10541" y="0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7" name="Google Shape;1397;p15"/>
                <p:cNvSpPr/>
                <p:nvPr/>
              </p:nvSpPr>
              <p:spPr>
                <a:xfrm>
                  <a:off x="4329000" y="5809050"/>
                  <a:ext cx="312750" cy="522200"/>
                </a:xfrm>
                <a:custGeom>
                  <a:rect b="b" l="l" r="r" t="t"/>
                  <a:pathLst>
                    <a:path extrusionOk="0" h="20888" w="12510">
                      <a:moveTo>
                        <a:pt x="8338" y="0"/>
                      </a:moveTo>
                      <a:cubicBezTo>
                        <a:pt x="7919" y="0"/>
                        <a:pt x="7640" y="136"/>
                        <a:pt x="7640" y="136"/>
                      </a:cubicBezTo>
                      <a:cubicBezTo>
                        <a:pt x="3770" y="636"/>
                        <a:pt x="4137" y="5973"/>
                        <a:pt x="4137" y="5973"/>
                      </a:cubicBezTo>
                      <a:cubicBezTo>
                        <a:pt x="4137" y="5973"/>
                        <a:pt x="1102" y="6474"/>
                        <a:pt x="668" y="8876"/>
                      </a:cubicBezTo>
                      <a:cubicBezTo>
                        <a:pt x="401" y="10210"/>
                        <a:pt x="1068" y="11577"/>
                        <a:pt x="2336" y="12145"/>
                      </a:cubicBezTo>
                      <a:cubicBezTo>
                        <a:pt x="335" y="12645"/>
                        <a:pt x="101" y="14713"/>
                        <a:pt x="1535" y="14880"/>
                      </a:cubicBezTo>
                      <a:cubicBezTo>
                        <a:pt x="568" y="16147"/>
                        <a:pt x="368" y="16881"/>
                        <a:pt x="1736" y="17682"/>
                      </a:cubicBezTo>
                      <a:cubicBezTo>
                        <a:pt x="101" y="18549"/>
                        <a:pt x="1" y="20817"/>
                        <a:pt x="1402" y="20884"/>
                      </a:cubicBezTo>
                      <a:cubicBezTo>
                        <a:pt x="1450" y="20887"/>
                        <a:pt x="1496" y="20888"/>
                        <a:pt x="1542" y="20888"/>
                      </a:cubicBezTo>
                      <a:cubicBezTo>
                        <a:pt x="3376" y="20888"/>
                        <a:pt x="3482" y="18956"/>
                        <a:pt x="2603" y="17882"/>
                      </a:cubicBezTo>
                      <a:cubicBezTo>
                        <a:pt x="3870" y="17215"/>
                        <a:pt x="4404" y="16348"/>
                        <a:pt x="3704" y="15047"/>
                      </a:cubicBezTo>
                      <a:cubicBezTo>
                        <a:pt x="4938" y="14146"/>
                        <a:pt x="5005" y="13145"/>
                        <a:pt x="3870" y="12011"/>
                      </a:cubicBezTo>
                      <a:cubicBezTo>
                        <a:pt x="6506" y="11577"/>
                        <a:pt x="7873" y="10343"/>
                        <a:pt x="6973" y="7641"/>
                      </a:cubicBezTo>
                      <a:cubicBezTo>
                        <a:pt x="6973" y="7641"/>
                        <a:pt x="12510" y="7174"/>
                        <a:pt x="11209" y="3105"/>
                      </a:cubicBezTo>
                      <a:cubicBezTo>
                        <a:pt x="10365" y="464"/>
                        <a:pt x="9113" y="0"/>
                        <a:pt x="83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8" name="Google Shape;1398;p15"/>
                <p:cNvSpPr/>
                <p:nvPr/>
              </p:nvSpPr>
              <p:spPr>
                <a:xfrm>
                  <a:off x="4299000" y="5822450"/>
                  <a:ext cx="432825" cy="950700"/>
                </a:xfrm>
                <a:custGeom>
                  <a:rect b="b" l="l" r="r" t="t"/>
                  <a:pathLst>
                    <a:path extrusionOk="0" fill="none" h="38028" w="17313">
                      <a:moveTo>
                        <a:pt x="3769" y="38027"/>
                      </a:moveTo>
                      <a:cubicBezTo>
                        <a:pt x="6538" y="35426"/>
                        <a:pt x="5204" y="32557"/>
                        <a:pt x="3769" y="28787"/>
                      </a:cubicBezTo>
                      <a:cubicBezTo>
                        <a:pt x="2368" y="25018"/>
                        <a:pt x="5070" y="21816"/>
                        <a:pt x="6538" y="19748"/>
                      </a:cubicBezTo>
                      <a:cubicBezTo>
                        <a:pt x="8039" y="17646"/>
                        <a:pt x="7105" y="14310"/>
                        <a:pt x="8339" y="11075"/>
                      </a:cubicBezTo>
                      <a:cubicBezTo>
                        <a:pt x="9574" y="7873"/>
                        <a:pt x="17312" y="4237"/>
                        <a:pt x="17312" y="4237"/>
                      </a:cubicBezTo>
                      <a:lnTo>
                        <a:pt x="13810" y="0"/>
                      </a:lnTo>
                      <a:cubicBezTo>
                        <a:pt x="13810" y="0"/>
                        <a:pt x="6805" y="2802"/>
                        <a:pt x="5004" y="8239"/>
                      </a:cubicBezTo>
                      <a:cubicBezTo>
                        <a:pt x="3236" y="13643"/>
                        <a:pt x="5004" y="17646"/>
                        <a:pt x="2502" y="22149"/>
                      </a:cubicBezTo>
                      <a:cubicBezTo>
                        <a:pt x="0" y="26619"/>
                        <a:pt x="200" y="28154"/>
                        <a:pt x="1268" y="30889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9" name="Google Shape;1399;p15"/>
                <p:cNvSpPr/>
                <p:nvPr/>
              </p:nvSpPr>
              <p:spPr>
                <a:xfrm>
                  <a:off x="4191425" y="5771575"/>
                  <a:ext cx="341100" cy="916500"/>
                </a:xfrm>
                <a:custGeom>
                  <a:rect b="b" l="l" r="r" t="t"/>
                  <a:pathLst>
                    <a:path extrusionOk="0" fill="none" h="36660" w="13644">
                      <a:moveTo>
                        <a:pt x="1768" y="36660"/>
                      </a:moveTo>
                      <a:cubicBezTo>
                        <a:pt x="2969" y="34258"/>
                        <a:pt x="0" y="30089"/>
                        <a:pt x="1768" y="26253"/>
                      </a:cubicBezTo>
                      <a:cubicBezTo>
                        <a:pt x="3536" y="22416"/>
                        <a:pt x="5304" y="21149"/>
                        <a:pt x="4270" y="17813"/>
                      </a:cubicBezTo>
                      <a:cubicBezTo>
                        <a:pt x="3202" y="14477"/>
                        <a:pt x="500" y="11842"/>
                        <a:pt x="3269" y="7773"/>
                      </a:cubicBezTo>
                      <a:cubicBezTo>
                        <a:pt x="6038" y="3703"/>
                        <a:pt x="11041" y="100"/>
                        <a:pt x="13643" y="0"/>
                      </a:cubicBezTo>
                    </a:path>
                  </a:pathLst>
                </a:custGeom>
                <a:noFill/>
                <a:ln cap="flat" cmpd="sng" w="10850">
                  <a:solidFill>
                    <a:schemeClr val="accent4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0" name="Google Shape;1400;p15"/>
                <p:cNvSpPr/>
                <p:nvPr/>
              </p:nvSpPr>
              <p:spPr>
                <a:xfrm>
                  <a:off x="4406575" y="5591575"/>
                  <a:ext cx="546000" cy="364150"/>
                </a:xfrm>
                <a:custGeom>
                  <a:rect b="b" l="l" r="r" t="t"/>
                  <a:pathLst>
                    <a:path extrusionOk="0" h="14566" w="21840">
                      <a:moveTo>
                        <a:pt x="12052" y="1"/>
                      </a:moveTo>
                      <a:cubicBezTo>
                        <a:pt x="10985" y="1"/>
                        <a:pt x="9861" y="116"/>
                        <a:pt x="8706" y="362"/>
                      </a:cubicBezTo>
                      <a:cubicBezTo>
                        <a:pt x="1401" y="1897"/>
                        <a:pt x="1068" y="2564"/>
                        <a:pt x="667" y="4031"/>
                      </a:cubicBezTo>
                      <a:cubicBezTo>
                        <a:pt x="0" y="6300"/>
                        <a:pt x="4603" y="13105"/>
                        <a:pt x="10141" y="14339"/>
                      </a:cubicBezTo>
                      <a:cubicBezTo>
                        <a:pt x="10851" y="14493"/>
                        <a:pt x="11513" y="14566"/>
                        <a:pt x="12130" y="14566"/>
                      </a:cubicBezTo>
                      <a:cubicBezTo>
                        <a:pt x="16319" y="14566"/>
                        <a:pt x="18466" y="11209"/>
                        <a:pt x="20181" y="7167"/>
                      </a:cubicBezTo>
                      <a:cubicBezTo>
                        <a:pt x="21840" y="3288"/>
                        <a:pt x="17766" y="1"/>
                        <a:pt x="1205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1" name="Google Shape;1401;p15"/>
              <p:cNvGrpSpPr/>
              <p:nvPr/>
            </p:nvGrpSpPr>
            <p:grpSpPr>
              <a:xfrm>
                <a:off x="3914450" y="3201688"/>
                <a:ext cx="483950" cy="295550"/>
                <a:chOff x="-1677100" y="665488"/>
                <a:chExt cx="483950" cy="295550"/>
              </a:xfrm>
            </p:grpSpPr>
            <p:sp>
              <p:nvSpPr>
                <p:cNvPr id="1402" name="Google Shape;1402;p15"/>
                <p:cNvSpPr/>
                <p:nvPr/>
              </p:nvSpPr>
              <p:spPr>
                <a:xfrm>
                  <a:off x="-1619325" y="675488"/>
                  <a:ext cx="268550" cy="261600"/>
                </a:xfrm>
                <a:custGeom>
                  <a:rect b="b" l="l" r="r" t="t"/>
                  <a:pathLst>
                    <a:path extrusionOk="0" h="10464" w="10742">
                      <a:moveTo>
                        <a:pt x="8264" y="1"/>
                      </a:moveTo>
                      <a:cubicBezTo>
                        <a:pt x="7319" y="1"/>
                        <a:pt x="3441" y="26"/>
                        <a:pt x="1836" y="435"/>
                      </a:cubicBezTo>
                      <a:cubicBezTo>
                        <a:pt x="1" y="902"/>
                        <a:pt x="1469" y="1802"/>
                        <a:pt x="6772" y="2570"/>
                      </a:cubicBezTo>
                      <a:lnTo>
                        <a:pt x="7840" y="5405"/>
                      </a:lnTo>
                      <a:cubicBezTo>
                        <a:pt x="7840" y="5405"/>
                        <a:pt x="4871" y="10108"/>
                        <a:pt x="5905" y="10442"/>
                      </a:cubicBezTo>
                      <a:cubicBezTo>
                        <a:pt x="5947" y="10457"/>
                        <a:pt x="5993" y="10464"/>
                        <a:pt x="6043" y="10464"/>
                      </a:cubicBezTo>
                      <a:cubicBezTo>
                        <a:pt x="7239" y="10464"/>
                        <a:pt x="10742" y="6439"/>
                        <a:pt x="10742" y="6439"/>
                      </a:cubicBezTo>
                      <a:lnTo>
                        <a:pt x="8474" y="1"/>
                      </a:lnTo>
                      <a:cubicBezTo>
                        <a:pt x="8474" y="1"/>
                        <a:pt x="8399" y="1"/>
                        <a:pt x="82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3" name="Google Shape;1403;p15"/>
                <p:cNvSpPr/>
                <p:nvPr/>
              </p:nvSpPr>
              <p:spPr>
                <a:xfrm>
                  <a:off x="-1677100" y="820688"/>
                  <a:ext cx="98675" cy="53325"/>
                </a:xfrm>
                <a:custGeom>
                  <a:rect b="b" l="l" r="r" t="t"/>
                  <a:pathLst>
                    <a:path extrusionOk="0" h="2133" w="3947">
                      <a:moveTo>
                        <a:pt x="682" y="1"/>
                      </a:moveTo>
                      <a:cubicBezTo>
                        <a:pt x="273" y="1"/>
                        <a:pt x="0" y="92"/>
                        <a:pt x="10" y="231"/>
                      </a:cubicBezTo>
                      <a:cubicBezTo>
                        <a:pt x="77" y="731"/>
                        <a:pt x="3946" y="2132"/>
                        <a:pt x="3946" y="2132"/>
                      </a:cubicBezTo>
                      <a:cubicBezTo>
                        <a:pt x="3384" y="514"/>
                        <a:pt x="1650" y="1"/>
                        <a:pt x="6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4" name="Google Shape;1404;p15"/>
                <p:cNvSpPr/>
                <p:nvPr/>
              </p:nvSpPr>
              <p:spPr>
                <a:xfrm>
                  <a:off x="-1643500" y="873988"/>
                  <a:ext cx="72575" cy="87050"/>
                </a:xfrm>
                <a:custGeom>
                  <a:rect b="b" l="l" r="r" t="t"/>
                  <a:pathLst>
                    <a:path extrusionOk="0" h="3482" w="2903">
                      <a:moveTo>
                        <a:pt x="2602" y="0"/>
                      </a:moveTo>
                      <a:cubicBezTo>
                        <a:pt x="2602" y="0"/>
                        <a:pt x="1" y="3102"/>
                        <a:pt x="267" y="3436"/>
                      </a:cubicBezTo>
                      <a:cubicBezTo>
                        <a:pt x="291" y="3466"/>
                        <a:pt x="337" y="3481"/>
                        <a:pt x="400" y="3481"/>
                      </a:cubicBezTo>
                      <a:cubicBezTo>
                        <a:pt x="963" y="3481"/>
                        <a:pt x="2902" y="2280"/>
                        <a:pt x="260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5" name="Google Shape;1405;p15"/>
                <p:cNvSpPr/>
                <p:nvPr/>
              </p:nvSpPr>
              <p:spPr>
                <a:xfrm>
                  <a:off x="-1607650" y="665488"/>
                  <a:ext cx="414500" cy="213650"/>
                </a:xfrm>
                <a:custGeom>
                  <a:rect b="b" l="l" r="r" t="t"/>
                  <a:pathLst>
                    <a:path extrusionOk="0" h="8546" w="16580">
                      <a:moveTo>
                        <a:pt x="10508" y="1"/>
                      </a:moveTo>
                      <a:cubicBezTo>
                        <a:pt x="5972" y="34"/>
                        <a:pt x="1" y="4304"/>
                        <a:pt x="1168" y="8340"/>
                      </a:cubicBezTo>
                      <a:cubicBezTo>
                        <a:pt x="2040" y="8477"/>
                        <a:pt x="2917" y="8545"/>
                        <a:pt x="3792" y="8545"/>
                      </a:cubicBezTo>
                      <a:cubicBezTo>
                        <a:pt x="5899" y="8545"/>
                        <a:pt x="7995" y="8151"/>
                        <a:pt x="9975" y="7373"/>
                      </a:cubicBezTo>
                      <a:cubicBezTo>
                        <a:pt x="14578" y="5505"/>
                        <a:pt x="16579" y="3036"/>
                        <a:pt x="16579" y="3036"/>
                      </a:cubicBezTo>
                      <a:cubicBezTo>
                        <a:pt x="16579" y="3036"/>
                        <a:pt x="15012" y="1"/>
                        <a:pt x="1050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6" name="Google Shape;1406;p15"/>
                <p:cNvSpPr/>
                <p:nvPr/>
              </p:nvSpPr>
              <p:spPr>
                <a:xfrm>
                  <a:off x="-1396650" y="740563"/>
                  <a:ext cx="78400" cy="90900"/>
                </a:xfrm>
                <a:custGeom>
                  <a:rect b="b" l="l" r="r" t="t"/>
                  <a:pathLst>
                    <a:path extrusionOk="0" fill="none" h="3636" w="3136">
                      <a:moveTo>
                        <a:pt x="3136" y="3636"/>
                      </a:moveTo>
                      <a:cubicBezTo>
                        <a:pt x="0" y="2569"/>
                        <a:pt x="134" y="0"/>
                        <a:pt x="134" y="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7" name="Google Shape;1407;p15"/>
                <p:cNvSpPr/>
                <p:nvPr/>
              </p:nvSpPr>
              <p:spPr>
                <a:xfrm>
                  <a:off x="-1342450" y="730538"/>
                  <a:ext cx="32550" cy="31725"/>
                </a:xfrm>
                <a:custGeom>
                  <a:rect b="b" l="l" r="r" t="t"/>
                  <a:pathLst>
                    <a:path extrusionOk="0" h="1269" w="1302">
                      <a:moveTo>
                        <a:pt x="601" y="1"/>
                      </a:moveTo>
                      <a:cubicBezTo>
                        <a:pt x="267" y="34"/>
                        <a:pt x="0" y="334"/>
                        <a:pt x="34" y="668"/>
                      </a:cubicBezTo>
                      <a:cubicBezTo>
                        <a:pt x="34" y="1001"/>
                        <a:pt x="334" y="1268"/>
                        <a:pt x="668" y="1268"/>
                      </a:cubicBezTo>
                      <a:cubicBezTo>
                        <a:pt x="1035" y="1235"/>
                        <a:pt x="1301" y="935"/>
                        <a:pt x="1268" y="601"/>
                      </a:cubicBezTo>
                      <a:cubicBezTo>
                        <a:pt x="1235" y="268"/>
                        <a:pt x="968" y="1"/>
                        <a:pt x="6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8" name="Google Shape;1408;p15"/>
                <p:cNvSpPr/>
                <p:nvPr/>
              </p:nvSpPr>
              <p:spPr>
                <a:xfrm>
                  <a:off x="-1334100" y="738888"/>
                  <a:ext cx="8350" cy="8350"/>
                </a:xfrm>
                <a:custGeom>
                  <a:rect b="b" l="l" r="r" t="t"/>
                  <a:pathLst>
                    <a:path extrusionOk="0" h="334" w="334">
                      <a:moveTo>
                        <a:pt x="133" y="0"/>
                      </a:moveTo>
                      <a:cubicBezTo>
                        <a:pt x="67" y="0"/>
                        <a:pt x="0" y="100"/>
                        <a:pt x="0" y="167"/>
                      </a:cubicBezTo>
                      <a:cubicBezTo>
                        <a:pt x="0" y="267"/>
                        <a:pt x="67" y="334"/>
                        <a:pt x="167" y="334"/>
                      </a:cubicBezTo>
                      <a:cubicBezTo>
                        <a:pt x="267" y="334"/>
                        <a:pt x="334" y="267"/>
                        <a:pt x="334" y="167"/>
                      </a:cubicBezTo>
                      <a:cubicBezTo>
                        <a:pt x="334" y="67"/>
                        <a:pt x="23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9" name="Google Shape;1409;p15"/>
              <p:cNvGrpSpPr/>
              <p:nvPr/>
            </p:nvGrpSpPr>
            <p:grpSpPr>
              <a:xfrm>
                <a:off x="2941355" y="4068462"/>
                <a:ext cx="3261290" cy="1106034"/>
                <a:chOff x="2675364" y="4068462"/>
                <a:chExt cx="3261290" cy="1106034"/>
              </a:xfrm>
            </p:grpSpPr>
            <p:grpSp>
              <p:nvGrpSpPr>
                <p:cNvPr id="1410" name="Google Shape;1410;p15"/>
                <p:cNvGrpSpPr/>
                <p:nvPr/>
              </p:nvGrpSpPr>
              <p:grpSpPr>
                <a:xfrm>
                  <a:off x="2675364" y="4632567"/>
                  <a:ext cx="1627676" cy="478232"/>
                  <a:chOff x="8674525" y="3553425"/>
                  <a:chExt cx="2514950" cy="738925"/>
                </a:xfrm>
              </p:grpSpPr>
              <p:sp>
                <p:nvSpPr>
                  <p:cNvPr id="1411" name="Google Shape;1411;p15"/>
                  <p:cNvSpPr/>
                  <p:nvPr/>
                </p:nvSpPr>
                <p:spPr>
                  <a:xfrm>
                    <a:off x="9513875" y="3562600"/>
                    <a:ext cx="1199925" cy="590600"/>
                  </a:xfrm>
                  <a:custGeom>
                    <a:rect b="b" l="l" r="r" t="t"/>
                    <a:pathLst>
                      <a:path extrusionOk="0" h="23624" w="47997">
                        <a:moveTo>
                          <a:pt x="14770" y="0"/>
                        </a:moveTo>
                        <a:cubicBezTo>
                          <a:pt x="8133" y="0"/>
                          <a:pt x="0" y="3063"/>
                          <a:pt x="3041" y="5363"/>
                        </a:cubicBezTo>
                        <a:cubicBezTo>
                          <a:pt x="3763" y="5910"/>
                          <a:pt x="4686" y="6108"/>
                          <a:pt x="5732" y="6108"/>
                        </a:cubicBezTo>
                        <a:cubicBezTo>
                          <a:pt x="8462" y="6108"/>
                          <a:pt x="12028" y="4761"/>
                          <a:pt x="15051" y="4761"/>
                        </a:cubicBezTo>
                        <a:cubicBezTo>
                          <a:pt x="16102" y="4761"/>
                          <a:pt x="17088" y="4924"/>
                          <a:pt x="17950" y="5363"/>
                        </a:cubicBezTo>
                        <a:cubicBezTo>
                          <a:pt x="22238" y="7550"/>
                          <a:pt x="22636" y="11554"/>
                          <a:pt x="28514" y="12633"/>
                        </a:cubicBezTo>
                        <a:cubicBezTo>
                          <a:pt x="29468" y="12804"/>
                          <a:pt x="30368" y="12868"/>
                          <a:pt x="31222" y="12868"/>
                        </a:cubicBezTo>
                        <a:cubicBezTo>
                          <a:pt x="33844" y="12868"/>
                          <a:pt x="36024" y="12261"/>
                          <a:pt x="37966" y="12261"/>
                        </a:cubicBezTo>
                        <a:cubicBezTo>
                          <a:pt x="39287" y="12261"/>
                          <a:pt x="40498" y="12542"/>
                          <a:pt x="41663" y="13485"/>
                        </a:cubicBezTo>
                        <a:cubicBezTo>
                          <a:pt x="43821" y="15218"/>
                          <a:pt x="44191" y="18398"/>
                          <a:pt x="47996" y="23624"/>
                        </a:cubicBezTo>
                        <a:cubicBezTo>
                          <a:pt x="45809" y="17717"/>
                          <a:pt x="46292" y="11554"/>
                          <a:pt x="40470" y="9027"/>
                        </a:cubicBezTo>
                        <a:cubicBezTo>
                          <a:pt x="38993" y="8378"/>
                          <a:pt x="37874" y="8152"/>
                          <a:pt x="36946" y="8152"/>
                        </a:cubicBezTo>
                        <a:cubicBezTo>
                          <a:pt x="34808" y="8152"/>
                          <a:pt x="33683" y="9352"/>
                          <a:pt x="31523" y="9352"/>
                        </a:cubicBezTo>
                        <a:cubicBezTo>
                          <a:pt x="30926" y="9352"/>
                          <a:pt x="30250" y="9261"/>
                          <a:pt x="29452" y="9027"/>
                        </a:cubicBezTo>
                        <a:cubicBezTo>
                          <a:pt x="24482" y="7550"/>
                          <a:pt x="23033" y="592"/>
                          <a:pt x="16218" y="53"/>
                        </a:cubicBezTo>
                        <a:cubicBezTo>
                          <a:pt x="15747" y="17"/>
                          <a:pt x="15262" y="0"/>
                          <a:pt x="1477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2" name="Google Shape;1412;p15"/>
                  <p:cNvSpPr/>
                  <p:nvPr/>
                </p:nvSpPr>
                <p:spPr>
                  <a:xfrm>
                    <a:off x="9858975" y="4039550"/>
                    <a:ext cx="854825" cy="249475"/>
                  </a:xfrm>
                  <a:custGeom>
                    <a:rect b="b" l="l" r="r" t="t"/>
                    <a:pathLst>
                      <a:path extrusionOk="0" h="9979" w="34193">
                        <a:moveTo>
                          <a:pt x="18678" y="1"/>
                        </a:moveTo>
                        <a:cubicBezTo>
                          <a:pt x="15005" y="1"/>
                          <a:pt x="10976" y="836"/>
                          <a:pt x="6816" y="3211"/>
                        </a:cubicBezTo>
                        <a:cubicBezTo>
                          <a:pt x="1205" y="6388"/>
                          <a:pt x="0" y="9978"/>
                          <a:pt x="3787" y="9978"/>
                        </a:cubicBezTo>
                        <a:cubicBezTo>
                          <a:pt x="4333" y="9978"/>
                          <a:pt x="4982" y="9904"/>
                          <a:pt x="5736" y="9743"/>
                        </a:cubicBezTo>
                        <a:cubicBezTo>
                          <a:pt x="11757" y="8465"/>
                          <a:pt x="12836" y="5966"/>
                          <a:pt x="16698" y="4546"/>
                        </a:cubicBezTo>
                        <a:cubicBezTo>
                          <a:pt x="18889" y="3746"/>
                          <a:pt x="20269" y="3073"/>
                          <a:pt x="23247" y="3073"/>
                        </a:cubicBezTo>
                        <a:cubicBezTo>
                          <a:pt x="25558" y="3073"/>
                          <a:pt x="28831" y="3478"/>
                          <a:pt x="34192" y="4546"/>
                        </a:cubicBezTo>
                        <a:cubicBezTo>
                          <a:pt x="34192" y="4546"/>
                          <a:pt x="29307" y="1734"/>
                          <a:pt x="24309" y="627"/>
                        </a:cubicBezTo>
                        <a:cubicBezTo>
                          <a:pt x="22561" y="247"/>
                          <a:pt x="20672" y="1"/>
                          <a:pt x="1867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3" name="Google Shape;1413;p15"/>
                  <p:cNvSpPr/>
                  <p:nvPr/>
                </p:nvSpPr>
                <p:spPr>
                  <a:xfrm>
                    <a:off x="8899075" y="3553425"/>
                    <a:ext cx="1327675" cy="473200"/>
                  </a:xfrm>
                  <a:custGeom>
                    <a:rect b="b" l="l" r="r" t="t"/>
                    <a:pathLst>
                      <a:path extrusionOk="0" h="18928" w="53107">
                        <a:moveTo>
                          <a:pt x="7686" y="1"/>
                        </a:moveTo>
                        <a:cubicBezTo>
                          <a:pt x="6786" y="1"/>
                          <a:pt x="5921" y="116"/>
                          <a:pt x="5112" y="363"/>
                        </a:cubicBezTo>
                        <a:cubicBezTo>
                          <a:pt x="0" y="1925"/>
                          <a:pt x="6220" y="5247"/>
                          <a:pt x="14853" y="8542"/>
                        </a:cubicBezTo>
                        <a:cubicBezTo>
                          <a:pt x="23458" y="11836"/>
                          <a:pt x="23856" y="16351"/>
                          <a:pt x="28967" y="18368"/>
                        </a:cubicBezTo>
                        <a:cubicBezTo>
                          <a:pt x="29993" y="18766"/>
                          <a:pt x="31059" y="18928"/>
                          <a:pt x="32150" y="18928"/>
                        </a:cubicBezTo>
                        <a:cubicBezTo>
                          <a:pt x="36497" y="18928"/>
                          <a:pt x="41233" y="16368"/>
                          <a:pt x="45297" y="16096"/>
                        </a:cubicBezTo>
                        <a:cubicBezTo>
                          <a:pt x="46911" y="15988"/>
                          <a:pt x="48285" y="15951"/>
                          <a:pt x="49408" y="15951"/>
                        </a:cubicBezTo>
                        <a:cubicBezTo>
                          <a:pt x="51843" y="15951"/>
                          <a:pt x="53106" y="16124"/>
                          <a:pt x="53106" y="16124"/>
                        </a:cubicBezTo>
                        <a:cubicBezTo>
                          <a:pt x="50460" y="15050"/>
                          <a:pt x="47877" y="14687"/>
                          <a:pt x="45244" y="14687"/>
                        </a:cubicBezTo>
                        <a:cubicBezTo>
                          <a:pt x="42310" y="14687"/>
                          <a:pt x="39313" y="15137"/>
                          <a:pt x="36095" y="15556"/>
                        </a:cubicBezTo>
                        <a:cubicBezTo>
                          <a:pt x="35628" y="15617"/>
                          <a:pt x="35173" y="15646"/>
                          <a:pt x="34731" y="15646"/>
                        </a:cubicBezTo>
                        <a:cubicBezTo>
                          <a:pt x="29400" y="15646"/>
                          <a:pt x="25827" y="11398"/>
                          <a:pt x="21868" y="7150"/>
                        </a:cubicBezTo>
                        <a:cubicBezTo>
                          <a:pt x="18258" y="3254"/>
                          <a:pt x="12475" y="1"/>
                          <a:pt x="7686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4" name="Google Shape;1414;p15"/>
                  <p:cNvSpPr/>
                  <p:nvPr/>
                </p:nvSpPr>
                <p:spPr>
                  <a:xfrm>
                    <a:off x="8674525" y="3842775"/>
                    <a:ext cx="853600" cy="238150"/>
                  </a:xfrm>
                  <a:custGeom>
                    <a:rect b="b" l="l" r="r" t="t"/>
                    <a:pathLst>
                      <a:path extrusionOk="0" h="9526" w="34144">
                        <a:moveTo>
                          <a:pt x="9414" y="1"/>
                        </a:moveTo>
                        <a:cubicBezTo>
                          <a:pt x="4875" y="1"/>
                          <a:pt x="954" y="1081"/>
                          <a:pt x="378" y="3585"/>
                        </a:cubicBezTo>
                        <a:cubicBezTo>
                          <a:pt x="1" y="5220"/>
                          <a:pt x="978" y="5718"/>
                          <a:pt x="2724" y="5718"/>
                        </a:cubicBezTo>
                        <a:cubicBezTo>
                          <a:pt x="5441" y="5718"/>
                          <a:pt x="10020" y="4511"/>
                          <a:pt x="14252" y="4511"/>
                        </a:cubicBezTo>
                        <a:cubicBezTo>
                          <a:pt x="14475" y="4511"/>
                          <a:pt x="14697" y="4515"/>
                          <a:pt x="14918" y="4522"/>
                        </a:cubicBezTo>
                        <a:cubicBezTo>
                          <a:pt x="21795" y="4745"/>
                          <a:pt x="26597" y="9526"/>
                          <a:pt x="33714" y="9526"/>
                        </a:cubicBezTo>
                        <a:cubicBezTo>
                          <a:pt x="33857" y="9526"/>
                          <a:pt x="34000" y="9524"/>
                          <a:pt x="34144" y="9520"/>
                        </a:cubicBezTo>
                        <a:cubicBezTo>
                          <a:pt x="27697" y="6794"/>
                          <a:pt x="26135" y="3982"/>
                          <a:pt x="19206" y="1568"/>
                        </a:cubicBezTo>
                        <a:cubicBezTo>
                          <a:pt x="16308" y="567"/>
                          <a:pt x="12699" y="1"/>
                          <a:pt x="941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5" name="Google Shape;1415;p15"/>
                  <p:cNvSpPr/>
                  <p:nvPr/>
                </p:nvSpPr>
                <p:spPr>
                  <a:xfrm>
                    <a:off x="9589875" y="3583775"/>
                    <a:ext cx="1123925" cy="694375"/>
                  </a:xfrm>
                  <a:custGeom>
                    <a:rect b="b" l="l" r="r" t="t"/>
                    <a:pathLst>
                      <a:path extrusionOk="0" fill="none" h="27775" w="44957">
                        <a:moveTo>
                          <a:pt x="1" y="4516"/>
                        </a:moveTo>
                        <a:cubicBezTo>
                          <a:pt x="11275" y="910"/>
                          <a:pt x="14967" y="1"/>
                          <a:pt x="19283" y="5027"/>
                        </a:cubicBezTo>
                        <a:cubicBezTo>
                          <a:pt x="23600" y="10026"/>
                          <a:pt x="26014" y="11304"/>
                          <a:pt x="31722" y="9742"/>
                        </a:cubicBezTo>
                        <a:cubicBezTo>
                          <a:pt x="37402" y="8151"/>
                          <a:pt x="40639" y="10821"/>
                          <a:pt x="41946" y="14882"/>
                        </a:cubicBezTo>
                        <a:cubicBezTo>
                          <a:pt x="43224" y="18971"/>
                          <a:pt x="44956" y="22777"/>
                          <a:pt x="44956" y="22777"/>
                        </a:cubicBezTo>
                        <a:cubicBezTo>
                          <a:pt x="44956" y="22777"/>
                          <a:pt x="37913" y="18687"/>
                          <a:pt x="31097" y="19880"/>
                        </a:cubicBezTo>
                        <a:cubicBezTo>
                          <a:pt x="24282" y="21073"/>
                          <a:pt x="16216" y="25361"/>
                          <a:pt x="12780" y="27775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6" name="Google Shape;1416;p15"/>
                  <p:cNvSpPr/>
                  <p:nvPr/>
                </p:nvSpPr>
                <p:spPr>
                  <a:xfrm>
                    <a:off x="8980725" y="3598700"/>
                    <a:ext cx="1246025" cy="411100"/>
                  </a:xfrm>
                  <a:custGeom>
                    <a:rect b="b" l="l" r="r" t="t"/>
                    <a:pathLst>
                      <a:path extrusionOk="0" fill="none" h="16444" w="49841">
                        <a:moveTo>
                          <a:pt x="0" y="0"/>
                        </a:moveTo>
                        <a:cubicBezTo>
                          <a:pt x="8577" y="511"/>
                          <a:pt x="14086" y="2783"/>
                          <a:pt x="18488" y="7668"/>
                        </a:cubicBezTo>
                        <a:cubicBezTo>
                          <a:pt x="22890" y="12553"/>
                          <a:pt x="25332" y="16443"/>
                          <a:pt x="31182" y="15534"/>
                        </a:cubicBezTo>
                        <a:cubicBezTo>
                          <a:pt x="37033" y="14626"/>
                          <a:pt x="44984" y="12638"/>
                          <a:pt x="49840" y="14285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7" name="Google Shape;1417;p15"/>
                  <p:cNvSpPr/>
                  <p:nvPr/>
                </p:nvSpPr>
                <p:spPr>
                  <a:xfrm>
                    <a:off x="8682525" y="3877700"/>
                    <a:ext cx="817925" cy="196700"/>
                  </a:xfrm>
                  <a:custGeom>
                    <a:rect b="b" l="l" r="r" t="t"/>
                    <a:pathLst>
                      <a:path extrusionOk="0" fill="none" h="7868" w="32717">
                        <a:moveTo>
                          <a:pt x="1" y="3125"/>
                        </a:moveTo>
                        <a:cubicBezTo>
                          <a:pt x="8577" y="86"/>
                          <a:pt x="16501" y="1"/>
                          <a:pt x="22095" y="2898"/>
                        </a:cubicBezTo>
                        <a:cubicBezTo>
                          <a:pt x="27718" y="5794"/>
                          <a:pt x="29024" y="7498"/>
                          <a:pt x="32716" y="7867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8" name="Google Shape;1418;p15"/>
                  <p:cNvSpPr/>
                  <p:nvPr/>
                </p:nvSpPr>
                <p:spPr>
                  <a:xfrm>
                    <a:off x="9408125" y="3898300"/>
                    <a:ext cx="1781350" cy="394050"/>
                  </a:xfrm>
                  <a:custGeom>
                    <a:rect b="b" l="l" r="r" t="t"/>
                    <a:pathLst>
                      <a:path extrusionOk="0" fill="none" h="15762" w="71254">
                        <a:moveTo>
                          <a:pt x="0" y="5084"/>
                        </a:moveTo>
                        <a:cubicBezTo>
                          <a:pt x="9088" y="10962"/>
                          <a:pt x="15961" y="7753"/>
                          <a:pt x="25503" y="3863"/>
                        </a:cubicBezTo>
                        <a:cubicBezTo>
                          <a:pt x="35016" y="1"/>
                          <a:pt x="41832" y="4062"/>
                          <a:pt x="48932" y="8321"/>
                        </a:cubicBezTo>
                        <a:cubicBezTo>
                          <a:pt x="56032" y="12553"/>
                          <a:pt x="62961" y="15762"/>
                          <a:pt x="71253" y="15364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19" name="Google Shape;1419;p15"/>
                <p:cNvGrpSpPr/>
                <p:nvPr/>
              </p:nvGrpSpPr>
              <p:grpSpPr>
                <a:xfrm>
                  <a:off x="4630151" y="4406150"/>
                  <a:ext cx="1306503" cy="768346"/>
                  <a:chOff x="11944150" y="3369375"/>
                  <a:chExt cx="1586525" cy="933025"/>
                </a:xfrm>
              </p:grpSpPr>
              <p:sp>
                <p:nvSpPr>
                  <p:cNvPr id="1420" name="Google Shape;1420;p15"/>
                  <p:cNvSpPr/>
                  <p:nvPr/>
                </p:nvSpPr>
                <p:spPr>
                  <a:xfrm>
                    <a:off x="12532725" y="3369375"/>
                    <a:ext cx="354000" cy="731300"/>
                  </a:xfrm>
                  <a:custGeom>
                    <a:rect b="b" l="l" r="r" t="t"/>
                    <a:pathLst>
                      <a:path extrusionOk="0" h="29252" w="14160">
                        <a:moveTo>
                          <a:pt x="11212" y="0"/>
                        </a:moveTo>
                        <a:cubicBezTo>
                          <a:pt x="9469" y="0"/>
                          <a:pt x="7162" y="1378"/>
                          <a:pt x="5424" y="4175"/>
                        </a:cubicBezTo>
                        <a:cubicBezTo>
                          <a:pt x="1960" y="9798"/>
                          <a:pt x="2215" y="12808"/>
                          <a:pt x="2357" y="17238"/>
                        </a:cubicBezTo>
                        <a:cubicBezTo>
                          <a:pt x="2499" y="21697"/>
                          <a:pt x="0" y="29251"/>
                          <a:pt x="0" y="29251"/>
                        </a:cubicBezTo>
                        <a:cubicBezTo>
                          <a:pt x="5169" y="24764"/>
                          <a:pt x="6305" y="21016"/>
                          <a:pt x="5992" y="14484"/>
                        </a:cubicBezTo>
                        <a:cubicBezTo>
                          <a:pt x="5708" y="7924"/>
                          <a:pt x="12467" y="9684"/>
                          <a:pt x="13603" y="4175"/>
                        </a:cubicBezTo>
                        <a:cubicBezTo>
                          <a:pt x="14160" y="1406"/>
                          <a:pt x="12974" y="0"/>
                          <a:pt x="1121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1" name="Google Shape;1421;p15"/>
                  <p:cNvSpPr/>
                  <p:nvPr/>
                </p:nvSpPr>
                <p:spPr>
                  <a:xfrm>
                    <a:off x="12458875" y="3660000"/>
                    <a:ext cx="1011500" cy="515925"/>
                  </a:xfrm>
                  <a:custGeom>
                    <a:rect b="b" l="l" r="r" t="t"/>
                    <a:pathLst>
                      <a:path extrusionOk="0" h="20637" w="40460">
                        <a:moveTo>
                          <a:pt x="35642" y="0"/>
                        </a:moveTo>
                        <a:cubicBezTo>
                          <a:pt x="35472" y="0"/>
                          <a:pt x="35293" y="6"/>
                          <a:pt x="35102" y="19"/>
                        </a:cubicBezTo>
                        <a:cubicBezTo>
                          <a:pt x="29507" y="416"/>
                          <a:pt x="28826" y="6039"/>
                          <a:pt x="22010" y="6721"/>
                        </a:cubicBezTo>
                        <a:cubicBezTo>
                          <a:pt x="15194" y="7374"/>
                          <a:pt x="13462" y="9050"/>
                          <a:pt x="10253" y="13224"/>
                        </a:cubicBezTo>
                        <a:cubicBezTo>
                          <a:pt x="7044" y="17399"/>
                          <a:pt x="1" y="20636"/>
                          <a:pt x="1" y="20636"/>
                        </a:cubicBezTo>
                        <a:cubicBezTo>
                          <a:pt x="8123" y="19927"/>
                          <a:pt x="12013" y="15014"/>
                          <a:pt x="16671" y="11946"/>
                        </a:cubicBezTo>
                        <a:cubicBezTo>
                          <a:pt x="21328" y="8851"/>
                          <a:pt x="22947" y="11520"/>
                          <a:pt x="29905" y="8198"/>
                        </a:cubicBezTo>
                        <a:cubicBezTo>
                          <a:pt x="36626" y="4960"/>
                          <a:pt x="40459" y="0"/>
                          <a:pt x="3564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2" name="Google Shape;1422;p15"/>
                  <p:cNvSpPr/>
                  <p:nvPr/>
                </p:nvSpPr>
                <p:spPr>
                  <a:xfrm>
                    <a:off x="12353800" y="3942625"/>
                    <a:ext cx="1176875" cy="359775"/>
                  </a:xfrm>
                  <a:custGeom>
                    <a:rect b="b" l="l" r="r" t="t"/>
                    <a:pathLst>
                      <a:path extrusionOk="0" h="14391" w="47075">
                        <a:moveTo>
                          <a:pt x="44882" y="1"/>
                        </a:moveTo>
                        <a:cubicBezTo>
                          <a:pt x="42116" y="1"/>
                          <a:pt x="37057" y="1922"/>
                          <a:pt x="32655" y="1922"/>
                        </a:cubicBezTo>
                        <a:cubicBezTo>
                          <a:pt x="32571" y="1922"/>
                          <a:pt x="32487" y="1921"/>
                          <a:pt x="32404" y="1919"/>
                        </a:cubicBezTo>
                        <a:cubicBezTo>
                          <a:pt x="32336" y="1919"/>
                          <a:pt x="32268" y="1918"/>
                          <a:pt x="32201" y="1918"/>
                        </a:cubicBezTo>
                        <a:cubicBezTo>
                          <a:pt x="25672" y="1918"/>
                          <a:pt x="22856" y="5981"/>
                          <a:pt x="19567" y="8764"/>
                        </a:cubicBezTo>
                        <a:cubicBezTo>
                          <a:pt x="16892" y="11008"/>
                          <a:pt x="13113" y="12058"/>
                          <a:pt x="10065" y="12058"/>
                        </a:cubicBezTo>
                        <a:cubicBezTo>
                          <a:pt x="9295" y="12058"/>
                          <a:pt x="8571" y="11991"/>
                          <a:pt x="7924" y="11859"/>
                        </a:cubicBezTo>
                        <a:cubicBezTo>
                          <a:pt x="6334" y="11518"/>
                          <a:pt x="4353" y="11433"/>
                          <a:pt x="2770" y="11433"/>
                        </a:cubicBezTo>
                        <a:cubicBezTo>
                          <a:pt x="1186" y="11433"/>
                          <a:pt x="1" y="11518"/>
                          <a:pt x="1" y="11518"/>
                        </a:cubicBezTo>
                        <a:cubicBezTo>
                          <a:pt x="5718" y="12209"/>
                          <a:pt x="9403" y="14391"/>
                          <a:pt x="13770" y="14391"/>
                        </a:cubicBezTo>
                        <a:cubicBezTo>
                          <a:pt x="15151" y="14391"/>
                          <a:pt x="16601" y="14172"/>
                          <a:pt x="18204" y="13620"/>
                        </a:cubicBezTo>
                        <a:cubicBezTo>
                          <a:pt x="24906" y="11319"/>
                          <a:pt x="24367" y="7031"/>
                          <a:pt x="30103" y="7031"/>
                        </a:cubicBezTo>
                        <a:cubicBezTo>
                          <a:pt x="35868" y="7031"/>
                          <a:pt x="46546" y="6293"/>
                          <a:pt x="46944" y="1919"/>
                        </a:cubicBezTo>
                        <a:cubicBezTo>
                          <a:pt x="47075" y="480"/>
                          <a:pt x="46265" y="1"/>
                          <a:pt x="44882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3" name="Google Shape;1423;p15"/>
                  <p:cNvSpPr/>
                  <p:nvPr/>
                </p:nvSpPr>
                <p:spPr>
                  <a:xfrm>
                    <a:off x="12539825" y="3393500"/>
                    <a:ext cx="323050" cy="696525"/>
                  </a:xfrm>
                  <a:custGeom>
                    <a:rect b="b" l="l" r="r" t="t"/>
                    <a:pathLst>
                      <a:path extrusionOk="0" fill="none" h="27861" w="12922">
                        <a:moveTo>
                          <a:pt x="12922" y="1"/>
                        </a:moveTo>
                        <a:cubicBezTo>
                          <a:pt x="8633" y="3608"/>
                          <a:pt x="4516" y="3295"/>
                          <a:pt x="4232" y="10679"/>
                        </a:cubicBezTo>
                        <a:cubicBezTo>
                          <a:pt x="3919" y="18063"/>
                          <a:pt x="3067" y="23856"/>
                          <a:pt x="0" y="278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4" name="Google Shape;1424;p15"/>
                  <p:cNvSpPr/>
                  <p:nvPr/>
                </p:nvSpPr>
                <p:spPr>
                  <a:xfrm>
                    <a:off x="12458875" y="3676075"/>
                    <a:ext cx="940750" cy="500550"/>
                  </a:xfrm>
                  <a:custGeom>
                    <a:rect b="b" l="l" r="r" t="t"/>
                    <a:pathLst>
                      <a:path extrusionOk="0" fill="none" h="20022" w="37630">
                        <a:moveTo>
                          <a:pt x="37629" y="1"/>
                        </a:moveTo>
                        <a:cubicBezTo>
                          <a:pt x="33114" y="1591"/>
                          <a:pt x="30984" y="5822"/>
                          <a:pt x="26298" y="6958"/>
                        </a:cubicBezTo>
                        <a:cubicBezTo>
                          <a:pt x="21641" y="8094"/>
                          <a:pt x="19340" y="7413"/>
                          <a:pt x="16160" y="9429"/>
                        </a:cubicBezTo>
                        <a:cubicBezTo>
                          <a:pt x="13007" y="11445"/>
                          <a:pt x="12468" y="13632"/>
                          <a:pt x="8606" y="15904"/>
                        </a:cubicBezTo>
                        <a:cubicBezTo>
                          <a:pt x="5822" y="17466"/>
                          <a:pt x="2954" y="18858"/>
                          <a:pt x="1" y="20022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5" name="Google Shape;1425;p15"/>
                  <p:cNvSpPr/>
                  <p:nvPr/>
                </p:nvSpPr>
                <p:spPr>
                  <a:xfrm>
                    <a:off x="12354525" y="3967175"/>
                    <a:ext cx="1170750" cy="318800"/>
                  </a:xfrm>
                  <a:custGeom>
                    <a:rect b="b" l="l" r="r" t="t"/>
                    <a:pathLst>
                      <a:path extrusionOk="0" fill="none" h="12752" w="46830">
                        <a:moveTo>
                          <a:pt x="46830" y="0"/>
                        </a:moveTo>
                        <a:cubicBezTo>
                          <a:pt x="41491" y="3266"/>
                          <a:pt x="34079" y="2840"/>
                          <a:pt x="30500" y="3380"/>
                        </a:cubicBezTo>
                        <a:cubicBezTo>
                          <a:pt x="26894" y="3919"/>
                          <a:pt x="24849" y="6333"/>
                          <a:pt x="20362" y="9542"/>
                        </a:cubicBezTo>
                        <a:cubicBezTo>
                          <a:pt x="15847" y="12751"/>
                          <a:pt x="10990" y="12212"/>
                          <a:pt x="8633" y="11729"/>
                        </a:cubicBezTo>
                        <a:cubicBezTo>
                          <a:pt x="6305" y="11275"/>
                          <a:pt x="0" y="10536"/>
                          <a:pt x="0" y="1053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6" name="Google Shape;1426;p15"/>
                  <p:cNvSpPr/>
                  <p:nvPr/>
                </p:nvSpPr>
                <p:spPr>
                  <a:xfrm>
                    <a:off x="11944150" y="4040300"/>
                    <a:ext cx="626225" cy="242825"/>
                  </a:xfrm>
                  <a:custGeom>
                    <a:rect b="b" l="l" r="r" t="t"/>
                    <a:pathLst>
                      <a:path extrusionOk="0" fill="none" h="9713" w="25049">
                        <a:moveTo>
                          <a:pt x="0" y="9713"/>
                        </a:moveTo>
                        <a:cubicBezTo>
                          <a:pt x="18233" y="9628"/>
                          <a:pt x="22038" y="5396"/>
                          <a:pt x="25048" y="0"/>
                        </a:cubicBezTo>
                      </a:path>
                    </a:pathLst>
                  </a:custGeom>
                  <a:solidFill>
                    <a:schemeClr val="dk2"/>
                  </a:solidFill>
                  <a:ln cap="rnd" cmpd="sng" w="9525">
                    <a:solidFill>
                      <a:srgbClr val="1B273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27" name="Google Shape;1427;p15"/>
                <p:cNvGrpSpPr/>
                <p:nvPr/>
              </p:nvGrpSpPr>
              <p:grpSpPr>
                <a:xfrm flipH="1" rot="899892">
                  <a:off x="3194361" y="4224420"/>
                  <a:ext cx="1306427" cy="768301"/>
                  <a:chOff x="11944150" y="3369375"/>
                  <a:chExt cx="1586525" cy="933025"/>
                </a:xfrm>
              </p:grpSpPr>
              <p:sp>
                <p:nvSpPr>
                  <p:cNvPr id="1428" name="Google Shape;1428;p15"/>
                  <p:cNvSpPr/>
                  <p:nvPr/>
                </p:nvSpPr>
                <p:spPr>
                  <a:xfrm>
                    <a:off x="12532725" y="3369375"/>
                    <a:ext cx="354000" cy="731300"/>
                  </a:xfrm>
                  <a:custGeom>
                    <a:rect b="b" l="l" r="r" t="t"/>
                    <a:pathLst>
                      <a:path extrusionOk="0" h="29252" w="14160">
                        <a:moveTo>
                          <a:pt x="11212" y="0"/>
                        </a:moveTo>
                        <a:cubicBezTo>
                          <a:pt x="9469" y="0"/>
                          <a:pt x="7162" y="1378"/>
                          <a:pt x="5424" y="4175"/>
                        </a:cubicBezTo>
                        <a:cubicBezTo>
                          <a:pt x="1960" y="9798"/>
                          <a:pt x="2215" y="12808"/>
                          <a:pt x="2357" y="17238"/>
                        </a:cubicBezTo>
                        <a:cubicBezTo>
                          <a:pt x="2499" y="21697"/>
                          <a:pt x="0" y="29251"/>
                          <a:pt x="0" y="29251"/>
                        </a:cubicBezTo>
                        <a:cubicBezTo>
                          <a:pt x="5169" y="24764"/>
                          <a:pt x="6305" y="21016"/>
                          <a:pt x="5992" y="14484"/>
                        </a:cubicBezTo>
                        <a:cubicBezTo>
                          <a:pt x="5708" y="7924"/>
                          <a:pt x="12467" y="9684"/>
                          <a:pt x="13603" y="4175"/>
                        </a:cubicBezTo>
                        <a:cubicBezTo>
                          <a:pt x="14160" y="1406"/>
                          <a:pt x="12974" y="0"/>
                          <a:pt x="1121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9" name="Google Shape;1429;p15"/>
                  <p:cNvSpPr/>
                  <p:nvPr/>
                </p:nvSpPr>
                <p:spPr>
                  <a:xfrm>
                    <a:off x="12458875" y="3660000"/>
                    <a:ext cx="1011500" cy="515925"/>
                  </a:xfrm>
                  <a:custGeom>
                    <a:rect b="b" l="l" r="r" t="t"/>
                    <a:pathLst>
                      <a:path extrusionOk="0" h="20637" w="40460">
                        <a:moveTo>
                          <a:pt x="35642" y="0"/>
                        </a:moveTo>
                        <a:cubicBezTo>
                          <a:pt x="35472" y="0"/>
                          <a:pt x="35293" y="6"/>
                          <a:pt x="35102" y="19"/>
                        </a:cubicBezTo>
                        <a:cubicBezTo>
                          <a:pt x="29507" y="416"/>
                          <a:pt x="28826" y="6039"/>
                          <a:pt x="22010" y="6721"/>
                        </a:cubicBezTo>
                        <a:cubicBezTo>
                          <a:pt x="15194" y="7374"/>
                          <a:pt x="13462" y="9050"/>
                          <a:pt x="10253" y="13224"/>
                        </a:cubicBezTo>
                        <a:cubicBezTo>
                          <a:pt x="7044" y="17399"/>
                          <a:pt x="1" y="20636"/>
                          <a:pt x="1" y="20636"/>
                        </a:cubicBezTo>
                        <a:cubicBezTo>
                          <a:pt x="8123" y="19927"/>
                          <a:pt x="12013" y="15014"/>
                          <a:pt x="16671" y="11946"/>
                        </a:cubicBezTo>
                        <a:cubicBezTo>
                          <a:pt x="21328" y="8851"/>
                          <a:pt x="22947" y="11520"/>
                          <a:pt x="29905" y="8198"/>
                        </a:cubicBezTo>
                        <a:cubicBezTo>
                          <a:pt x="36626" y="4960"/>
                          <a:pt x="40459" y="0"/>
                          <a:pt x="3564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0" name="Google Shape;1430;p15"/>
                  <p:cNvSpPr/>
                  <p:nvPr/>
                </p:nvSpPr>
                <p:spPr>
                  <a:xfrm>
                    <a:off x="12353800" y="3942625"/>
                    <a:ext cx="1176875" cy="359775"/>
                  </a:xfrm>
                  <a:custGeom>
                    <a:rect b="b" l="l" r="r" t="t"/>
                    <a:pathLst>
                      <a:path extrusionOk="0" h="14391" w="47075">
                        <a:moveTo>
                          <a:pt x="44882" y="1"/>
                        </a:moveTo>
                        <a:cubicBezTo>
                          <a:pt x="42116" y="1"/>
                          <a:pt x="37057" y="1922"/>
                          <a:pt x="32655" y="1922"/>
                        </a:cubicBezTo>
                        <a:cubicBezTo>
                          <a:pt x="32571" y="1922"/>
                          <a:pt x="32487" y="1921"/>
                          <a:pt x="32404" y="1919"/>
                        </a:cubicBezTo>
                        <a:cubicBezTo>
                          <a:pt x="32336" y="1919"/>
                          <a:pt x="32268" y="1918"/>
                          <a:pt x="32201" y="1918"/>
                        </a:cubicBezTo>
                        <a:cubicBezTo>
                          <a:pt x="25672" y="1918"/>
                          <a:pt x="22856" y="5981"/>
                          <a:pt x="19567" y="8764"/>
                        </a:cubicBezTo>
                        <a:cubicBezTo>
                          <a:pt x="16892" y="11008"/>
                          <a:pt x="13113" y="12058"/>
                          <a:pt x="10065" y="12058"/>
                        </a:cubicBezTo>
                        <a:cubicBezTo>
                          <a:pt x="9295" y="12058"/>
                          <a:pt x="8571" y="11991"/>
                          <a:pt x="7924" y="11859"/>
                        </a:cubicBezTo>
                        <a:cubicBezTo>
                          <a:pt x="6334" y="11518"/>
                          <a:pt x="4353" y="11433"/>
                          <a:pt x="2770" y="11433"/>
                        </a:cubicBezTo>
                        <a:cubicBezTo>
                          <a:pt x="1186" y="11433"/>
                          <a:pt x="1" y="11518"/>
                          <a:pt x="1" y="11518"/>
                        </a:cubicBezTo>
                        <a:cubicBezTo>
                          <a:pt x="5718" y="12209"/>
                          <a:pt x="9403" y="14391"/>
                          <a:pt x="13770" y="14391"/>
                        </a:cubicBezTo>
                        <a:cubicBezTo>
                          <a:pt x="15151" y="14391"/>
                          <a:pt x="16601" y="14172"/>
                          <a:pt x="18204" y="13620"/>
                        </a:cubicBezTo>
                        <a:cubicBezTo>
                          <a:pt x="24906" y="11319"/>
                          <a:pt x="24367" y="7031"/>
                          <a:pt x="30103" y="7031"/>
                        </a:cubicBezTo>
                        <a:cubicBezTo>
                          <a:pt x="35868" y="7031"/>
                          <a:pt x="46546" y="6293"/>
                          <a:pt x="46944" y="1919"/>
                        </a:cubicBezTo>
                        <a:cubicBezTo>
                          <a:pt x="47075" y="480"/>
                          <a:pt x="46265" y="1"/>
                          <a:pt x="44882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1" name="Google Shape;1431;p15"/>
                  <p:cNvSpPr/>
                  <p:nvPr/>
                </p:nvSpPr>
                <p:spPr>
                  <a:xfrm>
                    <a:off x="12539825" y="3393500"/>
                    <a:ext cx="323050" cy="696525"/>
                  </a:xfrm>
                  <a:custGeom>
                    <a:rect b="b" l="l" r="r" t="t"/>
                    <a:pathLst>
                      <a:path extrusionOk="0" fill="none" h="27861" w="12922">
                        <a:moveTo>
                          <a:pt x="12922" y="1"/>
                        </a:moveTo>
                        <a:cubicBezTo>
                          <a:pt x="8633" y="3608"/>
                          <a:pt x="4516" y="3295"/>
                          <a:pt x="4232" y="10679"/>
                        </a:cubicBezTo>
                        <a:cubicBezTo>
                          <a:pt x="3919" y="18063"/>
                          <a:pt x="3067" y="23856"/>
                          <a:pt x="0" y="278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2" name="Google Shape;1432;p15"/>
                  <p:cNvSpPr/>
                  <p:nvPr/>
                </p:nvSpPr>
                <p:spPr>
                  <a:xfrm>
                    <a:off x="12458875" y="3676075"/>
                    <a:ext cx="940750" cy="500550"/>
                  </a:xfrm>
                  <a:custGeom>
                    <a:rect b="b" l="l" r="r" t="t"/>
                    <a:pathLst>
                      <a:path extrusionOk="0" fill="none" h="20022" w="37630">
                        <a:moveTo>
                          <a:pt x="37629" y="1"/>
                        </a:moveTo>
                        <a:cubicBezTo>
                          <a:pt x="33114" y="1591"/>
                          <a:pt x="30984" y="5822"/>
                          <a:pt x="26298" y="6958"/>
                        </a:cubicBezTo>
                        <a:cubicBezTo>
                          <a:pt x="21641" y="8094"/>
                          <a:pt x="19340" y="7413"/>
                          <a:pt x="16160" y="9429"/>
                        </a:cubicBezTo>
                        <a:cubicBezTo>
                          <a:pt x="13007" y="11445"/>
                          <a:pt x="12468" y="13632"/>
                          <a:pt x="8606" y="15904"/>
                        </a:cubicBezTo>
                        <a:cubicBezTo>
                          <a:pt x="5822" y="17466"/>
                          <a:pt x="2954" y="18858"/>
                          <a:pt x="1" y="20022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3" name="Google Shape;1433;p15"/>
                  <p:cNvSpPr/>
                  <p:nvPr/>
                </p:nvSpPr>
                <p:spPr>
                  <a:xfrm>
                    <a:off x="12354525" y="3967175"/>
                    <a:ext cx="1170750" cy="318800"/>
                  </a:xfrm>
                  <a:custGeom>
                    <a:rect b="b" l="l" r="r" t="t"/>
                    <a:pathLst>
                      <a:path extrusionOk="0" fill="none" h="12752" w="46830">
                        <a:moveTo>
                          <a:pt x="46830" y="0"/>
                        </a:moveTo>
                        <a:cubicBezTo>
                          <a:pt x="41491" y="3266"/>
                          <a:pt x="34079" y="2840"/>
                          <a:pt x="30500" y="3380"/>
                        </a:cubicBezTo>
                        <a:cubicBezTo>
                          <a:pt x="26894" y="3919"/>
                          <a:pt x="24849" y="6333"/>
                          <a:pt x="20362" y="9542"/>
                        </a:cubicBezTo>
                        <a:cubicBezTo>
                          <a:pt x="15847" y="12751"/>
                          <a:pt x="10990" y="12212"/>
                          <a:pt x="8633" y="11729"/>
                        </a:cubicBezTo>
                        <a:cubicBezTo>
                          <a:pt x="6305" y="11275"/>
                          <a:pt x="0" y="10536"/>
                          <a:pt x="0" y="1053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2"/>
                    </a:solidFill>
                    <a:prstDash val="solid"/>
                    <a:miter lim="2839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4" name="Google Shape;1434;p15"/>
                  <p:cNvSpPr/>
                  <p:nvPr/>
                </p:nvSpPr>
                <p:spPr>
                  <a:xfrm>
                    <a:off x="11944150" y="4040300"/>
                    <a:ext cx="626225" cy="242825"/>
                  </a:xfrm>
                  <a:custGeom>
                    <a:rect b="b" l="l" r="r" t="t"/>
                    <a:pathLst>
                      <a:path extrusionOk="0" fill="none" h="9713" w="25049">
                        <a:moveTo>
                          <a:pt x="0" y="9713"/>
                        </a:moveTo>
                        <a:cubicBezTo>
                          <a:pt x="18233" y="9628"/>
                          <a:pt x="22038" y="5396"/>
                          <a:pt x="25048" y="0"/>
                        </a:cubicBezTo>
                      </a:path>
                    </a:pathLst>
                  </a:custGeom>
                  <a:solidFill>
                    <a:schemeClr val="dk2"/>
                  </a:solidFill>
                  <a:ln cap="rnd" cmpd="sng" w="9525">
                    <a:solidFill>
                      <a:srgbClr val="1B273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435" name="Google Shape;1435;p15"/>
              <p:cNvGrpSpPr/>
              <p:nvPr/>
            </p:nvGrpSpPr>
            <p:grpSpPr>
              <a:xfrm rot="-260469">
                <a:off x="1029526" y="3379300"/>
                <a:ext cx="442031" cy="203389"/>
                <a:chOff x="3029000" y="3167975"/>
                <a:chExt cx="442000" cy="203375"/>
              </a:xfrm>
            </p:grpSpPr>
            <p:sp>
              <p:nvSpPr>
                <p:cNvPr id="1436" name="Google Shape;1436;p15"/>
                <p:cNvSpPr/>
                <p:nvPr/>
              </p:nvSpPr>
              <p:spPr>
                <a:xfrm>
                  <a:off x="3134900" y="3167975"/>
                  <a:ext cx="189500" cy="203375"/>
                </a:xfrm>
                <a:custGeom>
                  <a:rect b="b" l="l" r="r" t="t"/>
                  <a:pathLst>
                    <a:path extrusionOk="0" h="8135" w="7580">
                      <a:moveTo>
                        <a:pt x="4307" y="1"/>
                      </a:moveTo>
                      <a:cubicBezTo>
                        <a:pt x="3145" y="1"/>
                        <a:pt x="1903" y="214"/>
                        <a:pt x="1235" y="724"/>
                      </a:cubicBezTo>
                      <a:cubicBezTo>
                        <a:pt x="1" y="1691"/>
                        <a:pt x="201" y="6661"/>
                        <a:pt x="1869" y="7262"/>
                      </a:cubicBezTo>
                      <a:cubicBezTo>
                        <a:pt x="3134" y="7717"/>
                        <a:pt x="4841" y="8134"/>
                        <a:pt x="5621" y="8134"/>
                      </a:cubicBezTo>
                      <a:cubicBezTo>
                        <a:pt x="5868" y="8134"/>
                        <a:pt x="6022" y="8092"/>
                        <a:pt x="6039" y="7996"/>
                      </a:cubicBezTo>
                      <a:cubicBezTo>
                        <a:pt x="6139" y="7595"/>
                        <a:pt x="3370" y="6028"/>
                        <a:pt x="3370" y="6028"/>
                      </a:cubicBezTo>
                      <a:lnTo>
                        <a:pt x="3537" y="1558"/>
                      </a:lnTo>
                      <a:cubicBezTo>
                        <a:pt x="3945" y="1618"/>
                        <a:pt x="4333" y="1645"/>
                        <a:pt x="4692" y="1645"/>
                      </a:cubicBezTo>
                      <a:cubicBezTo>
                        <a:pt x="6505" y="1645"/>
                        <a:pt x="7580" y="958"/>
                        <a:pt x="6772" y="457"/>
                      </a:cubicBezTo>
                      <a:cubicBezTo>
                        <a:pt x="6330" y="173"/>
                        <a:pt x="5351" y="1"/>
                        <a:pt x="4307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7" name="Google Shape;1437;p15"/>
                <p:cNvSpPr/>
                <p:nvPr/>
              </p:nvSpPr>
              <p:spPr>
                <a:xfrm>
                  <a:off x="3351725" y="3228375"/>
                  <a:ext cx="106775" cy="64450"/>
                </a:xfrm>
                <a:custGeom>
                  <a:rect b="b" l="l" r="r" t="t"/>
                  <a:pathLst>
                    <a:path extrusionOk="0" h="2578" w="4271">
                      <a:moveTo>
                        <a:pt x="3786" y="1"/>
                      </a:moveTo>
                      <a:cubicBezTo>
                        <a:pt x="2892" y="1"/>
                        <a:pt x="228" y="818"/>
                        <a:pt x="1" y="2577"/>
                      </a:cubicBezTo>
                      <a:cubicBezTo>
                        <a:pt x="1" y="2577"/>
                        <a:pt x="4270" y="376"/>
                        <a:pt x="4070" y="76"/>
                      </a:cubicBezTo>
                      <a:cubicBezTo>
                        <a:pt x="4045" y="26"/>
                        <a:pt x="3943" y="1"/>
                        <a:pt x="378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8" name="Google Shape;1438;p15"/>
                <p:cNvSpPr/>
                <p:nvPr/>
              </p:nvSpPr>
              <p:spPr>
                <a:xfrm>
                  <a:off x="3346125" y="3292800"/>
                  <a:ext cx="124875" cy="55525"/>
                </a:xfrm>
                <a:custGeom>
                  <a:rect b="b" l="l" r="r" t="t"/>
                  <a:pathLst>
                    <a:path extrusionOk="0" h="2221" w="4995">
                      <a:moveTo>
                        <a:pt x="225" y="0"/>
                      </a:moveTo>
                      <a:lnTo>
                        <a:pt x="225" y="0"/>
                      </a:lnTo>
                      <a:cubicBezTo>
                        <a:pt x="0" y="366"/>
                        <a:pt x="1880" y="2220"/>
                        <a:pt x="3495" y="2220"/>
                      </a:cubicBezTo>
                      <a:cubicBezTo>
                        <a:pt x="3798" y="2220"/>
                        <a:pt x="4092" y="2155"/>
                        <a:pt x="4361" y="2002"/>
                      </a:cubicBezTo>
                      <a:cubicBezTo>
                        <a:pt x="4995" y="1668"/>
                        <a:pt x="225" y="1"/>
                        <a:pt x="22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9" name="Google Shape;1439;p15"/>
                <p:cNvSpPr/>
                <p:nvPr/>
              </p:nvSpPr>
              <p:spPr>
                <a:xfrm>
                  <a:off x="3029000" y="3184850"/>
                  <a:ext cx="334850" cy="165025"/>
                </a:xfrm>
                <a:custGeom>
                  <a:rect b="b" l="l" r="r" t="t"/>
                  <a:pathLst>
                    <a:path extrusionOk="0" h="6601" w="13394">
                      <a:moveTo>
                        <a:pt x="5827" y="0"/>
                      </a:moveTo>
                      <a:cubicBezTo>
                        <a:pt x="5708" y="0"/>
                        <a:pt x="5589" y="5"/>
                        <a:pt x="5471" y="15"/>
                      </a:cubicBezTo>
                      <a:cubicBezTo>
                        <a:pt x="2002" y="316"/>
                        <a:pt x="1" y="4585"/>
                        <a:pt x="167" y="5286"/>
                      </a:cubicBezTo>
                      <a:cubicBezTo>
                        <a:pt x="262" y="5682"/>
                        <a:pt x="2308" y="6601"/>
                        <a:pt x="5208" y="6601"/>
                      </a:cubicBezTo>
                      <a:cubicBezTo>
                        <a:pt x="7437" y="6601"/>
                        <a:pt x="10170" y="6058"/>
                        <a:pt x="12910" y="4318"/>
                      </a:cubicBezTo>
                      <a:cubicBezTo>
                        <a:pt x="13393" y="3996"/>
                        <a:pt x="9238" y="0"/>
                        <a:pt x="58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0" name="Google Shape;1440;p15"/>
                <p:cNvSpPr/>
                <p:nvPr/>
              </p:nvSpPr>
              <p:spPr>
                <a:xfrm>
                  <a:off x="3164925" y="3257775"/>
                  <a:ext cx="20875" cy="92600"/>
                </a:xfrm>
                <a:custGeom>
                  <a:rect b="b" l="l" r="r" t="t"/>
                  <a:pathLst>
                    <a:path extrusionOk="0" fill="none" h="3704" w="835">
                      <a:moveTo>
                        <a:pt x="1" y="0"/>
                      </a:moveTo>
                      <a:cubicBezTo>
                        <a:pt x="835" y="1535"/>
                        <a:pt x="468" y="3169"/>
                        <a:pt x="34" y="3703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1" name="Google Shape;1441;p15"/>
                <p:cNvSpPr/>
                <p:nvPr/>
              </p:nvSpPr>
              <p:spPr>
                <a:xfrm>
                  <a:off x="3081550" y="3257050"/>
                  <a:ext cx="28375" cy="25675"/>
                </a:xfrm>
                <a:custGeom>
                  <a:rect b="b" l="l" r="r" t="t"/>
                  <a:pathLst>
                    <a:path extrusionOk="0" h="1027" w="1135">
                      <a:moveTo>
                        <a:pt x="563" y="0"/>
                      </a:moveTo>
                      <a:cubicBezTo>
                        <a:pt x="508" y="0"/>
                        <a:pt x="454" y="9"/>
                        <a:pt x="400" y="29"/>
                      </a:cubicBezTo>
                      <a:cubicBezTo>
                        <a:pt x="133" y="130"/>
                        <a:pt x="0" y="396"/>
                        <a:pt x="100" y="663"/>
                      </a:cubicBezTo>
                      <a:cubicBezTo>
                        <a:pt x="153" y="877"/>
                        <a:pt x="356" y="1026"/>
                        <a:pt x="572" y="1026"/>
                      </a:cubicBezTo>
                      <a:cubicBezTo>
                        <a:pt x="626" y="1026"/>
                        <a:pt x="681" y="1017"/>
                        <a:pt x="734" y="997"/>
                      </a:cubicBezTo>
                      <a:cubicBezTo>
                        <a:pt x="1001" y="897"/>
                        <a:pt x="1134" y="630"/>
                        <a:pt x="1067" y="363"/>
                      </a:cubicBezTo>
                      <a:cubicBezTo>
                        <a:pt x="987" y="150"/>
                        <a:pt x="779" y="0"/>
                        <a:pt x="5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2" name="Google Shape;1442;p15"/>
                <p:cNvSpPr/>
                <p:nvPr/>
              </p:nvSpPr>
              <p:spPr>
                <a:xfrm>
                  <a:off x="3088200" y="3264950"/>
                  <a:ext cx="7550" cy="7025"/>
                </a:xfrm>
                <a:custGeom>
                  <a:rect b="b" l="l" r="r" t="t"/>
                  <a:pathLst>
                    <a:path extrusionOk="0" h="281" w="302">
                      <a:moveTo>
                        <a:pt x="159" y="1"/>
                      </a:moveTo>
                      <a:cubicBezTo>
                        <a:pt x="139" y="1"/>
                        <a:pt x="119" y="5"/>
                        <a:pt x="101" y="14"/>
                      </a:cubicBezTo>
                      <a:cubicBezTo>
                        <a:pt x="34" y="14"/>
                        <a:pt x="1" y="114"/>
                        <a:pt x="34" y="180"/>
                      </a:cubicBezTo>
                      <a:cubicBezTo>
                        <a:pt x="34" y="247"/>
                        <a:pt x="134" y="281"/>
                        <a:pt x="201" y="281"/>
                      </a:cubicBezTo>
                      <a:cubicBezTo>
                        <a:pt x="268" y="247"/>
                        <a:pt x="301" y="147"/>
                        <a:pt x="268" y="80"/>
                      </a:cubicBezTo>
                      <a:cubicBezTo>
                        <a:pt x="268" y="32"/>
                        <a:pt x="214" y="1"/>
                        <a:pt x="1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43" name="Google Shape;1443;p15"/>
            <p:cNvGrpSpPr/>
            <p:nvPr/>
          </p:nvGrpSpPr>
          <p:grpSpPr>
            <a:xfrm>
              <a:off x="6212367" y="-241567"/>
              <a:ext cx="1747604" cy="1881256"/>
              <a:chOff x="6212367" y="-241567"/>
              <a:chExt cx="1747604" cy="1881256"/>
            </a:xfrm>
          </p:grpSpPr>
          <p:sp>
            <p:nvSpPr>
              <p:cNvPr id="1444" name="Google Shape;1444;p15"/>
              <p:cNvSpPr/>
              <p:nvPr/>
            </p:nvSpPr>
            <p:spPr>
              <a:xfrm rot="2403861">
                <a:off x="6337569" y="130565"/>
                <a:ext cx="1497201" cy="934927"/>
              </a:xfrm>
              <a:custGeom>
                <a:rect b="b" l="l" r="r" t="t"/>
                <a:pathLst>
                  <a:path extrusionOk="0" h="22625" w="36235">
                    <a:moveTo>
                      <a:pt x="34937" y="1"/>
                    </a:moveTo>
                    <a:cubicBezTo>
                      <a:pt x="28059" y="9391"/>
                      <a:pt x="10632" y="4972"/>
                      <a:pt x="4693" y="11325"/>
                    </a:cubicBezTo>
                    <a:cubicBezTo>
                      <a:pt x="1" y="16300"/>
                      <a:pt x="2520" y="22625"/>
                      <a:pt x="10301" y="22625"/>
                    </a:cubicBezTo>
                    <a:cubicBezTo>
                      <a:pt x="12412" y="22625"/>
                      <a:pt x="14910" y="22159"/>
                      <a:pt x="17757" y="21074"/>
                    </a:cubicBezTo>
                    <a:cubicBezTo>
                      <a:pt x="31070" y="15992"/>
                      <a:pt x="36235" y="4558"/>
                      <a:pt x="36235" y="4558"/>
                    </a:cubicBezTo>
                    <a:lnTo>
                      <a:pt x="3493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5"/>
              <p:cNvSpPr/>
              <p:nvPr/>
            </p:nvSpPr>
            <p:spPr>
              <a:xfrm rot="2403861">
                <a:off x="6466850" y="247514"/>
                <a:ext cx="1356964" cy="682569"/>
              </a:xfrm>
              <a:custGeom>
                <a:rect b="b" l="l" r="r" t="t"/>
                <a:pathLst>
                  <a:path extrusionOk="0" fill="none" h="16518" w="32841">
                    <a:moveTo>
                      <a:pt x="32840" y="1"/>
                    </a:moveTo>
                    <a:cubicBezTo>
                      <a:pt x="26046" y="8176"/>
                      <a:pt x="16434" y="14418"/>
                      <a:pt x="1" y="16517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5"/>
              <p:cNvSpPr/>
              <p:nvPr/>
            </p:nvSpPr>
            <p:spPr>
              <a:xfrm rot="2403861">
                <a:off x="6382900" y="410837"/>
                <a:ext cx="566114" cy="330995"/>
              </a:xfrm>
              <a:custGeom>
                <a:rect b="b" l="l" r="r" t="t"/>
                <a:pathLst>
                  <a:path extrusionOk="0" fill="none" h="8010" w="13701">
                    <a:moveTo>
                      <a:pt x="1" y="0"/>
                    </a:moveTo>
                    <a:cubicBezTo>
                      <a:pt x="4724" y="2900"/>
                      <a:pt x="13700" y="1685"/>
                      <a:pt x="13700" y="1685"/>
                    </a:cubicBezTo>
                    <a:cubicBezTo>
                      <a:pt x="13700" y="1685"/>
                      <a:pt x="7182" y="6408"/>
                      <a:pt x="2155" y="8010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5"/>
              <p:cNvSpPr/>
              <p:nvPr/>
            </p:nvSpPr>
            <p:spPr>
              <a:xfrm rot="2403861">
                <a:off x="6492788" y="406923"/>
                <a:ext cx="701889" cy="517071"/>
              </a:xfrm>
              <a:custGeom>
                <a:rect b="b" l="l" r="r" t="t"/>
                <a:pathLst>
                  <a:path extrusionOk="0" fill="none" h="12513" w="16987">
                    <a:moveTo>
                      <a:pt x="1" y="1"/>
                    </a:moveTo>
                    <a:cubicBezTo>
                      <a:pt x="7237" y="4088"/>
                      <a:pt x="16987" y="2155"/>
                      <a:pt x="16987" y="2155"/>
                    </a:cubicBezTo>
                    <a:cubicBezTo>
                      <a:pt x="16987" y="2155"/>
                      <a:pt x="11297" y="9999"/>
                      <a:pt x="5111" y="12512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5"/>
              <p:cNvSpPr/>
              <p:nvPr/>
            </p:nvSpPr>
            <p:spPr>
              <a:xfrm rot="2403861">
                <a:off x="6779299" y="491260"/>
                <a:ext cx="627721" cy="515914"/>
              </a:xfrm>
              <a:custGeom>
                <a:rect b="b" l="l" r="r" t="t"/>
                <a:pathLst>
                  <a:path extrusionOk="0" fill="none" h="12485" w="15192">
                    <a:moveTo>
                      <a:pt x="1" y="1"/>
                    </a:moveTo>
                    <a:cubicBezTo>
                      <a:pt x="6298" y="3619"/>
                      <a:pt x="15192" y="1216"/>
                      <a:pt x="15192" y="1216"/>
                    </a:cubicBezTo>
                    <a:cubicBezTo>
                      <a:pt x="15192" y="1216"/>
                      <a:pt x="11739" y="7734"/>
                      <a:pt x="6685" y="12485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5"/>
              <p:cNvSpPr/>
              <p:nvPr/>
            </p:nvSpPr>
            <p:spPr>
              <a:xfrm rot="2403861">
                <a:off x="7161740" y="611659"/>
                <a:ext cx="429141" cy="360706"/>
              </a:xfrm>
              <a:custGeom>
                <a:rect b="b" l="l" r="r" t="t"/>
                <a:pathLst>
                  <a:path extrusionOk="0" fill="none" h="8729" w="10386">
                    <a:moveTo>
                      <a:pt x="0" y="498"/>
                    </a:moveTo>
                    <a:cubicBezTo>
                      <a:pt x="4779" y="2045"/>
                      <a:pt x="10385" y="1"/>
                      <a:pt x="10385" y="1"/>
                    </a:cubicBezTo>
                    <a:cubicBezTo>
                      <a:pt x="10385" y="1"/>
                      <a:pt x="9032" y="5856"/>
                      <a:pt x="6878" y="8728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5"/>
              <p:cNvSpPr/>
              <p:nvPr/>
            </p:nvSpPr>
            <p:spPr>
              <a:xfrm rot="2403861">
                <a:off x="7559910" y="680185"/>
                <a:ext cx="184903" cy="304755"/>
              </a:xfrm>
              <a:custGeom>
                <a:rect b="b" l="l" r="r" t="t"/>
                <a:pathLst>
                  <a:path extrusionOk="0" fill="none" h="7375" w="4475">
                    <a:moveTo>
                      <a:pt x="0" y="884"/>
                    </a:moveTo>
                    <a:cubicBezTo>
                      <a:pt x="2155" y="967"/>
                      <a:pt x="4475" y="0"/>
                      <a:pt x="4475" y="0"/>
                    </a:cubicBezTo>
                    <a:cubicBezTo>
                      <a:pt x="4475" y="0"/>
                      <a:pt x="3784" y="4944"/>
                      <a:pt x="2293" y="7375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5"/>
              <p:cNvSpPr/>
              <p:nvPr/>
            </p:nvSpPr>
            <p:spPr>
              <a:xfrm rot="2403861">
                <a:off x="6721556" y="458891"/>
                <a:ext cx="897246" cy="1010630"/>
              </a:xfrm>
              <a:custGeom>
                <a:rect b="b" l="l" r="r" t="t"/>
                <a:pathLst>
                  <a:path extrusionOk="0" h="24457" w="21715">
                    <a:moveTo>
                      <a:pt x="21715" y="1"/>
                    </a:moveTo>
                    <a:lnTo>
                      <a:pt x="21715" y="1"/>
                    </a:lnTo>
                    <a:cubicBezTo>
                      <a:pt x="11744" y="9502"/>
                      <a:pt x="4177" y="11270"/>
                      <a:pt x="1470" y="18202"/>
                    </a:cubicBezTo>
                    <a:cubicBezTo>
                      <a:pt x="1" y="21927"/>
                      <a:pt x="2168" y="24456"/>
                      <a:pt x="5477" y="24456"/>
                    </a:cubicBezTo>
                    <a:cubicBezTo>
                      <a:pt x="8327" y="24456"/>
                      <a:pt x="12024" y="22581"/>
                      <a:pt x="14976" y="17981"/>
                    </a:cubicBezTo>
                    <a:cubicBezTo>
                      <a:pt x="21356" y="8010"/>
                      <a:pt x="21439" y="6353"/>
                      <a:pt x="21439" y="6353"/>
                    </a:cubicBezTo>
                    <a:lnTo>
                      <a:pt x="217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5"/>
              <p:cNvSpPr/>
              <p:nvPr/>
            </p:nvSpPr>
            <p:spPr>
              <a:xfrm rot="2403861">
                <a:off x="6766644" y="606807"/>
                <a:ext cx="816013" cy="812653"/>
              </a:xfrm>
              <a:custGeom>
                <a:rect b="b" l="l" r="r" t="t"/>
                <a:pathLst>
                  <a:path extrusionOk="0" fill="none" h="19666" w="19749">
                    <a:moveTo>
                      <a:pt x="19749" y="0"/>
                    </a:moveTo>
                    <a:cubicBezTo>
                      <a:pt x="16048" y="6822"/>
                      <a:pt x="4254" y="17842"/>
                      <a:pt x="1" y="19665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5"/>
              <p:cNvSpPr/>
              <p:nvPr/>
            </p:nvSpPr>
            <p:spPr>
              <a:xfrm rot="2403861">
                <a:off x="6599137" y="917889"/>
                <a:ext cx="386913" cy="336698"/>
              </a:xfrm>
              <a:custGeom>
                <a:rect b="b" l="l" r="r" t="t"/>
                <a:pathLst>
                  <a:path extrusionOk="0" fill="none" h="8148" w="9364">
                    <a:moveTo>
                      <a:pt x="4198" y="8148"/>
                    </a:moveTo>
                    <a:cubicBezTo>
                      <a:pt x="8921" y="3315"/>
                      <a:pt x="9363" y="0"/>
                      <a:pt x="9363" y="0"/>
                    </a:cubicBezTo>
                    <a:cubicBezTo>
                      <a:pt x="9363" y="0"/>
                      <a:pt x="4364" y="2348"/>
                      <a:pt x="0" y="3149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5"/>
              <p:cNvSpPr/>
              <p:nvPr/>
            </p:nvSpPr>
            <p:spPr>
              <a:xfrm rot="2403861">
                <a:off x="6721472" y="891338"/>
                <a:ext cx="439388" cy="369797"/>
              </a:xfrm>
              <a:custGeom>
                <a:rect b="b" l="l" r="r" t="t"/>
                <a:pathLst>
                  <a:path extrusionOk="0" fill="none" h="8949" w="10634">
                    <a:moveTo>
                      <a:pt x="0" y="1906"/>
                    </a:moveTo>
                    <a:cubicBezTo>
                      <a:pt x="6187" y="2044"/>
                      <a:pt x="10385" y="0"/>
                      <a:pt x="10385" y="0"/>
                    </a:cubicBezTo>
                    <a:cubicBezTo>
                      <a:pt x="10385" y="0"/>
                      <a:pt x="10634" y="5773"/>
                      <a:pt x="8010" y="8949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5"/>
              <p:cNvSpPr/>
              <p:nvPr/>
            </p:nvSpPr>
            <p:spPr>
              <a:xfrm rot="2403861">
                <a:off x="6978492" y="909424"/>
                <a:ext cx="375509" cy="284218"/>
              </a:xfrm>
              <a:custGeom>
                <a:rect b="b" l="l" r="r" t="t"/>
                <a:pathLst>
                  <a:path extrusionOk="0" fill="none" h="6878" w="9088">
                    <a:moveTo>
                      <a:pt x="0" y="498"/>
                    </a:moveTo>
                    <a:cubicBezTo>
                      <a:pt x="4198" y="1271"/>
                      <a:pt x="8590" y="1"/>
                      <a:pt x="8590" y="1"/>
                    </a:cubicBezTo>
                    <a:cubicBezTo>
                      <a:pt x="8590" y="1"/>
                      <a:pt x="9087" y="4033"/>
                      <a:pt x="7789" y="6878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5"/>
              <p:cNvSpPr/>
              <p:nvPr/>
            </p:nvSpPr>
            <p:spPr>
              <a:xfrm rot="2403861">
                <a:off x="7292691" y="916097"/>
                <a:ext cx="249981" cy="222606"/>
              </a:xfrm>
              <a:custGeom>
                <a:rect b="b" l="l" r="r" t="t"/>
                <a:pathLst>
                  <a:path extrusionOk="0" fill="none" h="5387" w="6050">
                    <a:moveTo>
                      <a:pt x="0" y="0"/>
                    </a:moveTo>
                    <a:cubicBezTo>
                      <a:pt x="1685" y="857"/>
                      <a:pt x="5607" y="221"/>
                      <a:pt x="5607" y="221"/>
                    </a:cubicBezTo>
                    <a:cubicBezTo>
                      <a:pt x="5607" y="221"/>
                      <a:pt x="6049" y="3121"/>
                      <a:pt x="5110" y="5386"/>
                    </a:cubicBez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7" name="Google Shape;1457;p15"/>
            <p:cNvSpPr/>
            <p:nvPr/>
          </p:nvSpPr>
          <p:spPr>
            <a:xfrm>
              <a:off x="7089149" y="-1838299"/>
              <a:ext cx="3485218" cy="3910100"/>
            </a:xfrm>
            <a:custGeom>
              <a:rect b="b" l="l" r="r" t="t"/>
              <a:pathLst>
                <a:path extrusionOk="0" h="94624" w="84347">
                  <a:moveTo>
                    <a:pt x="55705" y="0"/>
                  </a:moveTo>
                  <a:cubicBezTo>
                    <a:pt x="42586" y="8728"/>
                    <a:pt x="18502" y="39799"/>
                    <a:pt x="22838" y="54327"/>
                  </a:cubicBezTo>
                  <a:cubicBezTo>
                    <a:pt x="22231" y="54260"/>
                    <a:pt x="21633" y="54227"/>
                    <a:pt x="21044" y="54227"/>
                  </a:cubicBezTo>
                  <a:cubicBezTo>
                    <a:pt x="8093" y="54227"/>
                    <a:pt x="1" y="70036"/>
                    <a:pt x="8587" y="80842"/>
                  </a:cubicBezTo>
                  <a:cubicBezTo>
                    <a:pt x="8670" y="80952"/>
                    <a:pt x="8587" y="80952"/>
                    <a:pt x="8587" y="80952"/>
                  </a:cubicBezTo>
                  <a:lnTo>
                    <a:pt x="4665" y="86200"/>
                  </a:lnTo>
                  <a:lnTo>
                    <a:pt x="15906" y="94624"/>
                  </a:lnTo>
                  <a:lnTo>
                    <a:pt x="19828" y="89376"/>
                  </a:lnTo>
                  <a:cubicBezTo>
                    <a:pt x="19828" y="89376"/>
                    <a:pt x="19828" y="89341"/>
                    <a:pt x="19870" y="89341"/>
                  </a:cubicBezTo>
                  <a:cubicBezTo>
                    <a:pt x="19881" y="89341"/>
                    <a:pt x="19894" y="89343"/>
                    <a:pt x="19911" y="89349"/>
                  </a:cubicBezTo>
                  <a:cubicBezTo>
                    <a:pt x="21997" y="90202"/>
                    <a:pt x="24087" y="90591"/>
                    <a:pt x="26108" y="90591"/>
                  </a:cubicBezTo>
                  <a:cubicBezTo>
                    <a:pt x="37041" y="90591"/>
                    <a:pt x="45967" y="79203"/>
                    <a:pt x="41399" y="68247"/>
                  </a:cubicBezTo>
                  <a:lnTo>
                    <a:pt x="41399" y="68247"/>
                  </a:lnTo>
                  <a:cubicBezTo>
                    <a:pt x="41425" y="68248"/>
                    <a:pt x="41451" y="68248"/>
                    <a:pt x="41478" y="68248"/>
                  </a:cubicBezTo>
                  <a:cubicBezTo>
                    <a:pt x="56669" y="68248"/>
                    <a:pt x="79632" y="36487"/>
                    <a:pt x="84347" y="21488"/>
                  </a:cubicBezTo>
                  <a:lnTo>
                    <a:pt x="70012" y="10744"/>
                  </a:lnTo>
                  <a:lnTo>
                    <a:pt x="557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5"/>
            <p:cNvSpPr/>
            <p:nvPr/>
          </p:nvSpPr>
          <p:spPr>
            <a:xfrm>
              <a:off x="7559205" y="1592419"/>
              <a:ext cx="349237" cy="262563"/>
            </a:xfrm>
            <a:custGeom>
              <a:rect b="b" l="l" r="r" t="t"/>
              <a:pathLst>
                <a:path extrusionOk="0" fill="none" h="6354" w="8452">
                  <a:moveTo>
                    <a:pt x="8452" y="6353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5"/>
            <p:cNvSpPr/>
            <p:nvPr/>
          </p:nvSpPr>
          <p:spPr>
            <a:xfrm>
              <a:off x="7336656" y="1553617"/>
              <a:ext cx="591207" cy="372109"/>
            </a:xfrm>
            <a:custGeom>
              <a:rect b="b" l="l" r="r" t="t"/>
              <a:pathLst>
                <a:path extrusionOk="0" fill="none" h="9005" w="14308">
                  <a:moveTo>
                    <a:pt x="1" y="1"/>
                  </a:moveTo>
                  <a:lnTo>
                    <a:pt x="14307" y="900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5"/>
            <p:cNvSpPr/>
            <p:nvPr/>
          </p:nvSpPr>
          <p:spPr>
            <a:xfrm>
              <a:off x="7296699" y="1607254"/>
              <a:ext cx="591207" cy="372109"/>
            </a:xfrm>
            <a:custGeom>
              <a:rect b="b" l="l" r="r" t="t"/>
              <a:pathLst>
                <a:path extrusionOk="0" fill="none" h="9005" w="14308">
                  <a:moveTo>
                    <a:pt x="1" y="1"/>
                  </a:moveTo>
                  <a:lnTo>
                    <a:pt x="14308" y="900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5"/>
            <p:cNvSpPr/>
            <p:nvPr/>
          </p:nvSpPr>
          <p:spPr>
            <a:xfrm>
              <a:off x="7256784" y="1660890"/>
              <a:ext cx="591207" cy="372109"/>
            </a:xfrm>
            <a:custGeom>
              <a:rect b="b" l="l" r="r" t="t"/>
              <a:pathLst>
                <a:path extrusionOk="0" fill="none" h="9005" w="14308">
                  <a:moveTo>
                    <a:pt x="0" y="1"/>
                  </a:moveTo>
                  <a:lnTo>
                    <a:pt x="14307" y="900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2" name="Google Shape;1462;p15"/>
          <p:cNvSpPr txBox="1"/>
          <p:nvPr>
            <p:ph type="title"/>
          </p:nvPr>
        </p:nvSpPr>
        <p:spPr>
          <a:xfrm>
            <a:off x="68531" y="56357"/>
            <a:ext cx="5101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Final Products </a:t>
            </a:r>
            <a:endParaRPr/>
          </a:p>
        </p:txBody>
      </p:sp>
      <p:sp>
        <p:nvSpPr>
          <p:cNvPr id="1463" name="Google Shape;1463;p15"/>
          <p:cNvSpPr txBox="1"/>
          <p:nvPr>
            <p:ph idx="1" type="subTitle"/>
          </p:nvPr>
        </p:nvSpPr>
        <p:spPr>
          <a:xfrm>
            <a:off x="246672" y="745042"/>
            <a:ext cx="5101800" cy="302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Buoy with two level of sensor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A versatile stationary device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Documentation for every step of the project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Char char="-"/>
            </a:pPr>
            <a:r>
              <a:rPr lang="en"/>
              <a:t>A manual for anyone who use the products in the future </a:t>
            </a:r>
            <a:endParaRPr/>
          </a:p>
          <a:p>
            <a:pPr indent="-1968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priola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And Especially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- An easy to use experience for anyone who continues or uses the project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6"/>
          <p:cNvSpPr txBox="1"/>
          <p:nvPr>
            <p:ph type="title"/>
          </p:nvPr>
        </p:nvSpPr>
        <p:spPr>
          <a:xfrm>
            <a:off x="845871" y="-188905"/>
            <a:ext cx="35967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469" name="Google Shape;1469;p16"/>
          <p:cNvSpPr txBox="1"/>
          <p:nvPr>
            <p:ph idx="1" type="subTitle"/>
          </p:nvPr>
        </p:nvSpPr>
        <p:spPr>
          <a:xfrm>
            <a:off x="845871" y="931953"/>
            <a:ext cx="4860855" cy="343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780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Mr. Mckeown </a:t>
            </a:r>
            <a:endParaRPr sz="1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177800" lvl="0" marL="1714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Dr. Smith</a:t>
            </a:r>
            <a:endParaRPr sz="1700"/>
          </a:p>
          <a:p>
            <a:pPr indent="-177800" lvl="0" marL="1714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Sam Mathews </a:t>
            </a:r>
            <a:endParaRPr sz="1700"/>
          </a:p>
          <a:p>
            <a:pPr indent="-177800" lvl="0" marL="1714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Ketal and Jinisha Patel </a:t>
            </a:r>
            <a:endParaRPr sz="1700"/>
          </a:p>
          <a:p>
            <a:pPr indent="-177800" lvl="0" marL="1714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Jack Szabo </a:t>
            </a:r>
            <a:endParaRPr sz="1700"/>
          </a:p>
          <a:p>
            <a:pPr indent="-177800" lvl="0" marL="1714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Zain Anwar </a:t>
            </a:r>
            <a:endParaRPr sz="1700"/>
          </a:p>
          <a:p>
            <a:pPr indent="-177800" lvl="0" marL="1714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Ryan Wang </a:t>
            </a:r>
            <a:endParaRPr sz="1700"/>
          </a:p>
          <a:p>
            <a:pPr indent="-177800" lvl="0" marL="1714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Mrs. Axelrod </a:t>
            </a:r>
            <a:endParaRPr sz="1700"/>
          </a:p>
          <a:p>
            <a:pPr indent="-177800" lvl="0" marL="1714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priola"/>
              <a:buChar char="-"/>
            </a:pPr>
            <a:r>
              <a:rPr lang="en" sz="1300"/>
              <a:t>Mr. Starinsky </a:t>
            </a:r>
            <a:endParaRPr sz="1300"/>
          </a:p>
        </p:txBody>
      </p:sp>
      <p:sp>
        <p:nvSpPr>
          <p:cNvPr id="1470" name="Google Shape;1470;p16"/>
          <p:cNvSpPr txBox="1"/>
          <p:nvPr/>
        </p:nvSpPr>
        <p:spPr>
          <a:xfrm>
            <a:off x="3437274" y="1207570"/>
            <a:ext cx="4860900" cy="3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780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Capriola"/>
              <a:buChar char="-"/>
            </a:pPr>
            <a:r>
              <a:rPr b="0" i="0" lang="en" sz="13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Jeffrey Adair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Capriola"/>
              <a:buChar char="-"/>
            </a:pPr>
            <a:r>
              <a:rPr b="0" i="0" lang="en" sz="13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Mr. Brown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Capriola"/>
              <a:buChar char="-"/>
            </a:pPr>
            <a:r>
              <a:rPr b="0" i="0" lang="en" sz="13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Mrs. Ulery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Capriola"/>
              <a:buChar char="-"/>
            </a:pPr>
            <a:r>
              <a:rPr b="0" i="0" lang="en" sz="13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Mr. Harmon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Capriola"/>
              <a:buChar char="-"/>
            </a:pPr>
            <a:r>
              <a:rPr b="0" i="0" lang="en" sz="1300" u="none" cap="none" strike="noStrike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Nate Abbott </a:t>
            </a:r>
            <a:endParaRPr b="0" i="0" sz="13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16510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priola"/>
              <a:buChar char="-"/>
            </a:pPr>
            <a:r>
              <a:rPr lang="en" sz="1300">
                <a:solidFill>
                  <a:schemeClr val="accent4"/>
                </a:solidFill>
                <a:latin typeface="Capriola"/>
                <a:ea typeface="Capriola"/>
                <a:cs typeface="Capriola"/>
                <a:sym typeface="Capriola"/>
              </a:rPr>
              <a:t>The Strnad Family </a:t>
            </a:r>
            <a:endParaRPr sz="1300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825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None/>
            </a:pPr>
            <a:r>
              <a:t/>
            </a:r>
            <a:endParaRPr b="0" i="0" sz="13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825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None/>
            </a:pPr>
            <a:r>
              <a:t/>
            </a:r>
            <a:endParaRPr b="0" i="0" sz="13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825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None/>
            </a:pPr>
            <a:r>
              <a:t/>
            </a:r>
            <a:endParaRPr b="0" i="0" sz="13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825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None/>
            </a:pPr>
            <a:r>
              <a:t/>
            </a:r>
            <a:endParaRPr b="0" i="0" sz="13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  <a:p>
            <a:pPr indent="-825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priola"/>
              <a:buNone/>
            </a:pPr>
            <a:r>
              <a:t/>
            </a:r>
            <a:endParaRPr b="0" i="0" sz="1300" u="none" cap="none" strike="noStrike">
              <a:solidFill>
                <a:schemeClr val="accent4"/>
              </a:solidFill>
              <a:latin typeface="Capriola"/>
              <a:ea typeface="Capriola"/>
              <a:cs typeface="Capriola"/>
              <a:sym typeface="Capriola"/>
            </a:endParaRPr>
          </a:p>
        </p:txBody>
      </p:sp>
      <p:pic>
        <p:nvPicPr>
          <p:cNvPr id="1471" name="Google Shape;14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0000" y="1207575"/>
            <a:ext cx="3637801" cy="2728351"/>
          </a:xfrm>
          <a:prstGeom prst="rect">
            <a:avLst/>
          </a:prstGeom>
          <a:noFill/>
          <a:ln cap="flat" cmpd="sng" w="76200">
            <a:solidFill>
              <a:srgbClr val="445D7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ction Plan for Water Pollution Prevention by Slidesgo">
  <a:themeElements>
    <a:clrScheme name="Simple Light">
      <a:dk1>
        <a:srgbClr val="000000"/>
      </a:dk1>
      <a:lt1>
        <a:srgbClr val="FFFFFF"/>
      </a:lt1>
      <a:dk2>
        <a:srgbClr val="324766"/>
      </a:dk2>
      <a:lt2>
        <a:srgbClr val="7D9DCD"/>
      </a:lt2>
      <a:accent1>
        <a:srgbClr val="A36483"/>
      </a:accent1>
      <a:accent2>
        <a:srgbClr val="DBB950"/>
      </a:accent2>
      <a:accent3>
        <a:srgbClr val="728463"/>
      </a:accent3>
      <a:accent4>
        <a:srgbClr val="EFEFEF"/>
      </a:accent4>
      <a:accent5>
        <a:srgbClr val="DC9FBD"/>
      </a:accent5>
      <a:accent6>
        <a:srgbClr val="FFDA6B"/>
      </a:accent6>
      <a:hlink>
        <a:srgbClr val="EFEFE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